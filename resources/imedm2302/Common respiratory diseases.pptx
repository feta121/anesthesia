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449" r:id="rId3"/>
    <p:sldId id="257" r:id="rId4"/>
    <p:sldId id="258" r:id="rId5"/>
    <p:sldId id="259" r:id="rId6"/>
    <p:sldId id="277" r:id="rId7"/>
    <p:sldId id="279" r:id="rId8"/>
    <p:sldId id="280" r:id="rId9"/>
    <p:sldId id="261" r:id="rId10"/>
    <p:sldId id="260" r:id="rId11"/>
    <p:sldId id="266" r:id="rId12"/>
    <p:sldId id="353" r:id="rId13"/>
    <p:sldId id="442" r:id="rId14"/>
    <p:sldId id="265" r:id="rId15"/>
    <p:sldId id="365" r:id="rId16"/>
    <p:sldId id="367" r:id="rId17"/>
    <p:sldId id="368" r:id="rId18"/>
    <p:sldId id="366" r:id="rId19"/>
    <p:sldId id="369" r:id="rId20"/>
    <p:sldId id="447" r:id="rId21"/>
    <p:sldId id="268" r:id="rId22"/>
    <p:sldId id="267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8" r:id="rId31"/>
    <p:sldId id="276" r:id="rId32"/>
    <p:sldId id="281" r:id="rId33"/>
    <p:sldId id="282" r:id="rId34"/>
    <p:sldId id="283" r:id="rId35"/>
    <p:sldId id="448" r:id="rId36"/>
    <p:sldId id="295" r:id="rId37"/>
    <p:sldId id="292" r:id="rId38"/>
    <p:sldId id="297" r:id="rId39"/>
    <p:sldId id="299" r:id="rId40"/>
    <p:sldId id="300" r:id="rId41"/>
    <p:sldId id="384" r:id="rId42"/>
    <p:sldId id="38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5FE249-551B-4176-87BC-E9BA6795DE79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B611E-FACA-4ABC-9EA2-33012F80F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69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04CEED2-A59E-4577-AABB-FAE1288A84D0}" type="slidenum">
              <a:rPr lang="en-US" altLang="en-US" sz="1200" smtClean="0">
                <a:latin typeface="Arial" pitchFamily="34" charset="0"/>
                <a:ea typeface="ＭＳ Ｐゴシック" pitchFamily="34" charset="-128"/>
              </a:rPr>
              <a:pPr/>
              <a:t>19</a:t>
            </a:fld>
            <a:endParaRPr lang="en-US" altLang="en-US" sz="1200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2650" y="4338638"/>
            <a:ext cx="5076825" cy="4106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CD2D-1646-1642-4286-A57AFE0F5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575C9-93D3-4B29-08FC-9E0952D2F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962BE-4A14-3D96-E96F-762D368CD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DBA-A07F-4F80-B3A3-51FE5915D9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4C084-609E-BB67-C7F3-C9BA1DDD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1D66E-5013-7C40-B0EB-B193FECBA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D1949-36A1-474E-9471-5765364DA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84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F053C-6DDC-E89E-C7DD-9107AA638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FE288-E7F5-86C7-39BA-36E04EA38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BC515-8F68-B3CC-C2B9-F0E55CAB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DBA-A07F-4F80-B3A3-51FE5915D9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7B897-E905-BCDA-1321-237886D55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DA8E9-D4FC-34C4-97CF-C6B93C2D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D1949-36A1-474E-9471-5765364DA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6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25D3-B6C3-CB93-84BF-3D2B16A69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573AD-E55A-56AF-575A-EE794E31D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E978C-247A-5E9C-0F03-A2D43F114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DBA-A07F-4F80-B3A3-51FE5915D9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BD47E-A725-796D-4F81-1959C2713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1A200-D096-7400-B9B4-05EFB498D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D1949-36A1-474E-9471-5765364DA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02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91D2-3A22-2556-E896-AEBA49D29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CBFF-EADD-C654-1A4E-65E856B74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51323-5B56-12C0-147E-D32FCC8BA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F119B-BDE9-432E-802B-A14C79689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DBA-A07F-4F80-B3A3-51FE5915D9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0B63A-387C-164A-14A3-E9A033AC6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B8028-CB80-F079-53E0-13B46C125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D1949-36A1-474E-9471-5765364DA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60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880E7-F274-CBF2-0AD3-1885FA656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52E95-1FEE-8183-1111-601C47E6F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75458-3007-AA1A-088F-2D8F17FC9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023FE4-9007-5892-CAFB-9EAD44940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CC640-700C-0EDD-914B-3E715D696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8DEE5F-8174-5AC6-4BC0-36F16DE9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DBA-A07F-4F80-B3A3-51FE5915D9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8C822-2CF0-DFB6-D5B3-05268FA6E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2C81B-2AC6-B246-00D9-6A468CF9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D1949-36A1-474E-9471-5765364DA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68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E8B4-6793-4C32-7BB2-E56B40AE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ED737-E73C-F2C7-14CD-4A2D8FB8B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DBA-A07F-4F80-B3A3-51FE5915D9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3E6456-A0B6-F930-DA5B-36077E7B9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515E1-5D26-A16A-F506-AE25E824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D1949-36A1-474E-9471-5765364DA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31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EF9003-26B3-FC67-19FE-B63CE2E41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DBA-A07F-4F80-B3A3-51FE5915D9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4EF3F-4D79-9C63-67CE-596493A6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341AA-15BC-9731-8F7B-32D204379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D1949-36A1-474E-9471-5765364DA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36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C26A7-9EE8-426A-6EE9-2B4B30805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2EF43-CE75-672E-BD36-D0D4945C9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CCCA6-DE90-BAAF-5D0B-E82E4C8B0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33714-C73F-4D60-EE04-FFC0472B7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DBA-A07F-4F80-B3A3-51FE5915D9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D9344-B6CC-BDF7-82CB-815567605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67C5C-518F-B13F-42EC-44946E24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D1949-36A1-474E-9471-5765364DA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69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4E19-D1E4-334F-0B85-19CE94B53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350084-000B-1256-71DA-94D348CB8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88505-03DF-32FB-8E46-949281122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6C3DE-8109-C5DB-9102-066DCDC03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DBA-A07F-4F80-B3A3-51FE5915D9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EFA3C-4675-2886-2BF5-44BCD86F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3C5BB-D775-EBF1-25EC-D2600BE4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D1949-36A1-474E-9471-5765364DA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77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DFD93-171E-A653-D8B4-8369FC0A3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61B03-C552-F1E0-6F8F-F03D663BC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41B89-5CCA-5ED6-BFF8-09FFB63E9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DBA-A07F-4F80-B3A3-51FE5915D9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F9936-A86E-6EF0-225A-806F07321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75AF7-0CE6-E26B-D5A9-F6173CCA3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D1949-36A1-474E-9471-5765364DA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22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AA43FB-3DAA-DA20-DB11-CC960A0A2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8CB4F-FCE5-0A84-CC3C-14418EF03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AEC8F-5708-A194-A449-7640835C7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DBA-A07F-4F80-B3A3-51FE5915D9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AF4EE-6BEB-0648-134F-6CE230E8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25BAE-E8E1-14B0-333F-D69ED4BCA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D1949-36A1-474E-9471-5765364DA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630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4"/>
          <p:cNvSpPr/>
          <p:nvPr userDrawn="1"/>
        </p:nvSpPr>
        <p:spPr>
          <a:xfrm>
            <a:off x="220133" y="6653213"/>
            <a:ext cx="11760200" cy="215900"/>
          </a:xfrm>
          <a:custGeom>
            <a:avLst/>
            <a:gdLst>
              <a:gd name="connsiteX0" fmla="*/ 0 w 8820000"/>
              <a:gd name="connsiteY0" fmla="*/ 48001 h 288000"/>
              <a:gd name="connsiteX1" fmla="*/ 48001 w 8820000"/>
              <a:gd name="connsiteY1" fmla="*/ 0 h 288000"/>
              <a:gd name="connsiteX2" fmla="*/ 8771999 w 8820000"/>
              <a:gd name="connsiteY2" fmla="*/ 0 h 288000"/>
              <a:gd name="connsiteX3" fmla="*/ 8820000 w 8820000"/>
              <a:gd name="connsiteY3" fmla="*/ 48001 h 288000"/>
              <a:gd name="connsiteX4" fmla="*/ 8820000 w 8820000"/>
              <a:gd name="connsiteY4" fmla="*/ 239999 h 288000"/>
              <a:gd name="connsiteX5" fmla="*/ 8771999 w 8820000"/>
              <a:gd name="connsiteY5" fmla="*/ 288000 h 288000"/>
              <a:gd name="connsiteX6" fmla="*/ 48001 w 8820000"/>
              <a:gd name="connsiteY6" fmla="*/ 288000 h 288000"/>
              <a:gd name="connsiteX7" fmla="*/ 0 w 8820000"/>
              <a:gd name="connsiteY7" fmla="*/ 239999 h 288000"/>
              <a:gd name="connsiteX8" fmla="*/ 0 w 8820000"/>
              <a:gd name="connsiteY8" fmla="*/ 48001 h 288000"/>
              <a:gd name="connsiteX0" fmla="*/ 0 w 8820000"/>
              <a:gd name="connsiteY0" fmla="*/ 48001 h 288000"/>
              <a:gd name="connsiteX1" fmla="*/ 48001 w 8820000"/>
              <a:gd name="connsiteY1" fmla="*/ 0 h 288000"/>
              <a:gd name="connsiteX2" fmla="*/ 8771999 w 8820000"/>
              <a:gd name="connsiteY2" fmla="*/ 0 h 288000"/>
              <a:gd name="connsiteX3" fmla="*/ 8820000 w 8820000"/>
              <a:gd name="connsiteY3" fmla="*/ 48001 h 288000"/>
              <a:gd name="connsiteX4" fmla="*/ 8820000 w 8820000"/>
              <a:gd name="connsiteY4" fmla="*/ 239999 h 288000"/>
              <a:gd name="connsiteX5" fmla="*/ 8771999 w 8820000"/>
              <a:gd name="connsiteY5" fmla="*/ 288000 h 288000"/>
              <a:gd name="connsiteX6" fmla="*/ 0 w 8820000"/>
              <a:gd name="connsiteY6" fmla="*/ 239999 h 288000"/>
              <a:gd name="connsiteX7" fmla="*/ 0 w 8820000"/>
              <a:gd name="connsiteY7" fmla="*/ 48001 h 288000"/>
              <a:gd name="connsiteX0" fmla="*/ 0 w 8820000"/>
              <a:gd name="connsiteY0" fmla="*/ 48001 h 239999"/>
              <a:gd name="connsiteX1" fmla="*/ 48001 w 8820000"/>
              <a:gd name="connsiteY1" fmla="*/ 0 h 239999"/>
              <a:gd name="connsiteX2" fmla="*/ 8771999 w 8820000"/>
              <a:gd name="connsiteY2" fmla="*/ 0 h 239999"/>
              <a:gd name="connsiteX3" fmla="*/ 8820000 w 8820000"/>
              <a:gd name="connsiteY3" fmla="*/ 48001 h 239999"/>
              <a:gd name="connsiteX4" fmla="*/ 8820000 w 8820000"/>
              <a:gd name="connsiteY4" fmla="*/ 239999 h 239999"/>
              <a:gd name="connsiteX5" fmla="*/ 0 w 8820000"/>
              <a:gd name="connsiteY5" fmla="*/ 239999 h 239999"/>
              <a:gd name="connsiteX6" fmla="*/ 0 w 8820000"/>
              <a:gd name="connsiteY6" fmla="*/ 48001 h 23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20000" h="239999">
                <a:moveTo>
                  <a:pt x="0" y="48001"/>
                </a:moveTo>
                <a:cubicBezTo>
                  <a:pt x="0" y="21491"/>
                  <a:pt x="21491" y="0"/>
                  <a:pt x="48001" y="0"/>
                </a:cubicBezTo>
                <a:lnTo>
                  <a:pt x="8771999" y="0"/>
                </a:lnTo>
                <a:cubicBezTo>
                  <a:pt x="8798509" y="0"/>
                  <a:pt x="8820000" y="21491"/>
                  <a:pt x="8820000" y="48001"/>
                </a:cubicBezTo>
                <a:lnTo>
                  <a:pt x="8820000" y="239999"/>
                </a:lnTo>
                <a:cubicBezTo>
                  <a:pt x="7350000" y="271999"/>
                  <a:pt x="1470000" y="271999"/>
                  <a:pt x="0" y="239999"/>
                </a:cubicBezTo>
                <a:lnTo>
                  <a:pt x="0" y="48001"/>
                </a:lnTo>
                <a:close/>
              </a:path>
            </a:pathLst>
          </a:custGeom>
          <a:solidFill>
            <a:srgbClr val="1346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 sz="1800">
              <a:solidFill>
                <a:prstClr val="white"/>
              </a:solidFill>
            </a:endParaRPr>
          </a:p>
        </p:txBody>
      </p:sp>
      <p:sp>
        <p:nvSpPr>
          <p:cNvPr id="3" name="Rectangle 23"/>
          <p:cNvSpPr>
            <a:spLocks/>
          </p:cNvSpPr>
          <p:nvPr userDrawn="1"/>
        </p:nvSpPr>
        <p:spPr bwMode="auto">
          <a:xfrm>
            <a:off x="9856726" y="6679456"/>
            <a:ext cx="1654299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1000">
                <a:solidFill>
                  <a:srgbClr val="FFFFFF"/>
                </a:solidFill>
                <a:cs typeface="Arial" pitchFamily="34" charset="0"/>
                <a:sym typeface="Arial" pitchFamily="34" charset="0"/>
              </a:rPr>
              <a:t>© Global Initiative for Asthma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t"/>
          <a:lstStyle>
            <a:lvl1pPr>
              <a:defRPr>
                <a:solidFill>
                  <a:prstClr val="black"/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1A37E6B0-E4AB-4A29-907C-733F352B41E3}" type="datetime1">
              <a:rPr lang="en-AU" altLang="en-US"/>
              <a:pPr>
                <a:defRPr/>
              </a:pPr>
              <a:t>2/07/2024</a:t>
            </a:fld>
            <a:endParaRPr lang="en-AU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t"/>
          <a:lstStyle>
            <a:lvl1pPr>
              <a:defRPr>
                <a:solidFill>
                  <a:srgbClr val="000000"/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8284DB76-542D-4A01-9F62-C09F11FC3F9C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55998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4"/>
          <p:cNvSpPr/>
          <p:nvPr userDrawn="1"/>
        </p:nvSpPr>
        <p:spPr>
          <a:xfrm>
            <a:off x="220133" y="6653213"/>
            <a:ext cx="11760200" cy="215900"/>
          </a:xfrm>
          <a:custGeom>
            <a:avLst/>
            <a:gdLst>
              <a:gd name="connsiteX0" fmla="*/ 0 w 8820000"/>
              <a:gd name="connsiteY0" fmla="*/ 48001 h 288000"/>
              <a:gd name="connsiteX1" fmla="*/ 48001 w 8820000"/>
              <a:gd name="connsiteY1" fmla="*/ 0 h 288000"/>
              <a:gd name="connsiteX2" fmla="*/ 8771999 w 8820000"/>
              <a:gd name="connsiteY2" fmla="*/ 0 h 288000"/>
              <a:gd name="connsiteX3" fmla="*/ 8820000 w 8820000"/>
              <a:gd name="connsiteY3" fmla="*/ 48001 h 288000"/>
              <a:gd name="connsiteX4" fmla="*/ 8820000 w 8820000"/>
              <a:gd name="connsiteY4" fmla="*/ 239999 h 288000"/>
              <a:gd name="connsiteX5" fmla="*/ 8771999 w 8820000"/>
              <a:gd name="connsiteY5" fmla="*/ 288000 h 288000"/>
              <a:gd name="connsiteX6" fmla="*/ 48001 w 8820000"/>
              <a:gd name="connsiteY6" fmla="*/ 288000 h 288000"/>
              <a:gd name="connsiteX7" fmla="*/ 0 w 8820000"/>
              <a:gd name="connsiteY7" fmla="*/ 239999 h 288000"/>
              <a:gd name="connsiteX8" fmla="*/ 0 w 8820000"/>
              <a:gd name="connsiteY8" fmla="*/ 48001 h 288000"/>
              <a:gd name="connsiteX0" fmla="*/ 0 w 8820000"/>
              <a:gd name="connsiteY0" fmla="*/ 48001 h 288000"/>
              <a:gd name="connsiteX1" fmla="*/ 48001 w 8820000"/>
              <a:gd name="connsiteY1" fmla="*/ 0 h 288000"/>
              <a:gd name="connsiteX2" fmla="*/ 8771999 w 8820000"/>
              <a:gd name="connsiteY2" fmla="*/ 0 h 288000"/>
              <a:gd name="connsiteX3" fmla="*/ 8820000 w 8820000"/>
              <a:gd name="connsiteY3" fmla="*/ 48001 h 288000"/>
              <a:gd name="connsiteX4" fmla="*/ 8820000 w 8820000"/>
              <a:gd name="connsiteY4" fmla="*/ 239999 h 288000"/>
              <a:gd name="connsiteX5" fmla="*/ 8771999 w 8820000"/>
              <a:gd name="connsiteY5" fmla="*/ 288000 h 288000"/>
              <a:gd name="connsiteX6" fmla="*/ 0 w 8820000"/>
              <a:gd name="connsiteY6" fmla="*/ 239999 h 288000"/>
              <a:gd name="connsiteX7" fmla="*/ 0 w 8820000"/>
              <a:gd name="connsiteY7" fmla="*/ 48001 h 288000"/>
              <a:gd name="connsiteX0" fmla="*/ 0 w 8820000"/>
              <a:gd name="connsiteY0" fmla="*/ 48001 h 239999"/>
              <a:gd name="connsiteX1" fmla="*/ 48001 w 8820000"/>
              <a:gd name="connsiteY1" fmla="*/ 0 h 239999"/>
              <a:gd name="connsiteX2" fmla="*/ 8771999 w 8820000"/>
              <a:gd name="connsiteY2" fmla="*/ 0 h 239999"/>
              <a:gd name="connsiteX3" fmla="*/ 8820000 w 8820000"/>
              <a:gd name="connsiteY3" fmla="*/ 48001 h 239999"/>
              <a:gd name="connsiteX4" fmla="*/ 8820000 w 8820000"/>
              <a:gd name="connsiteY4" fmla="*/ 239999 h 239999"/>
              <a:gd name="connsiteX5" fmla="*/ 0 w 8820000"/>
              <a:gd name="connsiteY5" fmla="*/ 239999 h 239999"/>
              <a:gd name="connsiteX6" fmla="*/ 0 w 8820000"/>
              <a:gd name="connsiteY6" fmla="*/ 48001 h 23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20000" h="239999">
                <a:moveTo>
                  <a:pt x="0" y="48001"/>
                </a:moveTo>
                <a:cubicBezTo>
                  <a:pt x="0" y="21491"/>
                  <a:pt x="21491" y="0"/>
                  <a:pt x="48001" y="0"/>
                </a:cubicBezTo>
                <a:lnTo>
                  <a:pt x="8771999" y="0"/>
                </a:lnTo>
                <a:cubicBezTo>
                  <a:pt x="8798509" y="0"/>
                  <a:pt x="8820000" y="21491"/>
                  <a:pt x="8820000" y="48001"/>
                </a:cubicBezTo>
                <a:lnTo>
                  <a:pt x="8820000" y="239999"/>
                </a:lnTo>
                <a:cubicBezTo>
                  <a:pt x="7350000" y="271999"/>
                  <a:pt x="1470000" y="271999"/>
                  <a:pt x="0" y="239999"/>
                </a:cubicBezTo>
                <a:lnTo>
                  <a:pt x="0" y="48001"/>
                </a:lnTo>
                <a:close/>
              </a:path>
            </a:pathLst>
          </a:custGeom>
          <a:solidFill>
            <a:srgbClr val="1346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 sz="1800"/>
          </a:p>
        </p:txBody>
      </p:sp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39700"/>
            <a:ext cx="11760200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3"/>
          <p:cNvSpPr>
            <a:spLocks/>
          </p:cNvSpPr>
          <p:nvPr userDrawn="1"/>
        </p:nvSpPr>
        <p:spPr bwMode="auto">
          <a:xfrm>
            <a:off x="9856726" y="6679456"/>
            <a:ext cx="165429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charset="0"/>
              </a:defRPr>
            </a:lvl1pPr>
            <a:lvl2pPr algn="l">
              <a:defRPr sz="1200">
                <a:solidFill>
                  <a:schemeClr val="tx1"/>
                </a:solidFill>
                <a:latin typeface="Gill Sans" charset="0"/>
              </a:defRPr>
            </a:lvl2pPr>
            <a:lvl3pPr algn="l">
              <a:defRPr sz="1200">
                <a:solidFill>
                  <a:schemeClr val="tx1"/>
                </a:solidFill>
                <a:latin typeface="Gill Sans" charset="0"/>
              </a:defRPr>
            </a:lvl3pPr>
            <a:lvl4pPr algn="l">
              <a:defRPr sz="1200">
                <a:solidFill>
                  <a:schemeClr val="tx1"/>
                </a:solidFill>
                <a:latin typeface="Gill Sans" charset="0"/>
              </a:defRPr>
            </a:lvl4pPr>
            <a:lvl5pPr algn="l">
              <a:defRPr sz="1200">
                <a:solidFill>
                  <a:schemeClr val="tx1"/>
                </a:solidFill>
                <a:latin typeface="Gill Sans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>
                <a:solidFill>
                  <a:srgbClr val="FFFFFF"/>
                </a:solidFill>
                <a:latin typeface="Arial" charset="0"/>
                <a:cs typeface="Arial" charset="0"/>
                <a:sym typeface="Arial" charset="0"/>
              </a:rPr>
              <a:t>© Global Initiative for Asthma</a:t>
            </a:r>
          </a:p>
        </p:txBody>
      </p:sp>
      <p:pic>
        <p:nvPicPr>
          <p:cNvPr id="6" name="Picture 1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5085" y="184151"/>
            <a:ext cx="1291167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9732" y="251382"/>
            <a:ext cx="10131377" cy="936000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 marL="185738" indent="0" algn="l">
              <a:tabLst/>
              <a:defRPr sz="2600">
                <a:solidFill>
                  <a:srgbClr val="1346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B53804-EED5-4ABA-A7B2-EF2D5F7C27F9}" type="datetimeFigureOut">
              <a:rPr lang="en-AU"/>
              <a:pPr>
                <a:defRPr/>
              </a:pPr>
              <a:t>2/07/2024</a:t>
            </a:fld>
            <a:endParaRPr lang="en-A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012099-625D-45F4-A79D-7876BB127BF1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31778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C6AAB0-51B1-64E0-0475-9039A90B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3D8B-4059-3009-3054-4A2DEC64A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41A94-140C-D251-8651-5786A1AC8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83DBA-A07F-4F80-B3A3-51FE5915D9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D3249-F921-C3F9-4146-DCE6F2C5DF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8A027-FACC-2290-CF7A-23FEAE5B0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D1949-36A1-474E-9471-5765364DA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B034B-46AC-048A-F4DD-316B283EA2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Common respiratory diseases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D0034-A5C9-F728-2815-7848EA5939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Hanan Yusuf</a:t>
            </a:r>
          </a:p>
        </p:txBody>
      </p:sp>
    </p:spTree>
    <p:extLst>
      <p:ext uri="{BB962C8B-B14F-4D97-AF65-F5344CB8AC3E}">
        <p14:creationId xmlns:p14="http://schemas.microsoft.com/office/powerpoint/2010/main" val="303361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A51D5-DE58-3BA5-A670-337005F3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0E27D9-FB0C-1382-B3CD-B2F1A8877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2351" y="760288"/>
            <a:ext cx="8969339" cy="5589141"/>
          </a:xfrm>
        </p:spPr>
      </p:pic>
    </p:spTree>
    <p:extLst>
      <p:ext uri="{BB962C8B-B14F-4D97-AF65-F5344CB8AC3E}">
        <p14:creationId xmlns:p14="http://schemas.microsoft.com/office/powerpoint/2010/main" val="4232296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3CF6-A267-9CFE-0798-3C823C824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features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B89D3F-7BF3-6DEE-13DE-6296C6C80A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0849"/>
            <a:ext cx="9503594" cy="5212422"/>
          </a:xfrm>
        </p:spPr>
      </p:pic>
    </p:spTree>
    <p:extLst>
      <p:ext uri="{BB962C8B-B14F-4D97-AF65-F5344CB8AC3E}">
        <p14:creationId xmlns:p14="http://schemas.microsoft.com/office/powerpoint/2010/main" val="1372082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2EF25-EAC3-2C6C-F394-B23B132B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223FE0-6103-9A66-8123-667F1F8C90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099335"/>
            <a:ext cx="9826374" cy="5393540"/>
          </a:xfrm>
        </p:spPr>
      </p:pic>
    </p:spTree>
    <p:extLst>
      <p:ext uri="{BB962C8B-B14F-4D97-AF65-F5344CB8AC3E}">
        <p14:creationId xmlns:p14="http://schemas.microsoft.com/office/powerpoint/2010/main" val="707017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D2A0-D5FB-58E4-774E-71243EB43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AC7BC-0C97-99B4-EDC3-3A1B750C0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/>
              <a:t>Other potential causes:</a:t>
            </a:r>
          </a:p>
          <a:p>
            <a:pPr marL="0" indent="0" algn="l">
              <a:buNone/>
            </a:pPr>
            <a:r>
              <a:rPr lang="en-US" sz="2400" b="0" i="0" u="none" strike="noStrike" baseline="0" dirty="0"/>
              <a:t> Bronchogenic carcinoma</a:t>
            </a:r>
          </a:p>
          <a:p>
            <a:pPr marL="0" indent="0" algn="l">
              <a:buNone/>
            </a:pPr>
            <a:r>
              <a:rPr lang="en-US" sz="2400" b="0" i="0" u="none" strike="noStrike" baseline="0" dirty="0"/>
              <a:t> Metastatic carcinoma</a:t>
            </a:r>
          </a:p>
          <a:p>
            <a:pPr marL="0" indent="0" algn="l">
              <a:buNone/>
            </a:pPr>
            <a:r>
              <a:rPr lang="en-US" sz="2400" b="0" i="0" u="none" strike="noStrike" baseline="0" dirty="0"/>
              <a:t> Mediastinal tumors</a:t>
            </a:r>
          </a:p>
          <a:p>
            <a:pPr marL="0" indent="0" algn="l">
              <a:buNone/>
            </a:pPr>
            <a:r>
              <a:rPr lang="en-US" sz="2400" b="0" i="0" u="none" strike="noStrike" baseline="0" dirty="0"/>
              <a:t> Sarcoidosis</a:t>
            </a:r>
          </a:p>
          <a:p>
            <a:pPr marL="0" indent="0" algn="l">
              <a:buNone/>
            </a:pPr>
            <a:r>
              <a:rPr lang="en-US" sz="2400" b="0" i="0" u="none" strike="noStrike" baseline="0" dirty="0"/>
              <a:t> Chronic aspiration</a:t>
            </a:r>
          </a:p>
          <a:p>
            <a:pPr marL="0" indent="0" algn="l">
              <a:buNone/>
            </a:pPr>
            <a:r>
              <a:rPr lang="en-US" sz="2400" b="0" i="0" u="none" strike="noStrike" baseline="0" dirty="0"/>
              <a:t> Interstitial lung disease</a:t>
            </a:r>
          </a:p>
          <a:p>
            <a:pPr marL="0" indent="0" algn="l">
              <a:buNone/>
            </a:pPr>
            <a:r>
              <a:rPr lang="en-US" sz="2400" b="0" i="0" u="none" strike="noStrike" baseline="0" dirty="0"/>
              <a:t> Left ventricular failure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23123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EF073-912D-494E-075E-FF577473C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Pneumonia – Typical organisms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2AEF18-68FC-003C-9B7E-59C4FCD4D3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4842" y="1602769"/>
            <a:ext cx="7964223" cy="4890106"/>
          </a:xfrm>
        </p:spPr>
      </p:pic>
    </p:spTree>
    <p:extLst>
      <p:ext uri="{BB962C8B-B14F-4D97-AF65-F5344CB8AC3E}">
        <p14:creationId xmlns:p14="http://schemas.microsoft.com/office/powerpoint/2010/main" val="4217614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7BEDD-2A84-3FC7-A7B1-45F512652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Atypical organisms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BA7917-B822-8403-75F5-86FDC2BE2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9368" y="1825625"/>
            <a:ext cx="5473264" cy="4351338"/>
          </a:xfrm>
        </p:spPr>
      </p:pic>
    </p:spTree>
    <p:extLst>
      <p:ext uri="{BB962C8B-B14F-4D97-AF65-F5344CB8AC3E}">
        <p14:creationId xmlns:p14="http://schemas.microsoft.com/office/powerpoint/2010/main" val="1679752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07099-7989-C51B-496A-E07404E6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BB8C5-B7F5-53AF-0A6F-2DA3F78F7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CLINICAL FEATURES—Cough with or without sputum, dyspnea, fever or hypothermia, chest pain, chills. Extrapulmonary symptoms: headache, myalgia, and GI symptoms.</a:t>
            </a:r>
          </a:p>
          <a:p>
            <a:r>
              <a:rPr lang="en-US" dirty="0"/>
              <a:t>PHYSICAL EXAM—Tachypnea, rales, egophony, increased fremitus, and dullness to percussion.</a:t>
            </a:r>
          </a:p>
          <a:p>
            <a:r>
              <a:rPr lang="en-US" dirty="0"/>
              <a:t>Pneumonia within 48 hours of hospital admission is considered CAP.</a:t>
            </a:r>
          </a:p>
          <a:p>
            <a:r>
              <a:rPr lang="en-US" dirty="0"/>
              <a:t>IMAGING—CXR showing air space consolidation with air bronchograms strongly suggests bacterial pneumonia. Interstitial infiltrates are not seen with usual bacterial pneumonias. </a:t>
            </a:r>
          </a:p>
          <a:p>
            <a:r>
              <a:rPr lang="en-US" dirty="0"/>
              <a:t>LABORATORY TESTS</a:t>
            </a:r>
          </a:p>
          <a:p>
            <a:pPr marL="0" indent="0">
              <a:buNone/>
            </a:pPr>
            <a:r>
              <a:rPr lang="en-US" dirty="0"/>
              <a:t>      Leukocytosis with a left shift; white blood cell count can be depressed in severe   shock or normal in the elderly. Leukopenia portends a poor prognosis. Sputum cultures optional for outpatients with CAP since they do very well with empiric treatment.</a:t>
            </a:r>
          </a:p>
        </p:txBody>
      </p:sp>
    </p:spTree>
    <p:extLst>
      <p:ext uri="{BB962C8B-B14F-4D97-AF65-F5344CB8AC3E}">
        <p14:creationId xmlns:p14="http://schemas.microsoft.com/office/powerpoint/2010/main" val="2271647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1FFEB-2F39-544C-D60A-43E3E0933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Spirometry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28066A-DD7B-63E4-14FD-0908BE917A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0433" y="2026342"/>
            <a:ext cx="5531134" cy="3949903"/>
          </a:xfrm>
        </p:spPr>
      </p:pic>
    </p:spTree>
    <p:extLst>
      <p:ext uri="{BB962C8B-B14F-4D97-AF65-F5344CB8AC3E}">
        <p14:creationId xmlns:p14="http://schemas.microsoft.com/office/powerpoint/2010/main" val="3202358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E5D0-45CD-C3B0-BCCB-6174F1077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Lung Diseases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B52AD-E80F-639A-6B05-F31275DDC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Obstructive pattern</a:t>
            </a:r>
          </a:p>
          <a:p>
            <a:r>
              <a:rPr lang="en-US" dirty="0"/>
              <a:t>Asthma</a:t>
            </a:r>
          </a:p>
          <a:p>
            <a:r>
              <a:rPr lang="en-US" dirty="0"/>
              <a:t>COPD</a:t>
            </a:r>
          </a:p>
          <a:p>
            <a:r>
              <a:rPr lang="en-US" dirty="0"/>
              <a:t>Bronchiectasis</a:t>
            </a:r>
          </a:p>
          <a:p>
            <a:pPr marL="0" indent="0">
              <a:buNone/>
            </a:pPr>
            <a:r>
              <a:rPr lang="en-US" dirty="0"/>
              <a:t>Restrictive pattern</a:t>
            </a:r>
          </a:p>
          <a:p>
            <a:r>
              <a:rPr lang="en-US" dirty="0"/>
              <a:t>Diffuse Lung diseases including interstitial lung diseases</a:t>
            </a:r>
          </a:p>
          <a:p>
            <a:r>
              <a:rPr lang="en-US" dirty="0"/>
              <a:t>Chest wall abnormalities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323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A5985-74B4-26E6-998A-277F4D7C0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causes of Obstructive pattern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3D7B9F-8629-1248-4A33-083D3062D7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8974" y="2026342"/>
            <a:ext cx="5874052" cy="3949903"/>
          </a:xfrm>
        </p:spPr>
      </p:pic>
    </p:spTree>
    <p:extLst>
      <p:ext uri="{BB962C8B-B14F-4D97-AF65-F5344CB8AC3E}">
        <p14:creationId xmlns:p14="http://schemas.microsoft.com/office/powerpoint/2010/main" val="2369616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Definition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dirty="0"/>
              <a:t>Asthma is a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heterogeneous</a:t>
            </a:r>
            <a:r>
              <a:rPr lang="en-US" dirty="0"/>
              <a:t> disease, usually characterized by chronic airway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inflammation.</a:t>
            </a:r>
            <a:r>
              <a:rPr lang="en-US" dirty="0"/>
              <a:t> </a:t>
            </a:r>
          </a:p>
          <a:p>
            <a:pPr marL="0" indent="0">
              <a:buNone/>
              <a:defRPr/>
            </a:pPr>
            <a:r>
              <a:rPr lang="en-US" dirty="0"/>
              <a:t>It is defined by the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history</a:t>
            </a:r>
            <a:r>
              <a:rPr lang="en-US" dirty="0"/>
              <a:t> of respiratory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symptoms</a:t>
            </a:r>
            <a:r>
              <a:rPr lang="en-US" dirty="0"/>
              <a:t> such as wheeze, shortness of breath, chest tightness and cough that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vary over time</a:t>
            </a:r>
            <a:r>
              <a:rPr lang="en-US" dirty="0"/>
              <a:t> and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 intensity</a:t>
            </a:r>
            <a:r>
              <a:rPr lang="en-US" dirty="0"/>
              <a:t>, </a:t>
            </a:r>
            <a:r>
              <a:rPr lang="en-US" u="sng" dirty="0"/>
              <a:t>together</a:t>
            </a:r>
            <a:r>
              <a:rPr lang="en-US" dirty="0"/>
              <a:t> with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variable expiratory airflow limitation</a:t>
            </a:r>
            <a:r>
              <a:rPr lang="en-US" dirty="0"/>
              <a:t>.</a:t>
            </a:r>
            <a:endParaRPr lang="en-AU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143000"/>
            <a:ext cx="7620000" cy="550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533400"/>
            <a:ext cx="7531100" cy="4572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Pathophysiology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D63A-E206-5DBA-58A5-FF65C74E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Asthma – Environmental risks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960B8C-13EC-7A77-596B-159153E4A7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6045" y="1253448"/>
            <a:ext cx="7939781" cy="5404206"/>
          </a:xfrm>
        </p:spPr>
      </p:pic>
    </p:spTree>
    <p:extLst>
      <p:ext uri="{BB962C8B-B14F-4D97-AF65-F5344CB8AC3E}">
        <p14:creationId xmlns:p14="http://schemas.microsoft.com/office/powerpoint/2010/main" val="2068036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Symptoms favoring asthma – Varying</a:t>
            </a:r>
          </a:p>
          <a:p>
            <a:pPr marL="0" indent="0">
              <a:buNone/>
              <a:defRPr/>
            </a:pPr>
            <a:r>
              <a:rPr lang="en-US" sz="4800" dirty="0"/>
              <a:t>                     +</a:t>
            </a:r>
          </a:p>
          <a:p>
            <a:pPr>
              <a:defRPr/>
            </a:pPr>
            <a:r>
              <a:rPr lang="en-US" dirty="0"/>
              <a:t>Evidence of variable airflow limitation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3277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0" y="2209800"/>
            <a:ext cx="7543800" cy="3200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3379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0" y="304800"/>
            <a:ext cx="7696200" cy="6172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9220200" y="0"/>
            <a:ext cx="1447800" cy="127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0963" name="Picture 31" descr="box 1-level 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0" y="92076"/>
            <a:ext cx="7075488" cy="661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Rectangle 7"/>
          <p:cNvSpPr>
            <a:spLocks/>
          </p:cNvSpPr>
          <p:nvPr/>
        </p:nvSpPr>
        <p:spPr bwMode="auto">
          <a:xfrm>
            <a:off x="3975100" y="188913"/>
            <a:ext cx="25527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>
              <a:spcBef>
                <a:spcPts val="425"/>
              </a:spcBef>
            </a:pPr>
            <a:r>
              <a:rPr lang="en-US" altLang="en-US" sz="1000" b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" pitchFamily="34" charset="0"/>
              </a:rPr>
              <a:t>Patient with </a:t>
            </a:r>
            <a:br>
              <a:rPr lang="en-US" altLang="en-US" sz="1000" b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" pitchFamily="34" charset="0"/>
              </a:rPr>
            </a:br>
            <a:r>
              <a:rPr lang="en-US" altLang="en-US" sz="1000" b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" pitchFamily="34" charset="0"/>
              </a:rPr>
              <a:t>respiratory symptoms</a:t>
            </a:r>
            <a:endParaRPr lang="en-US" altLang="en-US" sz="1000" b="1">
              <a:solidFill>
                <a:srgbClr val="FFFFFF"/>
              </a:solidFill>
              <a:latin typeface="Arial" pitchFamily="34" charset="0"/>
              <a:ea typeface="ＭＳ Ｐゴシック" pitchFamily="34" charset="-128"/>
            </a:endParaRPr>
          </a:p>
          <a:p>
            <a:pPr algn="ctr">
              <a:spcBef>
                <a:spcPts val="425"/>
              </a:spcBef>
            </a:pPr>
            <a:r>
              <a:rPr lang="en-US" altLang="en-US" sz="1000" b="1" i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 Italic" pitchFamily="34" charset="0"/>
              </a:rPr>
              <a:t>Are the symptoms typical of asthma?</a:t>
            </a:r>
          </a:p>
        </p:txBody>
      </p:sp>
      <p:sp>
        <p:nvSpPr>
          <p:cNvPr id="40965" name="Rectangle 8"/>
          <p:cNvSpPr>
            <a:spLocks/>
          </p:cNvSpPr>
          <p:nvPr/>
        </p:nvSpPr>
        <p:spPr bwMode="auto">
          <a:xfrm>
            <a:off x="4311651" y="1566863"/>
            <a:ext cx="18399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425"/>
              </a:spcBef>
            </a:pPr>
            <a:r>
              <a:rPr lang="en-US" altLang="en-US" sz="1000" b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" pitchFamily="34" charset="0"/>
              </a:rPr>
              <a:t>Detailed history/examination </a:t>
            </a:r>
            <a:br>
              <a:rPr lang="en-US" altLang="en-US" sz="1000" b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" pitchFamily="34" charset="0"/>
              </a:rPr>
            </a:br>
            <a:r>
              <a:rPr lang="en-US" altLang="en-US" sz="1000" b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" pitchFamily="34" charset="0"/>
              </a:rPr>
              <a:t>for asthma</a:t>
            </a:r>
            <a:endParaRPr lang="en-US" altLang="en-US" sz="1000" b="1">
              <a:solidFill>
                <a:srgbClr val="FFFFFF"/>
              </a:solidFill>
              <a:latin typeface="Arial" pitchFamily="34" charset="0"/>
              <a:ea typeface="ＭＳ Ｐゴシック" pitchFamily="34" charset="-128"/>
            </a:endParaRPr>
          </a:p>
          <a:p>
            <a:pPr algn="ctr">
              <a:spcBef>
                <a:spcPts val="425"/>
              </a:spcBef>
            </a:pPr>
            <a:r>
              <a:rPr lang="en-US" altLang="en-US" sz="1000" b="1" i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 Italic" pitchFamily="34" charset="0"/>
              </a:rPr>
              <a:t>History/</a:t>
            </a:r>
            <a:r>
              <a:rPr lang="en-US" altLang="en-US" sz="1000" b="1" i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" pitchFamily="34" charset="0"/>
              </a:rPr>
              <a:t>examination</a:t>
            </a:r>
            <a:r>
              <a:rPr lang="en-US" altLang="en-US" sz="1000" b="1" i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Italic" pitchFamily="34" charset="0"/>
              </a:rPr>
              <a:t> </a:t>
            </a:r>
            <a:r>
              <a:rPr lang="en-US" altLang="en-US" sz="1000" b="1" i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 Italic" pitchFamily="34" charset="0"/>
              </a:rPr>
              <a:t>supports </a:t>
            </a:r>
            <a:br>
              <a:rPr lang="en-US" altLang="en-US" sz="1000" b="1" i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 Italic" pitchFamily="34" charset="0"/>
              </a:rPr>
            </a:br>
            <a:r>
              <a:rPr lang="en-US" altLang="en-US" sz="1000" b="1" i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 Italic" pitchFamily="34" charset="0"/>
              </a:rPr>
              <a:t>asthma diagnosis?</a:t>
            </a:r>
          </a:p>
        </p:txBody>
      </p:sp>
      <p:sp>
        <p:nvSpPr>
          <p:cNvPr id="40966" name="Rectangle 9"/>
          <p:cNvSpPr>
            <a:spLocks/>
          </p:cNvSpPr>
          <p:nvPr/>
        </p:nvSpPr>
        <p:spPr bwMode="auto">
          <a:xfrm>
            <a:off x="3987800" y="3068639"/>
            <a:ext cx="2540000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425"/>
              </a:spcBef>
            </a:pPr>
            <a:r>
              <a:rPr lang="en-US" altLang="en-US" sz="1000" b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" pitchFamily="34" charset="0"/>
              </a:rPr>
              <a:t>Perform spirometry/PEF </a:t>
            </a:r>
            <a:br>
              <a:rPr lang="en-US" altLang="en-US" sz="1000" b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" pitchFamily="34" charset="0"/>
              </a:rPr>
            </a:br>
            <a:r>
              <a:rPr lang="en-US" altLang="en-US" sz="1000" b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" pitchFamily="34" charset="0"/>
              </a:rPr>
              <a:t>with reversibility test</a:t>
            </a:r>
            <a:endParaRPr lang="en-US" altLang="en-US" sz="1000" b="1">
              <a:solidFill>
                <a:srgbClr val="FFFFFF"/>
              </a:solidFill>
              <a:latin typeface="Arial" pitchFamily="34" charset="0"/>
              <a:ea typeface="ＭＳ Ｐゴシック" pitchFamily="34" charset="-128"/>
            </a:endParaRPr>
          </a:p>
          <a:p>
            <a:pPr algn="ctr">
              <a:spcBef>
                <a:spcPts val="425"/>
              </a:spcBef>
            </a:pPr>
            <a:r>
              <a:rPr lang="en-US" altLang="en-US" sz="1000" b="1" i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 Italic" pitchFamily="34" charset="0"/>
              </a:rPr>
              <a:t>Results support asthma diagnosis?</a:t>
            </a:r>
          </a:p>
        </p:txBody>
      </p:sp>
      <p:sp>
        <p:nvSpPr>
          <p:cNvPr id="40967" name="Rectangle 10"/>
          <p:cNvSpPr>
            <a:spLocks/>
          </p:cNvSpPr>
          <p:nvPr/>
        </p:nvSpPr>
        <p:spPr bwMode="auto">
          <a:xfrm>
            <a:off x="2733675" y="4852989"/>
            <a:ext cx="1873250" cy="87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425"/>
              </a:spcBef>
            </a:pPr>
            <a: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  <a:t>Empiric treatment with </a:t>
            </a:r>
            <a:b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</a:br>
            <a: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  <a:t>ICS and prn SABA</a:t>
            </a:r>
          </a:p>
          <a:p>
            <a:pPr algn="ctr">
              <a:spcBef>
                <a:spcPts val="425"/>
              </a:spcBef>
            </a:pPr>
            <a: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  <a:t>Review response</a:t>
            </a:r>
          </a:p>
          <a:p>
            <a:pPr algn="ctr">
              <a:spcBef>
                <a:spcPts val="425"/>
              </a:spcBef>
            </a:pPr>
            <a: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  <a:t>Diagnostic testing </a:t>
            </a:r>
            <a:b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</a:br>
            <a: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  <a:t>within 1-3 months</a:t>
            </a:r>
          </a:p>
        </p:txBody>
      </p:sp>
      <p:sp>
        <p:nvSpPr>
          <p:cNvPr id="40968" name="Rectangle 11"/>
          <p:cNvSpPr>
            <a:spLocks/>
          </p:cNvSpPr>
          <p:nvPr/>
        </p:nvSpPr>
        <p:spPr bwMode="auto">
          <a:xfrm>
            <a:off x="5991226" y="3873500"/>
            <a:ext cx="1947863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>
              <a:spcBef>
                <a:spcPts val="425"/>
              </a:spcBef>
            </a:pPr>
            <a: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  <a:t>Repeat on another </a:t>
            </a:r>
            <a:b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</a:br>
            <a: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  <a:t>occasion or arrange </a:t>
            </a:r>
            <a:b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</a:br>
            <a: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  <a:t>other tests</a:t>
            </a:r>
          </a:p>
          <a:p>
            <a:pPr algn="ctr">
              <a:spcBef>
                <a:spcPts val="425"/>
              </a:spcBef>
            </a:pPr>
            <a: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  <a:t>Confirms asthma diagnosis?</a:t>
            </a:r>
          </a:p>
        </p:txBody>
      </p:sp>
      <p:sp>
        <p:nvSpPr>
          <p:cNvPr id="40969" name="Rectangle 12"/>
          <p:cNvSpPr>
            <a:spLocks/>
          </p:cNvSpPr>
          <p:nvPr/>
        </p:nvSpPr>
        <p:spPr bwMode="auto">
          <a:xfrm>
            <a:off x="6059488" y="5267325"/>
            <a:ext cx="19939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 eaLnBrk="1" hangingPunct="1"/>
            <a: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  <a:t>Consider trial of treatment for </a:t>
            </a:r>
            <a:b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</a:br>
            <a: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  <a:t>most likely diagnosis, or refer </a:t>
            </a:r>
            <a:b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</a:br>
            <a: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  <a:t>for further investigations</a:t>
            </a:r>
          </a:p>
        </p:txBody>
      </p:sp>
      <p:sp>
        <p:nvSpPr>
          <p:cNvPr id="40970" name="Rectangle 13"/>
          <p:cNvSpPr>
            <a:spLocks/>
          </p:cNvSpPr>
          <p:nvPr/>
        </p:nvSpPr>
        <p:spPr bwMode="auto">
          <a:xfrm>
            <a:off x="7319964" y="2117725"/>
            <a:ext cx="2306637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>
              <a:spcBef>
                <a:spcPts val="425"/>
              </a:spcBef>
            </a:pPr>
            <a: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  <a:t>Further history and tests for </a:t>
            </a:r>
            <a:b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</a:br>
            <a: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  <a:t>alternative diagnoses</a:t>
            </a:r>
          </a:p>
          <a:p>
            <a:pPr algn="ctr">
              <a:spcBef>
                <a:spcPts val="425"/>
              </a:spcBef>
            </a:pPr>
            <a:r>
              <a:rPr lang="en-US" altLang="en-US" sz="1000" i="1">
                <a:solidFill>
                  <a:srgbClr val="134679"/>
                </a:solidFill>
                <a:latin typeface="Arial Italic" pitchFamily="34" charset="0"/>
                <a:ea typeface="ＭＳ Ｐゴシック" pitchFamily="34" charset="-128"/>
                <a:sym typeface="Arial Italic" pitchFamily="34" charset="0"/>
              </a:rPr>
              <a:t>Alternative diagnosis confirmed?</a:t>
            </a:r>
          </a:p>
        </p:txBody>
      </p:sp>
      <p:sp>
        <p:nvSpPr>
          <p:cNvPr id="40971" name="Rectangle 14"/>
          <p:cNvSpPr>
            <a:spLocks/>
          </p:cNvSpPr>
          <p:nvPr/>
        </p:nvSpPr>
        <p:spPr bwMode="auto">
          <a:xfrm>
            <a:off x="7324725" y="6242051"/>
            <a:ext cx="2273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 eaLnBrk="1" hangingPunct="1">
              <a:lnSpc>
                <a:spcPct val="120000"/>
              </a:lnSpc>
            </a:pPr>
            <a:r>
              <a:rPr lang="en-US" altLang="en-US" sz="1000" b="1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  <a:sym typeface="Arial Bold" pitchFamily="34" charset="0"/>
              </a:rPr>
              <a:t>Treat for alternative diagnosis</a:t>
            </a:r>
          </a:p>
        </p:txBody>
      </p:sp>
      <p:sp>
        <p:nvSpPr>
          <p:cNvPr id="40972" name="Rectangle 15"/>
          <p:cNvSpPr>
            <a:spLocks/>
          </p:cNvSpPr>
          <p:nvPr/>
        </p:nvSpPr>
        <p:spPr bwMode="auto">
          <a:xfrm>
            <a:off x="3937000" y="6249989"/>
            <a:ext cx="25400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 eaLnBrk="1" hangingPunct="1">
              <a:lnSpc>
                <a:spcPct val="120000"/>
              </a:lnSpc>
            </a:pPr>
            <a:r>
              <a:rPr lang="en-US" altLang="en-US" sz="1000" b="1">
                <a:solidFill>
                  <a:srgbClr val="FFFFFF"/>
                </a:solidFill>
                <a:latin typeface="Arial" pitchFamily="34" charset="0"/>
                <a:ea typeface="ＭＳ Ｐゴシック" pitchFamily="34" charset="-128"/>
                <a:sym typeface="Arial Bold" pitchFamily="34" charset="0"/>
              </a:rPr>
              <a:t>Treat for ASTHMA</a:t>
            </a:r>
          </a:p>
        </p:txBody>
      </p:sp>
      <p:sp>
        <p:nvSpPr>
          <p:cNvPr id="40973" name="Rectangle 17"/>
          <p:cNvSpPr>
            <a:spLocks/>
          </p:cNvSpPr>
          <p:nvPr/>
        </p:nvSpPr>
        <p:spPr bwMode="auto">
          <a:xfrm>
            <a:off x="3525839" y="2492375"/>
            <a:ext cx="1457325" cy="3889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eaLnBrk="1" hangingPunct="1"/>
            <a:r>
              <a:rPr lang="en-US" altLang="en-US" sz="1000">
                <a:solidFill>
                  <a:srgbClr val="134679"/>
                </a:solidFill>
                <a:latin typeface="Arial" pitchFamily="34" charset="0"/>
                <a:ea typeface="ＭＳ Ｐゴシック" pitchFamily="34" charset="-128"/>
              </a:rPr>
              <a:t>Clinical urgency, and other diagnoses unlikely</a:t>
            </a:r>
          </a:p>
        </p:txBody>
      </p:sp>
      <p:sp>
        <p:nvSpPr>
          <p:cNvPr id="40974" name="Rectangle 18"/>
          <p:cNvSpPr>
            <a:spLocks/>
          </p:cNvSpPr>
          <p:nvPr/>
        </p:nvSpPr>
        <p:spPr bwMode="auto">
          <a:xfrm>
            <a:off x="4584700" y="1193800"/>
            <a:ext cx="1270000" cy="127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>
                <a:alpha val="0"/>
              </a:schemeClr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1" hangingPunct="1"/>
            <a:endParaRPr lang="en-US" altLang="en-US">
              <a:solidFill>
                <a:srgbClr val="000000"/>
              </a:solidFill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40975" name="Rectangle 19"/>
          <p:cNvSpPr>
            <a:spLocks/>
          </p:cNvSpPr>
          <p:nvPr/>
        </p:nvSpPr>
        <p:spPr bwMode="auto">
          <a:xfrm>
            <a:off x="5010150" y="1176338"/>
            <a:ext cx="431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eaLnBrk="1" hangingPunct="1">
              <a:lnSpc>
                <a:spcPct val="120000"/>
              </a:lnSpc>
            </a:pPr>
            <a:r>
              <a:rPr lang="en-US" altLang="en-US" sz="800" b="1">
                <a:solidFill>
                  <a:srgbClr val="134679"/>
                </a:solidFill>
                <a:latin typeface="Arial Bold" pitchFamily="34" charset="0"/>
                <a:ea typeface="ＭＳ Ｐゴシック" pitchFamily="34" charset="-128"/>
                <a:sym typeface="Arial Bold" pitchFamily="34" charset="0"/>
              </a:rPr>
              <a:t>YES</a:t>
            </a:r>
          </a:p>
        </p:txBody>
      </p:sp>
      <p:sp>
        <p:nvSpPr>
          <p:cNvPr id="40976" name="Rectangle 20"/>
          <p:cNvSpPr>
            <a:spLocks/>
          </p:cNvSpPr>
          <p:nvPr/>
        </p:nvSpPr>
        <p:spPr bwMode="auto">
          <a:xfrm>
            <a:off x="5029201" y="2582863"/>
            <a:ext cx="385763" cy="15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eaLnBrk="1" hangingPunct="1"/>
            <a:r>
              <a:rPr lang="en-US" altLang="en-US" sz="800" b="1">
                <a:solidFill>
                  <a:srgbClr val="134679"/>
                </a:solidFill>
                <a:latin typeface="Arial Bold" pitchFamily="34" charset="0"/>
                <a:ea typeface="ＭＳ Ｐゴシック" pitchFamily="34" charset="-128"/>
                <a:sym typeface="Arial Bold" pitchFamily="34" charset="0"/>
              </a:rPr>
              <a:t>YES</a:t>
            </a:r>
          </a:p>
        </p:txBody>
      </p:sp>
      <p:sp>
        <p:nvSpPr>
          <p:cNvPr id="40977" name="Rectangle 21"/>
          <p:cNvSpPr>
            <a:spLocks/>
          </p:cNvSpPr>
          <p:nvPr/>
        </p:nvSpPr>
        <p:spPr bwMode="auto">
          <a:xfrm>
            <a:off x="5000625" y="4892675"/>
            <a:ext cx="4572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eaLnBrk="1" hangingPunct="1">
              <a:lnSpc>
                <a:spcPct val="90000"/>
              </a:lnSpc>
            </a:pPr>
            <a:r>
              <a:rPr lang="en-US" altLang="en-US" sz="800" b="1">
                <a:solidFill>
                  <a:srgbClr val="134679"/>
                </a:solidFill>
                <a:latin typeface="Arial Bold" pitchFamily="34" charset="0"/>
                <a:ea typeface="ＭＳ Ｐゴシック" pitchFamily="34" charset="-128"/>
                <a:sym typeface="Arial Bold" pitchFamily="34" charset="0"/>
              </a:rPr>
              <a:t>YES</a:t>
            </a:r>
          </a:p>
        </p:txBody>
      </p:sp>
      <p:sp>
        <p:nvSpPr>
          <p:cNvPr id="40978" name="Rectangle 22"/>
          <p:cNvSpPr>
            <a:spLocks/>
          </p:cNvSpPr>
          <p:nvPr/>
        </p:nvSpPr>
        <p:spPr bwMode="auto">
          <a:xfrm>
            <a:off x="6838950" y="4810125"/>
            <a:ext cx="431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eaLnBrk="1" hangingPunct="1">
              <a:lnSpc>
                <a:spcPct val="150000"/>
              </a:lnSpc>
            </a:pPr>
            <a:r>
              <a:rPr lang="en-US" altLang="en-US" sz="800" b="1">
                <a:solidFill>
                  <a:srgbClr val="134679"/>
                </a:solidFill>
                <a:latin typeface="Arial Bold" pitchFamily="34" charset="0"/>
                <a:ea typeface="ＭＳ Ｐゴシック" pitchFamily="34" charset="-128"/>
                <a:sym typeface="Arial Bold" pitchFamily="34" charset="0"/>
              </a:rPr>
              <a:t>NO</a:t>
            </a:r>
          </a:p>
        </p:txBody>
      </p:sp>
      <p:sp>
        <p:nvSpPr>
          <p:cNvPr id="40979" name="Rectangle 23"/>
          <p:cNvSpPr>
            <a:spLocks/>
          </p:cNvSpPr>
          <p:nvPr/>
        </p:nvSpPr>
        <p:spPr bwMode="auto">
          <a:xfrm>
            <a:off x="6584950" y="1065214"/>
            <a:ext cx="15240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1" hangingPunct="1"/>
            <a:r>
              <a:rPr lang="en-US" altLang="en-US" sz="800" b="1">
                <a:solidFill>
                  <a:srgbClr val="FF8721"/>
                </a:solidFill>
                <a:latin typeface="Arial Bold" pitchFamily="34" charset="0"/>
                <a:ea typeface="ＭＳ Ｐゴシック" pitchFamily="34" charset="-128"/>
                <a:sym typeface="Arial Bold" pitchFamily="34" charset="0"/>
              </a:rPr>
              <a:t>NO</a:t>
            </a:r>
          </a:p>
        </p:txBody>
      </p:sp>
      <p:sp>
        <p:nvSpPr>
          <p:cNvPr id="40980" name="Rectangle 24"/>
          <p:cNvSpPr>
            <a:spLocks/>
          </p:cNvSpPr>
          <p:nvPr/>
        </p:nvSpPr>
        <p:spPr bwMode="auto">
          <a:xfrm>
            <a:off x="6502401" y="2405064"/>
            <a:ext cx="36036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en-US" altLang="en-US" sz="800" b="1">
                <a:solidFill>
                  <a:srgbClr val="FF8721"/>
                </a:solidFill>
                <a:latin typeface="Arial Bold" pitchFamily="34" charset="0"/>
                <a:ea typeface="ＭＳ Ｐゴシック" pitchFamily="34" charset="-128"/>
                <a:sym typeface="Arial Bold" pitchFamily="34" charset="0"/>
              </a:rPr>
              <a:t>NO</a:t>
            </a:r>
          </a:p>
        </p:txBody>
      </p:sp>
      <p:sp>
        <p:nvSpPr>
          <p:cNvPr id="40981" name="Rectangle 25"/>
          <p:cNvSpPr>
            <a:spLocks/>
          </p:cNvSpPr>
          <p:nvPr/>
        </p:nvSpPr>
        <p:spPr bwMode="auto">
          <a:xfrm>
            <a:off x="5486400" y="4035426"/>
            <a:ext cx="21590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en-US" altLang="en-US" sz="800" b="1">
                <a:solidFill>
                  <a:srgbClr val="FF8721"/>
                </a:solidFill>
                <a:latin typeface="Arial Bold" pitchFamily="34" charset="0"/>
                <a:ea typeface="ＭＳ Ｐゴシック" pitchFamily="34" charset="-128"/>
                <a:sym typeface="Arial Bold" pitchFamily="34" charset="0"/>
              </a:rPr>
              <a:t>NO</a:t>
            </a:r>
          </a:p>
        </p:txBody>
      </p:sp>
      <p:sp>
        <p:nvSpPr>
          <p:cNvPr id="40982" name="Rectangle 26"/>
          <p:cNvSpPr>
            <a:spLocks/>
          </p:cNvSpPr>
          <p:nvPr/>
        </p:nvSpPr>
        <p:spPr bwMode="auto">
          <a:xfrm>
            <a:off x="5492751" y="4243389"/>
            <a:ext cx="20796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1" hangingPunct="1"/>
            <a:r>
              <a:rPr lang="en-US" altLang="en-US" sz="800" b="1">
                <a:solidFill>
                  <a:srgbClr val="FF8721"/>
                </a:solidFill>
                <a:latin typeface="Arial Bold" pitchFamily="34" charset="0"/>
                <a:ea typeface="ＭＳ Ｐゴシック" pitchFamily="34" charset="-128"/>
                <a:sym typeface="Arial Bold" pitchFamily="34" charset="0"/>
              </a:rPr>
              <a:t>YES</a:t>
            </a:r>
          </a:p>
        </p:txBody>
      </p:sp>
      <p:sp>
        <p:nvSpPr>
          <p:cNvPr id="40983" name="Rectangle 27"/>
          <p:cNvSpPr>
            <a:spLocks/>
          </p:cNvSpPr>
          <p:nvPr/>
        </p:nvSpPr>
        <p:spPr bwMode="auto">
          <a:xfrm>
            <a:off x="8350250" y="4892675"/>
            <a:ext cx="217488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en-US" altLang="en-US" sz="800" b="1">
                <a:solidFill>
                  <a:srgbClr val="FF8721"/>
                </a:solidFill>
                <a:latin typeface="Arial Bold" pitchFamily="34" charset="0"/>
                <a:ea typeface="ＭＳ Ｐゴシック" pitchFamily="34" charset="-128"/>
                <a:sym typeface="Arial Bold" pitchFamily="34" charset="0"/>
              </a:rPr>
              <a:t>YES</a:t>
            </a:r>
          </a:p>
        </p:txBody>
      </p:sp>
      <p:sp>
        <p:nvSpPr>
          <p:cNvPr id="40984" name="Rectangle 28"/>
          <p:cNvSpPr>
            <a:spLocks/>
          </p:cNvSpPr>
          <p:nvPr/>
        </p:nvSpPr>
        <p:spPr bwMode="auto">
          <a:xfrm>
            <a:off x="8045450" y="4183064"/>
            <a:ext cx="43338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en-US" altLang="en-US" sz="800" b="1">
                <a:solidFill>
                  <a:srgbClr val="FF8721"/>
                </a:solidFill>
                <a:latin typeface="Arial Bold" pitchFamily="34" charset="0"/>
                <a:ea typeface="ＭＳ Ｐゴシック" pitchFamily="34" charset="-128"/>
                <a:sym typeface="Arial Bold" pitchFamily="34" charset="0"/>
              </a:rPr>
              <a:t>NO</a:t>
            </a:r>
          </a:p>
        </p:txBody>
      </p:sp>
      <p:sp>
        <p:nvSpPr>
          <p:cNvPr id="40985" name="AutoShape 1"/>
          <p:cNvSpPr>
            <a:spLocks/>
          </p:cNvSpPr>
          <p:nvPr/>
        </p:nvSpPr>
        <p:spPr bwMode="auto">
          <a:xfrm>
            <a:off x="1689100" y="6653214"/>
            <a:ext cx="8820150" cy="236537"/>
          </a:xfrm>
          <a:custGeom>
            <a:avLst/>
            <a:gdLst>
              <a:gd name="T0" fmla="*/ 0 w 21600"/>
              <a:gd name="T1" fmla="*/ 2147483647 h 20965"/>
              <a:gd name="T2" fmla="*/ 2147483647 w 21600"/>
              <a:gd name="T3" fmla="*/ 0 h 20965"/>
              <a:gd name="T4" fmla="*/ 2147483647 w 21600"/>
              <a:gd name="T5" fmla="*/ 0 h 20965"/>
              <a:gd name="T6" fmla="*/ 2147483647 w 21600"/>
              <a:gd name="T7" fmla="*/ 2147483647 h 20965"/>
              <a:gd name="T8" fmla="*/ 2147483647 w 21600"/>
              <a:gd name="T9" fmla="*/ 2147483647 h 20965"/>
              <a:gd name="T10" fmla="*/ 0 w 21600"/>
              <a:gd name="T11" fmla="*/ 2147483647 h 20965"/>
              <a:gd name="T12" fmla="*/ 0 w 21600"/>
              <a:gd name="T13" fmla="*/ 2147483647 h 20965"/>
              <a:gd name="T14" fmla="*/ 0 w 21600"/>
              <a:gd name="T15" fmla="*/ 2147483647 h 2096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0" h="20965">
                <a:moveTo>
                  <a:pt x="0" y="3812"/>
                </a:moveTo>
                <a:cubicBezTo>
                  <a:pt x="0" y="1707"/>
                  <a:pt x="53" y="0"/>
                  <a:pt x="118" y="0"/>
                </a:cubicBezTo>
                <a:lnTo>
                  <a:pt x="21482" y="0"/>
                </a:lnTo>
                <a:cubicBezTo>
                  <a:pt x="21547" y="0"/>
                  <a:pt x="21600" y="1707"/>
                  <a:pt x="21600" y="3812"/>
                </a:cubicBezTo>
                <a:lnTo>
                  <a:pt x="21600" y="19059"/>
                </a:lnTo>
                <a:cubicBezTo>
                  <a:pt x="18000" y="21600"/>
                  <a:pt x="3600" y="21600"/>
                  <a:pt x="0" y="19059"/>
                </a:cubicBezTo>
                <a:lnTo>
                  <a:pt x="0" y="3812"/>
                </a:lnTo>
                <a:close/>
                <a:moveTo>
                  <a:pt x="0" y="3812"/>
                </a:moveTo>
              </a:path>
            </a:pathLst>
          </a:custGeom>
          <a:solidFill>
            <a:srgbClr val="13467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0986" name="Rectangle 5"/>
          <p:cNvSpPr>
            <a:spLocks/>
          </p:cNvSpPr>
          <p:nvPr/>
        </p:nvSpPr>
        <p:spPr bwMode="auto">
          <a:xfrm>
            <a:off x="1727200" y="6657976"/>
            <a:ext cx="20589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1" bIns="0"/>
          <a:lstStyle/>
          <a:p>
            <a:pPr marL="36513"/>
            <a:endParaRPr lang="en-US" altLang="en-US" sz="1200" i="1">
              <a:solidFill>
                <a:srgbClr val="FFFFFF"/>
              </a:solidFill>
              <a:latin typeface="Arial Italic" pitchFamily="34" charset="0"/>
              <a:ea typeface="ＭＳ Ｐゴシック" pitchFamily="34" charset="-128"/>
              <a:sym typeface="Arial Italic" pitchFamily="34" charset="0"/>
            </a:endParaRPr>
          </a:p>
        </p:txBody>
      </p:sp>
      <p:sp>
        <p:nvSpPr>
          <p:cNvPr id="40987" name="TextBox 1"/>
          <p:cNvSpPr txBox="1">
            <a:spLocks noChangeArrowheads="1"/>
          </p:cNvSpPr>
          <p:nvPr/>
        </p:nvSpPr>
        <p:spPr bwMode="auto">
          <a:xfrm>
            <a:off x="1357313" y="4017964"/>
            <a:ext cx="184151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  <a:latin typeface="Arial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0"/>
          <p:cNvSpPr>
            <a:spLocks noChangeArrowheads="1"/>
          </p:cNvSpPr>
          <p:nvPr/>
        </p:nvSpPr>
        <p:spPr bwMode="auto">
          <a:xfrm>
            <a:off x="3468689" y="5008563"/>
            <a:ext cx="1616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 eaLnBrk="1" hangingPunct="1"/>
            <a:r>
              <a:rPr lang="en-US" altLang="en-US" b="1">
                <a:solidFill>
                  <a:srgbClr val="134679"/>
                </a:solidFill>
              </a:rPr>
              <a:t>Time (seconds)</a:t>
            </a:r>
          </a:p>
        </p:txBody>
      </p:sp>
      <p:sp>
        <p:nvSpPr>
          <p:cNvPr id="41987" name="Rectangle 20"/>
          <p:cNvSpPr>
            <a:spLocks noChangeArrowheads="1"/>
          </p:cNvSpPr>
          <p:nvPr/>
        </p:nvSpPr>
        <p:spPr bwMode="auto">
          <a:xfrm>
            <a:off x="1854200" y="9144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 eaLnBrk="1" hangingPunct="1"/>
            <a:r>
              <a:rPr lang="en-US" altLang="en-US" b="1">
                <a:solidFill>
                  <a:srgbClr val="134679"/>
                </a:solidFill>
              </a:rPr>
              <a:t>Volume</a:t>
            </a:r>
          </a:p>
        </p:txBody>
      </p:sp>
      <p:sp>
        <p:nvSpPr>
          <p:cNvPr id="41988" name="Rectangle 26"/>
          <p:cNvSpPr>
            <a:spLocks noChangeArrowheads="1"/>
          </p:cNvSpPr>
          <p:nvPr/>
        </p:nvSpPr>
        <p:spPr bwMode="auto">
          <a:xfrm>
            <a:off x="1538289" y="5459413"/>
            <a:ext cx="4098925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 eaLnBrk="1" hangingPunct="1"/>
            <a:r>
              <a:rPr lang="en-US" altLang="en-US" sz="1600">
                <a:solidFill>
                  <a:srgbClr val="134679"/>
                </a:solidFill>
              </a:rPr>
              <a:t>Note:  Each FEV</a:t>
            </a:r>
            <a:r>
              <a:rPr lang="en-US" altLang="en-US" sz="1600" baseline="-25000">
                <a:solidFill>
                  <a:srgbClr val="134679"/>
                </a:solidFill>
              </a:rPr>
              <a:t>1</a:t>
            </a:r>
            <a:r>
              <a:rPr lang="en-US" altLang="en-US" sz="1600">
                <a:solidFill>
                  <a:srgbClr val="134679"/>
                </a:solidFill>
              </a:rPr>
              <a:t> represents the highest of three reproducible measurements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7039" y="250826"/>
            <a:ext cx="7597775" cy="936625"/>
          </a:xfrm>
        </p:spPr>
        <p:txBody>
          <a:bodyPr/>
          <a:lstStyle/>
          <a:p>
            <a:pPr>
              <a:defRPr/>
            </a:pPr>
            <a:r>
              <a:rPr lang="en-AU" dirty="0"/>
              <a:t>Typical spirometric tracings</a:t>
            </a:r>
          </a:p>
        </p:txBody>
      </p:sp>
      <p:sp>
        <p:nvSpPr>
          <p:cNvPr id="41990" name="Rectangle 20"/>
          <p:cNvSpPr>
            <a:spLocks noChangeArrowheads="1"/>
          </p:cNvSpPr>
          <p:nvPr/>
        </p:nvSpPr>
        <p:spPr bwMode="auto">
          <a:xfrm>
            <a:off x="2249489" y="1622426"/>
            <a:ext cx="6111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 eaLnBrk="1" hangingPunct="1"/>
            <a:r>
              <a:rPr lang="en-US" altLang="en-US">
                <a:solidFill>
                  <a:srgbClr val="134679"/>
                </a:solidFill>
              </a:rPr>
              <a:t>FEV</a:t>
            </a:r>
            <a:r>
              <a:rPr lang="en-US" altLang="en-US" baseline="-25000">
                <a:solidFill>
                  <a:srgbClr val="134679"/>
                </a:solidFill>
              </a:rPr>
              <a:t>1</a:t>
            </a:r>
          </a:p>
        </p:txBody>
      </p:sp>
      <p:sp>
        <p:nvSpPr>
          <p:cNvPr id="371715" name="Freeform 3"/>
          <p:cNvSpPr>
            <a:spLocks/>
          </p:cNvSpPr>
          <p:nvPr/>
        </p:nvSpPr>
        <p:spPr bwMode="auto">
          <a:xfrm>
            <a:off x="1927226" y="1327150"/>
            <a:ext cx="3444875" cy="32527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048"/>
              </a:cxn>
              <a:cxn ang="0">
                <a:pos x="2024" y="2048"/>
              </a:cxn>
            </a:cxnLst>
            <a:rect l="0" t="0" r="r" b="b"/>
            <a:pathLst>
              <a:path w="2025" h="2049">
                <a:moveTo>
                  <a:pt x="0" y="0"/>
                </a:moveTo>
                <a:lnTo>
                  <a:pt x="0" y="2048"/>
                </a:lnTo>
                <a:lnTo>
                  <a:pt x="2024" y="2048"/>
                </a:lnTo>
              </a:path>
            </a:pathLst>
          </a:custGeom>
          <a:noFill/>
          <a:ln w="25400" cap="rnd" cmpd="sng">
            <a:solidFill>
              <a:srgbClr val="13467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1716" name="Freeform 4"/>
          <p:cNvSpPr>
            <a:spLocks/>
          </p:cNvSpPr>
          <p:nvPr/>
        </p:nvSpPr>
        <p:spPr bwMode="auto">
          <a:xfrm>
            <a:off x="1946276" y="1649414"/>
            <a:ext cx="3425825" cy="2898775"/>
          </a:xfrm>
          <a:custGeom>
            <a:avLst/>
            <a:gdLst>
              <a:gd name="connsiteX0" fmla="*/ 0 w 9995"/>
              <a:gd name="connsiteY0" fmla="*/ 9992 h 9992"/>
              <a:gd name="connsiteX1" fmla="*/ 42 w 9995"/>
              <a:gd name="connsiteY1" fmla="*/ 9831 h 9992"/>
              <a:gd name="connsiteX2" fmla="*/ 152 w 9995"/>
              <a:gd name="connsiteY2" fmla="*/ 9391 h 9992"/>
              <a:gd name="connsiteX3" fmla="*/ 320 w 9995"/>
              <a:gd name="connsiteY3" fmla="*/ 8744 h 9992"/>
              <a:gd name="connsiteX4" fmla="*/ 551 w 9995"/>
              <a:gd name="connsiteY4" fmla="*/ 7935 h 9992"/>
              <a:gd name="connsiteX5" fmla="*/ 693 w 9995"/>
              <a:gd name="connsiteY5" fmla="*/ 7488 h 9992"/>
              <a:gd name="connsiteX6" fmla="*/ 855 w 9995"/>
              <a:gd name="connsiteY6" fmla="*/ 7034 h 9992"/>
              <a:gd name="connsiteX7" fmla="*/ 1018 w 9995"/>
              <a:gd name="connsiteY7" fmla="*/ 6564 h 9992"/>
              <a:gd name="connsiteX8" fmla="*/ 1196 w 9995"/>
              <a:gd name="connsiteY8" fmla="*/ 6102 h 9992"/>
              <a:gd name="connsiteX9" fmla="*/ 1396 w 9995"/>
              <a:gd name="connsiteY9" fmla="*/ 5647 h 9992"/>
              <a:gd name="connsiteX10" fmla="*/ 1600 w 9995"/>
              <a:gd name="connsiteY10" fmla="*/ 5208 h 9992"/>
              <a:gd name="connsiteX11" fmla="*/ 1710 w 9995"/>
              <a:gd name="connsiteY11" fmla="*/ 5000 h 9992"/>
              <a:gd name="connsiteX12" fmla="*/ 1821 w 9995"/>
              <a:gd name="connsiteY12" fmla="*/ 4792 h 9992"/>
              <a:gd name="connsiteX13" fmla="*/ 1931 w 9995"/>
              <a:gd name="connsiteY13" fmla="*/ 4599 h 9992"/>
              <a:gd name="connsiteX14" fmla="*/ 2041 w 9995"/>
              <a:gd name="connsiteY14" fmla="*/ 4422 h 9992"/>
              <a:gd name="connsiteX15" fmla="*/ 2293 w 9995"/>
              <a:gd name="connsiteY15" fmla="*/ 4052 h 9992"/>
              <a:gd name="connsiteX16" fmla="*/ 2560 w 9995"/>
              <a:gd name="connsiteY16" fmla="*/ 3675 h 9992"/>
              <a:gd name="connsiteX17" fmla="*/ 2875 w 9995"/>
              <a:gd name="connsiteY17" fmla="*/ 3290 h 9992"/>
              <a:gd name="connsiteX18" fmla="*/ 3206 w 9995"/>
              <a:gd name="connsiteY18" fmla="*/ 2889 h 9992"/>
              <a:gd name="connsiteX19" fmla="*/ 3384 w 9995"/>
              <a:gd name="connsiteY19" fmla="*/ 2696 h 9992"/>
              <a:gd name="connsiteX20" fmla="*/ 3578 w 9995"/>
              <a:gd name="connsiteY20" fmla="*/ 2512 h 9992"/>
              <a:gd name="connsiteX21" fmla="*/ 3767 w 9995"/>
              <a:gd name="connsiteY21" fmla="*/ 2319 h 9992"/>
              <a:gd name="connsiteX22" fmla="*/ 3966 w 9995"/>
              <a:gd name="connsiteY22" fmla="*/ 2142 h 9992"/>
              <a:gd name="connsiteX23" fmla="*/ 4187 w 9995"/>
              <a:gd name="connsiteY23" fmla="*/ 1949 h 9992"/>
              <a:gd name="connsiteX24" fmla="*/ 4407 w 9995"/>
              <a:gd name="connsiteY24" fmla="*/ 1772 h 9992"/>
              <a:gd name="connsiteX25" fmla="*/ 4633 w 9995"/>
              <a:gd name="connsiteY25" fmla="*/ 1595 h 9992"/>
              <a:gd name="connsiteX26" fmla="*/ 4869 w 9995"/>
              <a:gd name="connsiteY26" fmla="*/ 1433 h 9992"/>
              <a:gd name="connsiteX27" fmla="*/ 5121 w 9995"/>
              <a:gd name="connsiteY27" fmla="*/ 1271 h 9992"/>
              <a:gd name="connsiteX28" fmla="*/ 5373 w 9995"/>
              <a:gd name="connsiteY28" fmla="*/ 1109 h 9992"/>
              <a:gd name="connsiteX29" fmla="*/ 5645 w 9995"/>
              <a:gd name="connsiteY29" fmla="*/ 963 h 9992"/>
              <a:gd name="connsiteX30" fmla="*/ 5913 w 9995"/>
              <a:gd name="connsiteY30" fmla="*/ 832 h 9992"/>
              <a:gd name="connsiteX31" fmla="*/ 6196 w 9995"/>
              <a:gd name="connsiteY31" fmla="*/ 693 h 9992"/>
              <a:gd name="connsiteX32" fmla="*/ 6495 w 9995"/>
              <a:gd name="connsiteY32" fmla="*/ 578 h 9992"/>
              <a:gd name="connsiteX33" fmla="*/ 6800 w 9995"/>
              <a:gd name="connsiteY33" fmla="*/ 462 h 9992"/>
              <a:gd name="connsiteX34" fmla="*/ 7429 w 9995"/>
              <a:gd name="connsiteY34" fmla="*/ 270 h 9992"/>
              <a:gd name="connsiteX35" fmla="*/ 7765 w 9995"/>
              <a:gd name="connsiteY35" fmla="*/ 193 h 9992"/>
              <a:gd name="connsiteX36" fmla="*/ 8116 w 9995"/>
              <a:gd name="connsiteY36" fmla="*/ 123 h 9992"/>
              <a:gd name="connsiteX37" fmla="*/ 8468 w 9995"/>
              <a:gd name="connsiteY37" fmla="*/ 77 h 9992"/>
              <a:gd name="connsiteX38" fmla="*/ 8830 w 9995"/>
              <a:gd name="connsiteY38" fmla="*/ 31 h 9992"/>
              <a:gd name="connsiteX39" fmla="*/ 9208 w 9995"/>
              <a:gd name="connsiteY39" fmla="*/ 0 h 9992"/>
              <a:gd name="connsiteX40" fmla="*/ 9591 w 9995"/>
              <a:gd name="connsiteY40" fmla="*/ 0 h 9992"/>
              <a:gd name="connsiteX41" fmla="*/ 9995 w 9995"/>
              <a:gd name="connsiteY41" fmla="*/ 0 h 9992"/>
              <a:gd name="connsiteX0" fmla="*/ 0 w 10000"/>
              <a:gd name="connsiteY0" fmla="*/ 10000 h 10000"/>
              <a:gd name="connsiteX1" fmla="*/ 42 w 10000"/>
              <a:gd name="connsiteY1" fmla="*/ 9839 h 10000"/>
              <a:gd name="connsiteX2" fmla="*/ 152 w 10000"/>
              <a:gd name="connsiteY2" fmla="*/ 9399 h 10000"/>
              <a:gd name="connsiteX3" fmla="*/ 320 w 10000"/>
              <a:gd name="connsiteY3" fmla="*/ 8751 h 10000"/>
              <a:gd name="connsiteX4" fmla="*/ 551 w 10000"/>
              <a:gd name="connsiteY4" fmla="*/ 7941 h 10000"/>
              <a:gd name="connsiteX5" fmla="*/ 693 w 10000"/>
              <a:gd name="connsiteY5" fmla="*/ 7494 h 10000"/>
              <a:gd name="connsiteX6" fmla="*/ 855 w 10000"/>
              <a:gd name="connsiteY6" fmla="*/ 7040 h 10000"/>
              <a:gd name="connsiteX7" fmla="*/ 1019 w 10000"/>
              <a:gd name="connsiteY7" fmla="*/ 6569 h 10000"/>
              <a:gd name="connsiteX8" fmla="*/ 1197 w 10000"/>
              <a:gd name="connsiteY8" fmla="*/ 6107 h 10000"/>
              <a:gd name="connsiteX9" fmla="*/ 1397 w 10000"/>
              <a:gd name="connsiteY9" fmla="*/ 5652 h 10000"/>
              <a:gd name="connsiteX10" fmla="*/ 1601 w 10000"/>
              <a:gd name="connsiteY10" fmla="*/ 5212 h 10000"/>
              <a:gd name="connsiteX11" fmla="*/ 1711 w 10000"/>
              <a:gd name="connsiteY11" fmla="*/ 5004 h 10000"/>
              <a:gd name="connsiteX12" fmla="*/ 1822 w 10000"/>
              <a:gd name="connsiteY12" fmla="*/ 4796 h 10000"/>
              <a:gd name="connsiteX13" fmla="*/ 1932 w 10000"/>
              <a:gd name="connsiteY13" fmla="*/ 4603 h 10000"/>
              <a:gd name="connsiteX14" fmla="*/ 2042 w 10000"/>
              <a:gd name="connsiteY14" fmla="*/ 4426 h 10000"/>
              <a:gd name="connsiteX15" fmla="*/ 2294 w 10000"/>
              <a:gd name="connsiteY15" fmla="*/ 4055 h 10000"/>
              <a:gd name="connsiteX16" fmla="*/ 2561 w 10000"/>
              <a:gd name="connsiteY16" fmla="*/ 3678 h 10000"/>
              <a:gd name="connsiteX17" fmla="*/ 2876 w 10000"/>
              <a:gd name="connsiteY17" fmla="*/ 3293 h 10000"/>
              <a:gd name="connsiteX18" fmla="*/ 3208 w 10000"/>
              <a:gd name="connsiteY18" fmla="*/ 2891 h 10000"/>
              <a:gd name="connsiteX19" fmla="*/ 3386 w 10000"/>
              <a:gd name="connsiteY19" fmla="*/ 2698 h 10000"/>
              <a:gd name="connsiteX20" fmla="*/ 3580 w 10000"/>
              <a:gd name="connsiteY20" fmla="*/ 2514 h 10000"/>
              <a:gd name="connsiteX21" fmla="*/ 3769 w 10000"/>
              <a:gd name="connsiteY21" fmla="*/ 2321 h 10000"/>
              <a:gd name="connsiteX22" fmla="*/ 3968 w 10000"/>
              <a:gd name="connsiteY22" fmla="*/ 2144 h 10000"/>
              <a:gd name="connsiteX23" fmla="*/ 4189 w 10000"/>
              <a:gd name="connsiteY23" fmla="*/ 1951 h 10000"/>
              <a:gd name="connsiteX24" fmla="*/ 4409 w 10000"/>
              <a:gd name="connsiteY24" fmla="*/ 1773 h 10000"/>
              <a:gd name="connsiteX25" fmla="*/ 4635 w 10000"/>
              <a:gd name="connsiteY25" fmla="*/ 1596 h 10000"/>
              <a:gd name="connsiteX26" fmla="*/ 4871 w 10000"/>
              <a:gd name="connsiteY26" fmla="*/ 1434 h 10000"/>
              <a:gd name="connsiteX27" fmla="*/ 5124 w 10000"/>
              <a:gd name="connsiteY27" fmla="*/ 1272 h 10000"/>
              <a:gd name="connsiteX28" fmla="*/ 5376 w 10000"/>
              <a:gd name="connsiteY28" fmla="*/ 1110 h 10000"/>
              <a:gd name="connsiteX29" fmla="*/ 5648 w 10000"/>
              <a:gd name="connsiteY29" fmla="*/ 964 h 10000"/>
              <a:gd name="connsiteX30" fmla="*/ 5916 w 10000"/>
              <a:gd name="connsiteY30" fmla="*/ 833 h 10000"/>
              <a:gd name="connsiteX31" fmla="*/ 6199 w 10000"/>
              <a:gd name="connsiteY31" fmla="*/ 694 h 10000"/>
              <a:gd name="connsiteX32" fmla="*/ 6498 w 10000"/>
              <a:gd name="connsiteY32" fmla="*/ 578 h 10000"/>
              <a:gd name="connsiteX33" fmla="*/ 6803 w 10000"/>
              <a:gd name="connsiteY33" fmla="*/ 462 h 10000"/>
              <a:gd name="connsiteX34" fmla="*/ 7769 w 10000"/>
              <a:gd name="connsiteY34" fmla="*/ 193 h 10000"/>
              <a:gd name="connsiteX35" fmla="*/ 8120 w 10000"/>
              <a:gd name="connsiteY35" fmla="*/ 123 h 10000"/>
              <a:gd name="connsiteX36" fmla="*/ 8472 w 10000"/>
              <a:gd name="connsiteY36" fmla="*/ 77 h 10000"/>
              <a:gd name="connsiteX37" fmla="*/ 8834 w 10000"/>
              <a:gd name="connsiteY37" fmla="*/ 31 h 10000"/>
              <a:gd name="connsiteX38" fmla="*/ 9213 w 10000"/>
              <a:gd name="connsiteY38" fmla="*/ 0 h 10000"/>
              <a:gd name="connsiteX39" fmla="*/ 9596 w 10000"/>
              <a:gd name="connsiteY39" fmla="*/ 0 h 10000"/>
              <a:gd name="connsiteX40" fmla="*/ 10000 w 10000"/>
              <a:gd name="connsiteY40" fmla="*/ 0 h 10000"/>
              <a:gd name="connsiteX0" fmla="*/ 0 w 10000"/>
              <a:gd name="connsiteY0" fmla="*/ 10000 h 10000"/>
              <a:gd name="connsiteX1" fmla="*/ 42 w 10000"/>
              <a:gd name="connsiteY1" fmla="*/ 9839 h 10000"/>
              <a:gd name="connsiteX2" fmla="*/ 152 w 10000"/>
              <a:gd name="connsiteY2" fmla="*/ 9399 h 10000"/>
              <a:gd name="connsiteX3" fmla="*/ 320 w 10000"/>
              <a:gd name="connsiteY3" fmla="*/ 8751 h 10000"/>
              <a:gd name="connsiteX4" fmla="*/ 551 w 10000"/>
              <a:gd name="connsiteY4" fmla="*/ 7941 h 10000"/>
              <a:gd name="connsiteX5" fmla="*/ 693 w 10000"/>
              <a:gd name="connsiteY5" fmla="*/ 7494 h 10000"/>
              <a:gd name="connsiteX6" fmla="*/ 855 w 10000"/>
              <a:gd name="connsiteY6" fmla="*/ 7040 h 10000"/>
              <a:gd name="connsiteX7" fmla="*/ 1019 w 10000"/>
              <a:gd name="connsiteY7" fmla="*/ 6569 h 10000"/>
              <a:gd name="connsiteX8" fmla="*/ 1197 w 10000"/>
              <a:gd name="connsiteY8" fmla="*/ 6107 h 10000"/>
              <a:gd name="connsiteX9" fmla="*/ 1397 w 10000"/>
              <a:gd name="connsiteY9" fmla="*/ 5652 h 10000"/>
              <a:gd name="connsiteX10" fmla="*/ 1601 w 10000"/>
              <a:gd name="connsiteY10" fmla="*/ 5212 h 10000"/>
              <a:gd name="connsiteX11" fmla="*/ 1711 w 10000"/>
              <a:gd name="connsiteY11" fmla="*/ 5004 h 10000"/>
              <a:gd name="connsiteX12" fmla="*/ 1822 w 10000"/>
              <a:gd name="connsiteY12" fmla="*/ 4796 h 10000"/>
              <a:gd name="connsiteX13" fmla="*/ 1932 w 10000"/>
              <a:gd name="connsiteY13" fmla="*/ 4603 h 10000"/>
              <a:gd name="connsiteX14" fmla="*/ 2042 w 10000"/>
              <a:gd name="connsiteY14" fmla="*/ 4426 h 10000"/>
              <a:gd name="connsiteX15" fmla="*/ 2294 w 10000"/>
              <a:gd name="connsiteY15" fmla="*/ 4055 h 10000"/>
              <a:gd name="connsiteX16" fmla="*/ 2561 w 10000"/>
              <a:gd name="connsiteY16" fmla="*/ 3678 h 10000"/>
              <a:gd name="connsiteX17" fmla="*/ 2876 w 10000"/>
              <a:gd name="connsiteY17" fmla="*/ 3293 h 10000"/>
              <a:gd name="connsiteX18" fmla="*/ 3208 w 10000"/>
              <a:gd name="connsiteY18" fmla="*/ 2891 h 10000"/>
              <a:gd name="connsiteX19" fmla="*/ 3386 w 10000"/>
              <a:gd name="connsiteY19" fmla="*/ 2698 h 10000"/>
              <a:gd name="connsiteX20" fmla="*/ 3580 w 10000"/>
              <a:gd name="connsiteY20" fmla="*/ 2514 h 10000"/>
              <a:gd name="connsiteX21" fmla="*/ 3769 w 10000"/>
              <a:gd name="connsiteY21" fmla="*/ 2321 h 10000"/>
              <a:gd name="connsiteX22" fmla="*/ 3968 w 10000"/>
              <a:gd name="connsiteY22" fmla="*/ 2144 h 10000"/>
              <a:gd name="connsiteX23" fmla="*/ 4189 w 10000"/>
              <a:gd name="connsiteY23" fmla="*/ 1951 h 10000"/>
              <a:gd name="connsiteX24" fmla="*/ 4409 w 10000"/>
              <a:gd name="connsiteY24" fmla="*/ 1773 h 10000"/>
              <a:gd name="connsiteX25" fmla="*/ 4635 w 10000"/>
              <a:gd name="connsiteY25" fmla="*/ 1596 h 10000"/>
              <a:gd name="connsiteX26" fmla="*/ 4871 w 10000"/>
              <a:gd name="connsiteY26" fmla="*/ 1434 h 10000"/>
              <a:gd name="connsiteX27" fmla="*/ 5124 w 10000"/>
              <a:gd name="connsiteY27" fmla="*/ 1272 h 10000"/>
              <a:gd name="connsiteX28" fmla="*/ 5376 w 10000"/>
              <a:gd name="connsiteY28" fmla="*/ 1110 h 10000"/>
              <a:gd name="connsiteX29" fmla="*/ 5648 w 10000"/>
              <a:gd name="connsiteY29" fmla="*/ 964 h 10000"/>
              <a:gd name="connsiteX30" fmla="*/ 5916 w 10000"/>
              <a:gd name="connsiteY30" fmla="*/ 833 h 10000"/>
              <a:gd name="connsiteX31" fmla="*/ 6199 w 10000"/>
              <a:gd name="connsiteY31" fmla="*/ 694 h 10000"/>
              <a:gd name="connsiteX32" fmla="*/ 6498 w 10000"/>
              <a:gd name="connsiteY32" fmla="*/ 578 h 10000"/>
              <a:gd name="connsiteX33" fmla="*/ 6803 w 10000"/>
              <a:gd name="connsiteY33" fmla="*/ 462 h 10000"/>
              <a:gd name="connsiteX34" fmla="*/ 8120 w 10000"/>
              <a:gd name="connsiteY34" fmla="*/ 123 h 10000"/>
              <a:gd name="connsiteX35" fmla="*/ 8472 w 10000"/>
              <a:gd name="connsiteY35" fmla="*/ 77 h 10000"/>
              <a:gd name="connsiteX36" fmla="*/ 8834 w 10000"/>
              <a:gd name="connsiteY36" fmla="*/ 31 h 10000"/>
              <a:gd name="connsiteX37" fmla="*/ 9213 w 10000"/>
              <a:gd name="connsiteY37" fmla="*/ 0 h 10000"/>
              <a:gd name="connsiteX38" fmla="*/ 9596 w 10000"/>
              <a:gd name="connsiteY38" fmla="*/ 0 h 10000"/>
              <a:gd name="connsiteX39" fmla="*/ 10000 w 10000"/>
              <a:gd name="connsiteY39" fmla="*/ 0 h 10000"/>
              <a:gd name="connsiteX0" fmla="*/ 0 w 10000"/>
              <a:gd name="connsiteY0" fmla="*/ 10000 h 10000"/>
              <a:gd name="connsiteX1" fmla="*/ 42 w 10000"/>
              <a:gd name="connsiteY1" fmla="*/ 9839 h 10000"/>
              <a:gd name="connsiteX2" fmla="*/ 152 w 10000"/>
              <a:gd name="connsiteY2" fmla="*/ 9399 h 10000"/>
              <a:gd name="connsiteX3" fmla="*/ 320 w 10000"/>
              <a:gd name="connsiteY3" fmla="*/ 8751 h 10000"/>
              <a:gd name="connsiteX4" fmla="*/ 551 w 10000"/>
              <a:gd name="connsiteY4" fmla="*/ 7941 h 10000"/>
              <a:gd name="connsiteX5" fmla="*/ 693 w 10000"/>
              <a:gd name="connsiteY5" fmla="*/ 7494 h 10000"/>
              <a:gd name="connsiteX6" fmla="*/ 855 w 10000"/>
              <a:gd name="connsiteY6" fmla="*/ 7040 h 10000"/>
              <a:gd name="connsiteX7" fmla="*/ 1019 w 10000"/>
              <a:gd name="connsiteY7" fmla="*/ 6569 h 10000"/>
              <a:gd name="connsiteX8" fmla="*/ 1197 w 10000"/>
              <a:gd name="connsiteY8" fmla="*/ 6107 h 10000"/>
              <a:gd name="connsiteX9" fmla="*/ 1397 w 10000"/>
              <a:gd name="connsiteY9" fmla="*/ 5652 h 10000"/>
              <a:gd name="connsiteX10" fmla="*/ 1601 w 10000"/>
              <a:gd name="connsiteY10" fmla="*/ 5212 h 10000"/>
              <a:gd name="connsiteX11" fmla="*/ 1711 w 10000"/>
              <a:gd name="connsiteY11" fmla="*/ 5004 h 10000"/>
              <a:gd name="connsiteX12" fmla="*/ 1822 w 10000"/>
              <a:gd name="connsiteY12" fmla="*/ 4796 h 10000"/>
              <a:gd name="connsiteX13" fmla="*/ 1932 w 10000"/>
              <a:gd name="connsiteY13" fmla="*/ 4603 h 10000"/>
              <a:gd name="connsiteX14" fmla="*/ 2042 w 10000"/>
              <a:gd name="connsiteY14" fmla="*/ 4426 h 10000"/>
              <a:gd name="connsiteX15" fmla="*/ 2294 w 10000"/>
              <a:gd name="connsiteY15" fmla="*/ 4055 h 10000"/>
              <a:gd name="connsiteX16" fmla="*/ 2561 w 10000"/>
              <a:gd name="connsiteY16" fmla="*/ 3678 h 10000"/>
              <a:gd name="connsiteX17" fmla="*/ 2876 w 10000"/>
              <a:gd name="connsiteY17" fmla="*/ 3293 h 10000"/>
              <a:gd name="connsiteX18" fmla="*/ 3208 w 10000"/>
              <a:gd name="connsiteY18" fmla="*/ 2891 h 10000"/>
              <a:gd name="connsiteX19" fmla="*/ 3386 w 10000"/>
              <a:gd name="connsiteY19" fmla="*/ 2698 h 10000"/>
              <a:gd name="connsiteX20" fmla="*/ 3580 w 10000"/>
              <a:gd name="connsiteY20" fmla="*/ 2514 h 10000"/>
              <a:gd name="connsiteX21" fmla="*/ 3769 w 10000"/>
              <a:gd name="connsiteY21" fmla="*/ 2321 h 10000"/>
              <a:gd name="connsiteX22" fmla="*/ 3968 w 10000"/>
              <a:gd name="connsiteY22" fmla="*/ 2144 h 10000"/>
              <a:gd name="connsiteX23" fmla="*/ 4189 w 10000"/>
              <a:gd name="connsiteY23" fmla="*/ 1951 h 10000"/>
              <a:gd name="connsiteX24" fmla="*/ 4409 w 10000"/>
              <a:gd name="connsiteY24" fmla="*/ 1773 h 10000"/>
              <a:gd name="connsiteX25" fmla="*/ 4635 w 10000"/>
              <a:gd name="connsiteY25" fmla="*/ 1596 h 10000"/>
              <a:gd name="connsiteX26" fmla="*/ 4871 w 10000"/>
              <a:gd name="connsiteY26" fmla="*/ 1434 h 10000"/>
              <a:gd name="connsiteX27" fmla="*/ 5124 w 10000"/>
              <a:gd name="connsiteY27" fmla="*/ 1272 h 10000"/>
              <a:gd name="connsiteX28" fmla="*/ 5376 w 10000"/>
              <a:gd name="connsiteY28" fmla="*/ 1110 h 10000"/>
              <a:gd name="connsiteX29" fmla="*/ 5648 w 10000"/>
              <a:gd name="connsiteY29" fmla="*/ 964 h 10000"/>
              <a:gd name="connsiteX30" fmla="*/ 5916 w 10000"/>
              <a:gd name="connsiteY30" fmla="*/ 833 h 10000"/>
              <a:gd name="connsiteX31" fmla="*/ 6199 w 10000"/>
              <a:gd name="connsiteY31" fmla="*/ 694 h 10000"/>
              <a:gd name="connsiteX32" fmla="*/ 6498 w 10000"/>
              <a:gd name="connsiteY32" fmla="*/ 578 h 10000"/>
              <a:gd name="connsiteX33" fmla="*/ 6803 w 10000"/>
              <a:gd name="connsiteY33" fmla="*/ 462 h 10000"/>
              <a:gd name="connsiteX34" fmla="*/ 8472 w 10000"/>
              <a:gd name="connsiteY34" fmla="*/ 77 h 10000"/>
              <a:gd name="connsiteX35" fmla="*/ 8834 w 10000"/>
              <a:gd name="connsiteY35" fmla="*/ 31 h 10000"/>
              <a:gd name="connsiteX36" fmla="*/ 9213 w 10000"/>
              <a:gd name="connsiteY36" fmla="*/ 0 h 10000"/>
              <a:gd name="connsiteX37" fmla="*/ 9596 w 10000"/>
              <a:gd name="connsiteY37" fmla="*/ 0 h 10000"/>
              <a:gd name="connsiteX38" fmla="*/ 10000 w 10000"/>
              <a:gd name="connsiteY38" fmla="*/ 0 h 10000"/>
              <a:gd name="connsiteX0" fmla="*/ 0 w 10000"/>
              <a:gd name="connsiteY0" fmla="*/ 10000 h 10000"/>
              <a:gd name="connsiteX1" fmla="*/ 42 w 10000"/>
              <a:gd name="connsiteY1" fmla="*/ 9839 h 10000"/>
              <a:gd name="connsiteX2" fmla="*/ 152 w 10000"/>
              <a:gd name="connsiteY2" fmla="*/ 9399 h 10000"/>
              <a:gd name="connsiteX3" fmla="*/ 320 w 10000"/>
              <a:gd name="connsiteY3" fmla="*/ 8751 h 10000"/>
              <a:gd name="connsiteX4" fmla="*/ 551 w 10000"/>
              <a:gd name="connsiteY4" fmla="*/ 7941 h 10000"/>
              <a:gd name="connsiteX5" fmla="*/ 693 w 10000"/>
              <a:gd name="connsiteY5" fmla="*/ 7494 h 10000"/>
              <a:gd name="connsiteX6" fmla="*/ 855 w 10000"/>
              <a:gd name="connsiteY6" fmla="*/ 7040 h 10000"/>
              <a:gd name="connsiteX7" fmla="*/ 1019 w 10000"/>
              <a:gd name="connsiteY7" fmla="*/ 6569 h 10000"/>
              <a:gd name="connsiteX8" fmla="*/ 1197 w 10000"/>
              <a:gd name="connsiteY8" fmla="*/ 6107 h 10000"/>
              <a:gd name="connsiteX9" fmla="*/ 1397 w 10000"/>
              <a:gd name="connsiteY9" fmla="*/ 5652 h 10000"/>
              <a:gd name="connsiteX10" fmla="*/ 1601 w 10000"/>
              <a:gd name="connsiteY10" fmla="*/ 5212 h 10000"/>
              <a:gd name="connsiteX11" fmla="*/ 1711 w 10000"/>
              <a:gd name="connsiteY11" fmla="*/ 5004 h 10000"/>
              <a:gd name="connsiteX12" fmla="*/ 1822 w 10000"/>
              <a:gd name="connsiteY12" fmla="*/ 4796 h 10000"/>
              <a:gd name="connsiteX13" fmla="*/ 1932 w 10000"/>
              <a:gd name="connsiteY13" fmla="*/ 4603 h 10000"/>
              <a:gd name="connsiteX14" fmla="*/ 2042 w 10000"/>
              <a:gd name="connsiteY14" fmla="*/ 4426 h 10000"/>
              <a:gd name="connsiteX15" fmla="*/ 2294 w 10000"/>
              <a:gd name="connsiteY15" fmla="*/ 4055 h 10000"/>
              <a:gd name="connsiteX16" fmla="*/ 2561 w 10000"/>
              <a:gd name="connsiteY16" fmla="*/ 3678 h 10000"/>
              <a:gd name="connsiteX17" fmla="*/ 2876 w 10000"/>
              <a:gd name="connsiteY17" fmla="*/ 3293 h 10000"/>
              <a:gd name="connsiteX18" fmla="*/ 3208 w 10000"/>
              <a:gd name="connsiteY18" fmla="*/ 2891 h 10000"/>
              <a:gd name="connsiteX19" fmla="*/ 3386 w 10000"/>
              <a:gd name="connsiteY19" fmla="*/ 2698 h 10000"/>
              <a:gd name="connsiteX20" fmla="*/ 3580 w 10000"/>
              <a:gd name="connsiteY20" fmla="*/ 2514 h 10000"/>
              <a:gd name="connsiteX21" fmla="*/ 3769 w 10000"/>
              <a:gd name="connsiteY21" fmla="*/ 2321 h 10000"/>
              <a:gd name="connsiteX22" fmla="*/ 3968 w 10000"/>
              <a:gd name="connsiteY22" fmla="*/ 2144 h 10000"/>
              <a:gd name="connsiteX23" fmla="*/ 4189 w 10000"/>
              <a:gd name="connsiteY23" fmla="*/ 1951 h 10000"/>
              <a:gd name="connsiteX24" fmla="*/ 4409 w 10000"/>
              <a:gd name="connsiteY24" fmla="*/ 1773 h 10000"/>
              <a:gd name="connsiteX25" fmla="*/ 4635 w 10000"/>
              <a:gd name="connsiteY25" fmla="*/ 1596 h 10000"/>
              <a:gd name="connsiteX26" fmla="*/ 4871 w 10000"/>
              <a:gd name="connsiteY26" fmla="*/ 1434 h 10000"/>
              <a:gd name="connsiteX27" fmla="*/ 5124 w 10000"/>
              <a:gd name="connsiteY27" fmla="*/ 1272 h 10000"/>
              <a:gd name="connsiteX28" fmla="*/ 5376 w 10000"/>
              <a:gd name="connsiteY28" fmla="*/ 1110 h 10000"/>
              <a:gd name="connsiteX29" fmla="*/ 5648 w 10000"/>
              <a:gd name="connsiteY29" fmla="*/ 964 h 10000"/>
              <a:gd name="connsiteX30" fmla="*/ 5916 w 10000"/>
              <a:gd name="connsiteY30" fmla="*/ 833 h 10000"/>
              <a:gd name="connsiteX31" fmla="*/ 6199 w 10000"/>
              <a:gd name="connsiteY31" fmla="*/ 694 h 10000"/>
              <a:gd name="connsiteX32" fmla="*/ 6498 w 10000"/>
              <a:gd name="connsiteY32" fmla="*/ 578 h 10000"/>
              <a:gd name="connsiteX33" fmla="*/ 6803 w 10000"/>
              <a:gd name="connsiteY33" fmla="*/ 462 h 10000"/>
              <a:gd name="connsiteX34" fmla="*/ 8834 w 10000"/>
              <a:gd name="connsiteY34" fmla="*/ 31 h 10000"/>
              <a:gd name="connsiteX35" fmla="*/ 9213 w 10000"/>
              <a:gd name="connsiteY35" fmla="*/ 0 h 10000"/>
              <a:gd name="connsiteX36" fmla="*/ 9596 w 10000"/>
              <a:gd name="connsiteY36" fmla="*/ 0 h 10000"/>
              <a:gd name="connsiteX37" fmla="*/ 10000 w 10000"/>
              <a:gd name="connsiteY37" fmla="*/ 0 h 10000"/>
              <a:gd name="connsiteX0" fmla="*/ 0 w 10000"/>
              <a:gd name="connsiteY0" fmla="*/ 10000 h 10000"/>
              <a:gd name="connsiteX1" fmla="*/ 42 w 10000"/>
              <a:gd name="connsiteY1" fmla="*/ 9839 h 10000"/>
              <a:gd name="connsiteX2" fmla="*/ 152 w 10000"/>
              <a:gd name="connsiteY2" fmla="*/ 9399 h 10000"/>
              <a:gd name="connsiteX3" fmla="*/ 320 w 10000"/>
              <a:gd name="connsiteY3" fmla="*/ 8751 h 10000"/>
              <a:gd name="connsiteX4" fmla="*/ 551 w 10000"/>
              <a:gd name="connsiteY4" fmla="*/ 7941 h 10000"/>
              <a:gd name="connsiteX5" fmla="*/ 693 w 10000"/>
              <a:gd name="connsiteY5" fmla="*/ 7494 h 10000"/>
              <a:gd name="connsiteX6" fmla="*/ 855 w 10000"/>
              <a:gd name="connsiteY6" fmla="*/ 7040 h 10000"/>
              <a:gd name="connsiteX7" fmla="*/ 1019 w 10000"/>
              <a:gd name="connsiteY7" fmla="*/ 6569 h 10000"/>
              <a:gd name="connsiteX8" fmla="*/ 1197 w 10000"/>
              <a:gd name="connsiteY8" fmla="*/ 6107 h 10000"/>
              <a:gd name="connsiteX9" fmla="*/ 1397 w 10000"/>
              <a:gd name="connsiteY9" fmla="*/ 5652 h 10000"/>
              <a:gd name="connsiteX10" fmla="*/ 1601 w 10000"/>
              <a:gd name="connsiteY10" fmla="*/ 5212 h 10000"/>
              <a:gd name="connsiteX11" fmla="*/ 1711 w 10000"/>
              <a:gd name="connsiteY11" fmla="*/ 5004 h 10000"/>
              <a:gd name="connsiteX12" fmla="*/ 1822 w 10000"/>
              <a:gd name="connsiteY12" fmla="*/ 4796 h 10000"/>
              <a:gd name="connsiteX13" fmla="*/ 1932 w 10000"/>
              <a:gd name="connsiteY13" fmla="*/ 4603 h 10000"/>
              <a:gd name="connsiteX14" fmla="*/ 2042 w 10000"/>
              <a:gd name="connsiteY14" fmla="*/ 4426 h 10000"/>
              <a:gd name="connsiteX15" fmla="*/ 2294 w 10000"/>
              <a:gd name="connsiteY15" fmla="*/ 4055 h 10000"/>
              <a:gd name="connsiteX16" fmla="*/ 2561 w 10000"/>
              <a:gd name="connsiteY16" fmla="*/ 3678 h 10000"/>
              <a:gd name="connsiteX17" fmla="*/ 2876 w 10000"/>
              <a:gd name="connsiteY17" fmla="*/ 3293 h 10000"/>
              <a:gd name="connsiteX18" fmla="*/ 3208 w 10000"/>
              <a:gd name="connsiteY18" fmla="*/ 2891 h 10000"/>
              <a:gd name="connsiteX19" fmla="*/ 3386 w 10000"/>
              <a:gd name="connsiteY19" fmla="*/ 2698 h 10000"/>
              <a:gd name="connsiteX20" fmla="*/ 3580 w 10000"/>
              <a:gd name="connsiteY20" fmla="*/ 2514 h 10000"/>
              <a:gd name="connsiteX21" fmla="*/ 3769 w 10000"/>
              <a:gd name="connsiteY21" fmla="*/ 2321 h 10000"/>
              <a:gd name="connsiteX22" fmla="*/ 3968 w 10000"/>
              <a:gd name="connsiteY22" fmla="*/ 2144 h 10000"/>
              <a:gd name="connsiteX23" fmla="*/ 4189 w 10000"/>
              <a:gd name="connsiteY23" fmla="*/ 1951 h 10000"/>
              <a:gd name="connsiteX24" fmla="*/ 4409 w 10000"/>
              <a:gd name="connsiteY24" fmla="*/ 1773 h 10000"/>
              <a:gd name="connsiteX25" fmla="*/ 4635 w 10000"/>
              <a:gd name="connsiteY25" fmla="*/ 1596 h 10000"/>
              <a:gd name="connsiteX26" fmla="*/ 4871 w 10000"/>
              <a:gd name="connsiteY26" fmla="*/ 1434 h 10000"/>
              <a:gd name="connsiteX27" fmla="*/ 5124 w 10000"/>
              <a:gd name="connsiteY27" fmla="*/ 1272 h 10000"/>
              <a:gd name="connsiteX28" fmla="*/ 5376 w 10000"/>
              <a:gd name="connsiteY28" fmla="*/ 1110 h 10000"/>
              <a:gd name="connsiteX29" fmla="*/ 5648 w 10000"/>
              <a:gd name="connsiteY29" fmla="*/ 964 h 10000"/>
              <a:gd name="connsiteX30" fmla="*/ 5916 w 10000"/>
              <a:gd name="connsiteY30" fmla="*/ 833 h 10000"/>
              <a:gd name="connsiteX31" fmla="*/ 6199 w 10000"/>
              <a:gd name="connsiteY31" fmla="*/ 694 h 10000"/>
              <a:gd name="connsiteX32" fmla="*/ 6498 w 10000"/>
              <a:gd name="connsiteY32" fmla="*/ 578 h 10000"/>
              <a:gd name="connsiteX33" fmla="*/ 6803 w 10000"/>
              <a:gd name="connsiteY33" fmla="*/ 462 h 10000"/>
              <a:gd name="connsiteX34" fmla="*/ 9213 w 10000"/>
              <a:gd name="connsiteY34" fmla="*/ 0 h 10000"/>
              <a:gd name="connsiteX35" fmla="*/ 9596 w 10000"/>
              <a:gd name="connsiteY35" fmla="*/ 0 h 10000"/>
              <a:gd name="connsiteX36" fmla="*/ 10000 w 10000"/>
              <a:gd name="connsiteY36" fmla="*/ 0 h 10000"/>
              <a:gd name="connsiteX0" fmla="*/ 0 w 10000"/>
              <a:gd name="connsiteY0" fmla="*/ 10000 h 10000"/>
              <a:gd name="connsiteX1" fmla="*/ 42 w 10000"/>
              <a:gd name="connsiteY1" fmla="*/ 9839 h 10000"/>
              <a:gd name="connsiteX2" fmla="*/ 152 w 10000"/>
              <a:gd name="connsiteY2" fmla="*/ 9399 h 10000"/>
              <a:gd name="connsiteX3" fmla="*/ 320 w 10000"/>
              <a:gd name="connsiteY3" fmla="*/ 8751 h 10000"/>
              <a:gd name="connsiteX4" fmla="*/ 551 w 10000"/>
              <a:gd name="connsiteY4" fmla="*/ 7941 h 10000"/>
              <a:gd name="connsiteX5" fmla="*/ 693 w 10000"/>
              <a:gd name="connsiteY5" fmla="*/ 7494 h 10000"/>
              <a:gd name="connsiteX6" fmla="*/ 855 w 10000"/>
              <a:gd name="connsiteY6" fmla="*/ 7040 h 10000"/>
              <a:gd name="connsiteX7" fmla="*/ 1019 w 10000"/>
              <a:gd name="connsiteY7" fmla="*/ 6569 h 10000"/>
              <a:gd name="connsiteX8" fmla="*/ 1197 w 10000"/>
              <a:gd name="connsiteY8" fmla="*/ 6107 h 10000"/>
              <a:gd name="connsiteX9" fmla="*/ 1397 w 10000"/>
              <a:gd name="connsiteY9" fmla="*/ 5652 h 10000"/>
              <a:gd name="connsiteX10" fmla="*/ 1601 w 10000"/>
              <a:gd name="connsiteY10" fmla="*/ 5212 h 10000"/>
              <a:gd name="connsiteX11" fmla="*/ 1711 w 10000"/>
              <a:gd name="connsiteY11" fmla="*/ 5004 h 10000"/>
              <a:gd name="connsiteX12" fmla="*/ 1822 w 10000"/>
              <a:gd name="connsiteY12" fmla="*/ 4796 h 10000"/>
              <a:gd name="connsiteX13" fmla="*/ 1932 w 10000"/>
              <a:gd name="connsiteY13" fmla="*/ 4603 h 10000"/>
              <a:gd name="connsiteX14" fmla="*/ 2042 w 10000"/>
              <a:gd name="connsiteY14" fmla="*/ 4426 h 10000"/>
              <a:gd name="connsiteX15" fmla="*/ 2294 w 10000"/>
              <a:gd name="connsiteY15" fmla="*/ 4055 h 10000"/>
              <a:gd name="connsiteX16" fmla="*/ 2561 w 10000"/>
              <a:gd name="connsiteY16" fmla="*/ 3678 h 10000"/>
              <a:gd name="connsiteX17" fmla="*/ 2876 w 10000"/>
              <a:gd name="connsiteY17" fmla="*/ 3293 h 10000"/>
              <a:gd name="connsiteX18" fmla="*/ 3208 w 10000"/>
              <a:gd name="connsiteY18" fmla="*/ 2891 h 10000"/>
              <a:gd name="connsiteX19" fmla="*/ 3386 w 10000"/>
              <a:gd name="connsiteY19" fmla="*/ 2698 h 10000"/>
              <a:gd name="connsiteX20" fmla="*/ 3580 w 10000"/>
              <a:gd name="connsiteY20" fmla="*/ 2514 h 10000"/>
              <a:gd name="connsiteX21" fmla="*/ 3769 w 10000"/>
              <a:gd name="connsiteY21" fmla="*/ 2321 h 10000"/>
              <a:gd name="connsiteX22" fmla="*/ 3968 w 10000"/>
              <a:gd name="connsiteY22" fmla="*/ 2144 h 10000"/>
              <a:gd name="connsiteX23" fmla="*/ 4189 w 10000"/>
              <a:gd name="connsiteY23" fmla="*/ 1951 h 10000"/>
              <a:gd name="connsiteX24" fmla="*/ 4409 w 10000"/>
              <a:gd name="connsiteY24" fmla="*/ 1773 h 10000"/>
              <a:gd name="connsiteX25" fmla="*/ 4635 w 10000"/>
              <a:gd name="connsiteY25" fmla="*/ 1596 h 10000"/>
              <a:gd name="connsiteX26" fmla="*/ 4871 w 10000"/>
              <a:gd name="connsiteY26" fmla="*/ 1434 h 10000"/>
              <a:gd name="connsiteX27" fmla="*/ 5124 w 10000"/>
              <a:gd name="connsiteY27" fmla="*/ 1272 h 10000"/>
              <a:gd name="connsiteX28" fmla="*/ 5376 w 10000"/>
              <a:gd name="connsiteY28" fmla="*/ 1110 h 10000"/>
              <a:gd name="connsiteX29" fmla="*/ 5648 w 10000"/>
              <a:gd name="connsiteY29" fmla="*/ 964 h 10000"/>
              <a:gd name="connsiteX30" fmla="*/ 5916 w 10000"/>
              <a:gd name="connsiteY30" fmla="*/ 833 h 10000"/>
              <a:gd name="connsiteX31" fmla="*/ 6199 w 10000"/>
              <a:gd name="connsiteY31" fmla="*/ 694 h 10000"/>
              <a:gd name="connsiteX32" fmla="*/ 6498 w 10000"/>
              <a:gd name="connsiteY32" fmla="*/ 578 h 10000"/>
              <a:gd name="connsiteX33" fmla="*/ 6803 w 10000"/>
              <a:gd name="connsiteY33" fmla="*/ 462 h 10000"/>
              <a:gd name="connsiteX34" fmla="*/ 9596 w 10000"/>
              <a:gd name="connsiteY34" fmla="*/ 0 h 10000"/>
              <a:gd name="connsiteX35" fmla="*/ 10000 w 10000"/>
              <a:gd name="connsiteY35" fmla="*/ 0 h 10000"/>
              <a:gd name="connsiteX0" fmla="*/ 0 w 10000"/>
              <a:gd name="connsiteY0" fmla="*/ 10000 h 10000"/>
              <a:gd name="connsiteX1" fmla="*/ 42 w 10000"/>
              <a:gd name="connsiteY1" fmla="*/ 9839 h 10000"/>
              <a:gd name="connsiteX2" fmla="*/ 152 w 10000"/>
              <a:gd name="connsiteY2" fmla="*/ 9399 h 10000"/>
              <a:gd name="connsiteX3" fmla="*/ 320 w 10000"/>
              <a:gd name="connsiteY3" fmla="*/ 8751 h 10000"/>
              <a:gd name="connsiteX4" fmla="*/ 551 w 10000"/>
              <a:gd name="connsiteY4" fmla="*/ 7941 h 10000"/>
              <a:gd name="connsiteX5" fmla="*/ 693 w 10000"/>
              <a:gd name="connsiteY5" fmla="*/ 7494 h 10000"/>
              <a:gd name="connsiteX6" fmla="*/ 855 w 10000"/>
              <a:gd name="connsiteY6" fmla="*/ 7040 h 10000"/>
              <a:gd name="connsiteX7" fmla="*/ 1019 w 10000"/>
              <a:gd name="connsiteY7" fmla="*/ 6569 h 10000"/>
              <a:gd name="connsiteX8" fmla="*/ 1197 w 10000"/>
              <a:gd name="connsiteY8" fmla="*/ 6107 h 10000"/>
              <a:gd name="connsiteX9" fmla="*/ 1397 w 10000"/>
              <a:gd name="connsiteY9" fmla="*/ 5652 h 10000"/>
              <a:gd name="connsiteX10" fmla="*/ 1601 w 10000"/>
              <a:gd name="connsiteY10" fmla="*/ 5212 h 10000"/>
              <a:gd name="connsiteX11" fmla="*/ 1711 w 10000"/>
              <a:gd name="connsiteY11" fmla="*/ 5004 h 10000"/>
              <a:gd name="connsiteX12" fmla="*/ 1822 w 10000"/>
              <a:gd name="connsiteY12" fmla="*/ 4796 h 10000"/>
              <a:gd name="connsiteX13" fmla="*/ 1932 w 10000"/>
              <a:gd name="connsiteY13" fmla="*/ 4603 h 10000"/>
              <a:gd name="connsiteX14" fmla="*/ 2042 w 10000"/>
              <a:gd name="connsiteY14" fmla="*/ 4426 h 10000"/>
              <a:gd name="connsiteX15" fmla="*/ 2294 w 10000"/>
              <a:gd name="connsiteY15" fmla="*/ 4055 h 10000"/>
              <a:gd name="connsiteX16" fmla="*/ 2561 w 10000"/>
              <a:gd name="connsiteY16" fmla="*/ 3678 h 10000"/>
              <a:gd name="connsiteX17" fmla="*/ 2876 w 10000"/>
              <a:gd name="connsiteY17" fmla="*/ 3293 h 10000"/>
              <a:gd name="connsiteX18" fmla="*/ 3208 w 10000"/>
              <a:gd name="connsiteY18" fmla="*/ 2891 h 10000"/>
              <a:gd name="connsiteX19" fmla="*/ 3386 w 10000"/>
              <a:gd name="connsiteY19" fmla="*/ 2698 h 10000"/>
              <a:gd name="connsiteX20" fmla="*/ 3580 w 10000"/>
              <a:gd name="connsiteY20" fmla="*/ 2514 h 10000"/>
              <a:gd name="connsiteX21" fmla="*/ 3769 w 10000"/>
              <a:gd name="connsiteY21" fmla="*/ 2321 h 10000"/>
              <a:gd name="connsiteX22" fmla="*/ 3968 w 10000"/>
              <a:gd name="connsiteY22" fmla="*/ 2144 h 10000"/>
              <a:gd name="connsiteX23" fmla="*/ 4189 w 10000"/>
              <a:gd name="connsiteY23" fmla="*/ 1951 h 10000"/>
              <a:gd name="connsiteX24" fmla="*/ 4409 w 10000"/>
              <a:gd name="connsiteY24" fmla="*/ 1773 h 10000"/>
              <a:gd name="connsiteX25" fmla="*/ 4635 w 10000"/>
              <a:gd name="connsiteY25" fmla="*/ 1596 h 10000"/>
              <a:gd name="connsiteX26" fmla="*/ 4871 w 10000"/>
              <a:gd name="connsiteY26" fmla="*/ 1434 h 10000"/>
              <a:gd name="connsiteX27" fmla="*/ 5124 w 10000"/>
              <a:gd name="connsiteY27" fmla="*/ 1272 h 10000"/>
              <a:gd name="connsiteX28" fmla="*/ 5376 w 10000"/>
              <a:gd name="connsiteY28" fmla="*/ 1110 h 10000"/>
              <a:gd name="connsiteX29" fmla="*/ 5648 w 10000"/>
              <a:gd name="connsiteY29" fmla="*/ 964 h 10000"/>
              <a:gd name="connsiteX30" fmla="*/ 5916 w 10000"/>
              <a:gd name="connsiteY30" fmla="*/ 833 h 10000"/>
              <a:gd name="connsiteX31" fmla="*/ 6199 w 10000"/>
              <a:gd name="connsiteY31" fmla="*/ 694 h 10000"/>
              <a:gd name="connsiteX32" fmla="*/ 6498 w 10000"/>
              <a:gd name="connsiteY32" fmla="*/ 578 h 10000"/>
              <a:gd name="connsiteX33" fmla="*/ 6803 w 10000"/>
              <a:gd name="connsiteY33" fmla="*/ 462 h 10000"/>
              <a:gd name="connsiteX34" fmla="*/ 10000 w 10000"/>
              <a:gd name="connsiteY34" fmla="*/ 0 h 10000"/>
              <a:gd name="connsiteX0" fmla="*/ 0 w 6803"/>
              <a:gd name="connsiteY0" fmla="*/ 9538 h 9538"/>
              <a:gd name="connsiteX1" fmla="*/ 42 w 6803"/>
              <a:gd name="connsiteY1" fmla="*/ 9377 h 9538"/>
              <a:gd name="connsiteX2" fmla="*/ 152 w 6803"/>
              <a:gd name="connsiteY2" fmla="*/ 8937 h 9538"/>
              <a:gd name="connsiteX3" fmla="*/ 320 w 6803"/>
              <a:gd name="connsiteY3" fmla="*/ 8289 h 9538"/>
              <a:gd name="connsiteX4" fmla="*/ 551 w 6803"/>
              <a:gd name="connsiteY4" fmla="*/ 7479 h 9538"/>
              <a:gd name="connsiteX5" fmla="*/ 693 w 6803"/>
              <a:gd name="connsiteY5" fmla="*/ 7032 h 9538"/>
              <a:gd name="connsiteX6" fmla="*/ 855 w 6803"/>
              <a:gd name="connsiteY6" fmla="*/ 6578 h 9538"/>
              <a:gd name="connsiteX7" fmla="*/ 1019 w 6803"/>
              <a:gd name="connsiteY7" fmla="*/ 6107 h 9538"/>
              <a:gd name="connsiteX8" fmla="*/ 1197 w 6803"/>
              <a:gd name="connsiteY8" fmla="*/ 5645 h 9538"/>
              <a:gd name="connsiteX9" fmla="*/ 1397 w 6803"/>
              <a:gd name="connsiteY9" fmla="*/ 5190 h 9538"/>
              <a:gd name="connsiteX10" fmla="*/ 1601 w 6803"/>
              <a:gd name="connsiteY10" fmla="*/ 4750 h 9538"/>
              <a:gd name="connsiteX11" fmla="*/ 1711 w 6803"/>
              <a:gd name="connsiteY11" fmla="*/ 4542 h 9538"/>
              <a:gd name="connsiteX12" fmla="*/ 1822 w 6803"/>
              <a:gd name="connsiteY12" fmla="*/ 4334 h 9538"/>
              <a:gd name="connsiteX13" fmla="*/ 1932 w 6803"/>
              <a:gd name="connsiteY13" fmla="*/ 4141 h 9538"/>
              <a:gd name="connsiteX14" fmla="*/ 2042 w 6803"/>
              <a:gd name="connsiteY14" fmla="*/ 3964 h 9538"/>
              <a:gd name="connsiteX15" fmla="*/ 2294 w 6803"/>
              <a:gd name="connsiteY15" fmla="*/ 3593 h 9538"/>
              <a:gd name="connsiteX16" fmla="*/ 2561 w 6803"/>
              <a:gd name="connsiteY16" fmla="*/ 3216 h 9538"/>
              <a:gd name="connsiteX17" fmla="*/ 2876 w 6803"/>
              <a:gd name="connsiteY17" fmla="*/ 2831 h 9538"/>
              <a:gd name="connsiteX18" fmla="*/ 3208 w 6803"/>
              <a:gd name="connsiteY18" fmla="*/ 2429 h 9538"/>
              <a:gd name="connsiteX19" fmla="*/ 3386 w 6803"/>
              <a:gd name="connsiteY19" fmla="*/ 2236 h 9538"/>
              <a:gd name="connsiteX20" fmla="*/ 3580 w 6803"/>
              <a:gd name="connsiteY20" fmla="*/ 2052 h 9538"/>
              <a:gd name="connsiteX21" fmla="*/ 3769 w 6803"/>
              <a:gd name="connsiteY21" fmla="*/ 1859 h 9538"/>
              <a:gd name="connsiteX22" fmla="*/ 3968 w 6803"/>
              <a:gd name="connsiteY22" fmla="*/ 1682 h 9538"/>
              <a:gd name="connsiteX23" fmla="*/ 4189 w 6803"/>
              <a:gd name="connsiteY23" fmla="*/ 1489 h 9538"/>
              <a:gd name="connsiteX24" fmla="*/ 4409 w 6803"/>
              <a:gd name="connsiteY24" fmla="*/ 1311 h 9538"/>
              <a:gd name="connsiteX25" fmla="*/ 4635 w 6803"/>
              <a:gd name="connsiteY25" fmla="*/ 1134 h 9538"/>
              <a:gd name="connsiteX26" fmla="*/ 4871 w 6803"/>
              <a:gd name="connsiteY26" fmla="*/ 972 h 9538"/>
              <a:gd name="connsiteX27" fmla="*/ 5124 w 6803"/>
              <a:gd name="connsiteY27" fmla="*/ 810 h 9538"/>
              <a:gd name="connsiteX28" fmla="*/ 5376 w 6803"/>
              <a:gd name="connsiteY28" fmla="*/ 648 h 9538"/>
              <a:gd name="connsiteX29" fmla="*/ 5648 w 6803"/>
              <a:gd name="connsiteY29" fmla="*/ 502 h 9538"/>
              <a:gd name="connsiteX30" fmla="*/ 5916 w 6803"/>
              <a:gd name="connsiteY30" fmla="*/ 371 h 9538"/>
              <a:gd name="connsiteX31" fmla="*/ 6199 w 6803"/>
              <a:gd name="connsiteY31" fmla="*/ 232 h 9538"/>
              <a:gd name="connsiteX32" fmla="*/ 6498 w 6803"/>
              <a:gd name="connsiteY32" fmla="*/ 116 h 9538"/>
              <a:gd name="connsiteX33" fmla="*/ 6803 w 6803"/>
              <a:gd name="connsiteY33" fmla="*/ 0 h 9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803" h="9538">
                <a:moveTo>
                  <a:pt x="0" y="9538"/>
                </a:moveTo>
                <a:cubicBezTo>
                  <a:pt x="14" y="9484"/>
                  <a:pt x="28" y="9431"/>
                  <a:pt x="42" y="9377"/>
                </a:cubicBezTo>
                <a:cubicBezTo>
                  <a:pt x="79" y="9230"/>
                  <a:pt x="115" y="9084"/>
                  <a:pt x="152" y="8937"/>
                </a:cubicBezTo>
                <a:lnTo>
                  <a:pt x="320" y="8289"/>
                </a:lnTo>
                <a:lnTo>
                  <a:pt x="551" y="7479"/>
                </a:lnTo>
                <a:cubicBezTo>
                  <a:pt x="598" y="7330"/>
                  <a:pt x="646" y="7181"/>
                  <a:pt x="693" y="7032"/>
                </a:cubicBezTo>
                <a:lnTo>
                  <a:pt x="855" y="6578"/>
                </a:lnTo>
                <a:cubicBezTo>
                  <a:pt x="909" y="6421"/>
                  <a:pt x="964" y="6264"/>
                  <a:pt x="1019" y="6107"/>
                </a:cubicBezTo>
                <a:cubicBezTo>
                  <a:pt x="1078" y="5953"/>
                  <a:pt x="1138" y="5799"/>
                  <a:pt x="1197" y="5645"/>
                </a:cubicBezTo>
                <a:lnTo>
                  <a:pt x="1397" y="5190"/>
                </a:lnTo>
                <a:lnTo>
                  <a:pt x="1601" y="4750"/>
                </a:lnTo>
                <a:cubicBezTo>
                  <a:pt x="1638" y="4681"/>
                  <a:pt x="1674" y="4611"/>
                  <a:pt x="1711" y="4542"/>
                </a:cubicBezTo>
                <a:lnTo>
                  <a:pt x="1822" y="4334"/>
                </a:lnTo>
                <a:cubicBezTo>
                  <a:pt x="1859" y="4270"/>
                  <a:pt x="1895" y="4205"/>
                  <a:pt x="1932" y="4141"/>
                </a:cubicBezTo>
                <a:cubicBezTo>
                  <a:pt x="1969" y="4082"/>
                  <a:pt x="2005" y="4023"/>
                  <a:pt x="2042" y="3964"/>
                </a:cubicBezTo>
                <a:lnTo>
                  <a:pt x="2294" y="3593"/>
                </a:lnTo>
                <a:lnTo>
                  <a:pt x="2561" y="3216"/>
                </a:lnTo>
                <a:lnTo>
                  <a:pt x="2876" y="2831"/>
                </a:lnTo>
                <a:lnTo>
                  <a:pt x="3208" y="2429"/>
                </a:lnTo>
                <a:lnTo>
                  <a:pt x="3386" y="2236"/>
                </a:lnTo>
                <a:lnTo>
                  <a:pt x="3580" y="2052"/>
                </a:lnTo>
                <a:lnTo>
                  <a:pt x="3769" y="1859"/>
                </a:lnTo>
                <a:lnTo>
                  <a:pt x="3968" y="1682"/>
                </a:lnTo>
                <a:lnTo>
                  <a:pt x="4189" y="1489"/>
                </a:lnTo>
                <a:lnTo>
                  <a:pt x="4409" y="1311"/>
                </a:lnTo>
                <a:lnTo>
                  <a:pt x="4635" y="1134"/>
                </a:lnTo>
                <a:lnTo>
                  <a:pt x="4871" y="972"/>
                </a:lnTo>
                <a:lnTo>
                  <a:pt x="5124" y="810"/>
                </a:lnTo>
                <a:lnTo>
                  <a:pt x="5376" y="648"/>
                </a:lnTo>
                <a:lnTo>
                  <a:pt x="5648" y="502"/>
                </a:lnTo>
                <a:lnTo>
                  <a:pt x="5916" y="371"/>
                </a:lnTo>
                <a:lnTo>
                  <a:pt x="6199" y="232"/>
                </a:lnTo>
                <a:lnTo>
                  <a:pt x="6498" y="116"/>
                </a:lnTo>
                <a:lnTo>
                  <a:pt x="6803" y="0"/>
                </a:lnTo>
              </a:path>
            </a:pathLst>
          </a:custGeom>
          <a:noFill/>
          <a:ln w="50800" cap="rnd" cmpd="sng">
            <a:solidFill>
              <a:srgbClr val="4E6BF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1717" name="Freeform 5"/>
          <p:cNvSpPr>
            <a:spLocks/>
          </p:cNvSpPr>
          <p:nvPr/>
        </p:nvSpPr>
        <p:spPr bwMode="auto">
          <a:xfrm>
            <a:off x="1946275" y="1568451"/>
            <a:ext cx="3405188" cy="2981325"/>
          </a:xfrm>
          <a:custGeom>
            <a:avLst/>
            <a:gdLst>
              <a:gd name="connsiteX0" fmla="*/ 9995 w 9995"/>
              <a:gd name="connsiteY0" fmla="*/ 0 h 10006"/>
              <a:gd name="connsiteX1" fmla="*/ 9722 w 9995"/>
              <a:gd name="connsiteY1" fmla="*/ 43 h 10006"/>
              <a:gd name="connsiteX2" fmla="*/ 9449 w 9995"/>
              <a:gd name="connsiteY2" fmla="*/ 22 h 10006"/>
              <a:gd name="connsiteX3" fmla="*/ 9176 w 9995"/>
              <a:gd name="connsiteY3" fmla="*/ 11 h 10006"/>
              <a:gd name="connsiteX4" fmla="*/ 8909 w 9995"/>
              <a:gd name="connsiteY4" fmla="*/ 11 h 10006"/>
              <a:gd name="connsiteX5" fmla="*/ 8636 w 9995"/>
              <a:gd name="connsiteY5" fmla="*/ 22 h 10006"/>
              <a:gd name="connsiteX6" fmla="*/ 8363 w 9995"/>
              <a:gd name="connsiteY6" fmla="*/ 32 h 10006"/>
              <a:gd name="connsiteX7" fmla="*/ 8095 w 9995"/>
              <a:gd name="connsiteY7" fmla="*/ 43 h 10006"/>
              <a:gd name="connsiteX8" fmla="*/ 7823 w 9995"/>
              <a:gd name="connsiteY8" fmla="*/ 75 h 10006"/>
              <a:gd name="connsiteX9" fmla="*/ 7550 w 9995"/>
              <a:gd name="connsiteY9" fmla="*/ 107 h 10006"/>
              <a:gd name="connsiteX10" fmla="*/ 7293 w 9995"/>
              <a:gd name="connsiteY10" fmla="*/ 145 h 10006"/>
              <a:gd name="connsiteX11" fmla="*/ 7020 w 9995"/>
              <a:gd name="connsiteY11" fmla="*/ 198 h 10006"/>
              <a:gd name="connsiteX12" fmla="*/ 6758 w 9995"/>
              <a:gd name="connsiteY12" fmla="*/ 257 h 10006"/>
              <a:gd name="connsiteX13" fmla="*/ 6490 w 9995"/>
              <a:gd name="connsiteY13" fmla="*/ 321 h 10006"/>
              <a:gd name="connsiteX14" fmla="*/ 6228 w 9995"/>
              <a:gd name="connsiteY14" fmla="*/ 390 h 10006"/>
              <a:gd name="connsiteX15" fmla="*/ 5976 w 9995"/>
              <a:gd name="connsiteY15" fmla="*/ 481 h 10006"/>
              <a:gd name="connsiteX16" fmla="*/ 5714 w 9995"/>
              <a:gd name="connsiteY16" fmla="*/ 577 h 10006"/>
              <a:gd name="connsiteX17" fmla="*/ 5462 w 9995"/>
              <a:gd name="connsiteY17" fmla="*/ 679 h 10006"/>
              <a:gd name="connsiteX18" fmla="*/ 5215 w 9995"/>
              <a:gd name="connsiteY18" fmla="*/ 791 h 10006"/>
              <a:gd name="connsiteX19" fmla="*/ 4963 w 9995"/>
              <a:gd name="connsiteY19" fmla="*/ 903 h 10006"/>
              <a:gd name="connsiteX20" fmla="*/ 4711 w 9995"/>
              <a:gd name="connsiteY20" fmla="*/ 1037 h 10006"/>
              <a:gd name="connsiteX21" fmla="*/ 4470 w 9995"/>
              <a:gd name="connsiteY21" fmla="*/ 1181 h 10006"/>
              <a:gd name="connsiteX22" fmla="*/ 4239 w 9995"/>
              <a:gd name="connsiteY22" fmla="*/ 1330 h 10006"/>
              <a:gd name="connsiteX23" fmla="*/ 3998 w 9995"/>
              <a:gd name="connsiteY23" fmla="*/ 1496 h 10006"/>
              <a:gd name="connsiteX24" fmla="*/ 3767 w 9995"/>
              <a:gd name="connsiteY24" fmla="*/ 1667 h 10006"/>
              <a:gd name="connsiteX25" fmla="*/ 3547 w 9995"/>
              <a:gd name="connsiteY25" fmla="*/ 1854 h 10006"/>
              <a:gd name="connsiteX26" fmla="*/ 3316 w 9995"/>
              <a:gd name="connsiteY26" fmla="*/ 2046 h 10006"/>
              <a:gd name="connsiteX27" fmla="*/ 3106 w 9995"/>
              <a:gd name="connsiteY27" fmla="*/ 2249 h 10006"/>
              <a:gd name="connsiteX28" fmla="*/ 2886 w 9995"/>
              <a:gd name="connsiteY28" fmla="*/ 2479 h 10006"/>
              <a:gd name="connsiteX29" fmla="*/ 2681 w 9995"/>
              <a:gd name="connsiteY29" fmla="*/ 2714 h 10006"/>
              <a:gd name="connsiteX30" fmla="*/ 2471 w 9995"/>
              <a:gd name="connsiteY30" fmla="*/ 2949 h 10006"/>
              <a:gd name="connsiteX31" fmla="*/ 2282 w 9995"/>
              <a:gd name="connsiteY31" fmla="*/ 3200 h 10006"/>
              <a:gd name="connsiteX32" fmla="*/ 2088 w 9995"/>
              <a:gd name="connsiteY32" fmla="*/ 3478 h 10006"/>
              <a:gd name="connsiteX33" fmla="*/ 1899 w 9995"/>
              <a:gd name="connsiteY33" fmla="*/ 3756 h 10006"/>
              <a:gd name="connsiteX34" fmla="*/ 1726 w 9995"/>
              <a:gd name="connsiteY34" fmla="*/ 4028 h 10006"/>
              <a:gd name="connsiteX35" fmla="*/ 1569 w 9995"/>
              <a:gd name="connsiteY35" fmla="*/ 4317 h 10006"/>
              <a:gd name="connsiteX36" fmla="*/ 1417 w 9995"/>
              <a:gd name="connsiteY36" fmla="*/ 4594 h 10006"/>
              <a:gd name="connsiteX37" fmla="*/ 1275 w 9995"/>
              <a:gd name="connsiteY37" fmla="*/ 4877 h 10006"/>
              <a:gd name="connsiteX38" fmla="*/ 1144 w 9995"/>
              <a:gd name="connsiteY38" fmla="*/ 5166 h 10006"/>
              <a:gd name="connsiteX39" fmla="*/ 1023 w 9995"/>
              <a:gd name="connsiteY39" fmla="*/ 5449 h 10006"/>
              <a:gd name="connsiteX40" fmla="*/ 902 w 9995"/>
              <a:gd name="connsiteY40" fmla="*/ 5737 h 10006"/>
              <a:gd name="connsiteX41" fmla="*/ 803 w 9995"/>
              <a:gd name="connsiteY41" fmla="*/ 6010 h 10006"/>
              <a:gd name="connsiteX42" fmla="*/ 703 w 9995"/>
              <a:gd name="connsiteY42" fmla="*/ 6288 h 10006"/>
              <a:gd name="connsiteX43" fmla="*/ 624 w 9995"/>
              <a:gd name="connsiteY43" fmla="*/ 6565 h 10006"/>
              <a:gd name="connsiteX44" fmla="*/ 546 w 9995"/>
              <a:gd name="connsiteY44" fmla="*/ 6827 h 10006"/>
              <a:gd name="connsiteX45" fmla="*/ 404 w 9995"/>
              <a:gd name="connsiteY45" fmla="*/ 7351 h 10006"/>
              <a:gd name="connsiteX46" fmla="*/ 294 w 9995"/>
              <a:gd name="connsiteY46" fmla="*/ 7842 h 10006"/>
              <a:gd name="connsiteX47" fmla="*/ 205 w 9995"/>
              <a:gd name="connsiteY47" fmla="*/ 8302 h 10006"/>
              <a:gd name="connsiteX48" fmla="*/ 131 w 9995"/>
              <a:gd name="connsiteY48" fmla="*/ 8708 h 10006"/>
              <a:gd name="connsiteX49" fmla="*/ 84 w 9995"/>
              <a:gd name="connsiteY49" fmla="*/ 9087 h 10006"/>
              <a:gd name="connsiteX50" fmla="*/ 42 w 9995"/>
              <a:gd name="connsiteY50" fmla="*/ 9407 h 10006"/>
              <a:gd name="connsiteX51" fmla="*/ 10 w 9995"/>
              <a:gd name="connsiteY51" fmla="*/ 9856 h 10006"/>
              <a:gd name="connsiteX52" fmla="*/ 0 w 9995"/>
              <a:gd name="connsiteY52" fmla="*/ 10006 h 10006"/>
              <a:gd name="connsiteX0" fmla="*/ 10000 w 10000"/>
              <a:gd name="connsiteY0" fmla="*/ 21 h 10021"/>
              <a:gd name="connsiteX1" fmla="*/ 9709 w 10000"/>
              <a:gd name="connsiteY1" fmla="*/ 0 h 10021"/>
              <a:gd name="connsiteX2" fmla="*/ 9454 w 10000"/>
              <a:gd name="connsiteY2" fmla="*/ 43 h 10021"/>
              <a:gd name="connsiteX3" fmla="*/ 9181 w 10000"/>
              <a:gd name="connsiteY3" fmla="*/ 32 h 10021"/>
              <a:gd name="connsiteX4" fmla="*/ 8913 w 10000"/>
              <a:gd name="connsiteY4" fmla="*/ 32 h 10021"/>
              <a:gd name="connsiteX5" fmla="*/ 8640 w 10000"/>
              <a:gd name="connsiteY5" fmla="*/ 43 h 10021"/>
              <a:gd name="connsiteX6" fmla="*/ 8367 w 10000"/>
              <a:gd name="connsiteY6" fmla="*/ 53 h 10021"/>
              <a:gd name="connsiteX7" fmla="*/ 8099 w 10000"/>
              <a:gd name="connsiteY7" fmla="*/ 64 h 10021"/>
              <a:gd name="connsiteX8" fmla="*/ 7827 w 10000"/>
              <a:gd name="connsiteY8" fmla="*/ 96 h 10021"/>
              <a:gd name="connsiteX9" fmla="*/ 7554 w 10000"/>
              <a:gd name="connsiteY9" fmla="*/ 128 h 10021"/>
              <a:gd name="connsiteX10" fmla="*/ 7297 w 10000"/>
              <a:gd name="connsiteY10" fmla="*/ 166 h 10021"/>
              <a:gd name="connsiteX11" fmla="*/ 7024 w 10000"/>
              <a:gd name="connsiteY11" fmla="*/ 219 h 10021"/>
              <a:gd name="connsiteX12" fmla="*/ 6761 w 10000"/>
              <a:gd name="connsiteY12" fmla="*/ 278 h 10021"/>
              <a:gd name="connsiteX13" fmla="*/ 6493 w 10000"/>
              <a:gd name="connsiteY13" fmla="*/ 342 h 10021"/>
              <a:gd name="connsiteX14" fmla="*/ 6231 w 10000"/>
              <a:gd name="connsiteY14" fmla="*/ 411 h 10021"/>
              <a:gd name="connsiteX15" fmla="*/ 5979 w 10000"/>
              <a:gd name="connsiteY15" fmla="*/ 502 h 10021"/>
              <a:gd name="connsiteX16" fmla="*/ 5717 w 10000"/>
              <a:gd name="connsiteY16" fmla="*/ 598 h 10021"/>
              <a:gd name="connsiteX17" fmla="*/ 5465 w 10000"/>
              <a:gd name="connsiteY17" fmla="*/ 700 h 10021"/>
              <a:gd name="connsiteX18" fmla="*/ 5218 w 10000"/>
              <a:gd name="connsiteY18" fmla="*/ 812 h 10021"/>
              <a:gd name="connsiteX19" fmla="*/ 4965 w 10000"/>
              <a:gd name="connsiteY19" fmla="*/ 923 h 10021"/>
              <a:gd name="connsiteX20" fmla="*/ 4713 w 10000"/>
              <a:gd name="connsiteY20" fmla="*/ 1057 h 10021"/>
              <a:gd name="connsiteX21" fmla="*/ 4472 w 10000"/>
              <a:gd name="connsiteY21" fmla="*/ 1201 h 10021"/>
              <a:gd name="connsiteX22" fmla="*/ 4241 w 10000"/>
              <a:gd name="connsiteY22" fmla="*/ 1350 h 10021"/>
              <a:gd name="connsiteX23" fmla="*/ 4000 w 10000"/>
              <a:gd name="connsiteY23" fmla="*/ 1516 h 10021"/>
              <a:gd name="connsiteX24" fmla="*/ 3769 w 10000"/>
              <a:gd name="connsiteY24" fmla="*/ 1687 h 10021"/>
              <a:gd name="connsiteX25" fmla="*/ 3549 w 10000"/>
              <a:gd name="connsiteY25" fmla="*/ 1874 h 10021"/>
              <a:gd name="connsiteX26" fmla="*/ 3318 w 10000"/>
              <a:gd name="connsiteY26" fmla="*/ 2066 h 10021"/>
              <a:gd name="connsiteX27" fmla="*/ 3108 w 10000"/>
              <a:gd name="connsiteY27" fmla="*/ 2269 h 10021"/>
              <a:gd name="connsiteX28" fmla="*/ 2887 w 10000"/>
              <a:gd name="connsiteY28" fmla="*/ 2499 h 10021"/>
              <a:gd name="connsiteX29" fmla="*/ 2682 w 10000"/>
              <a:gd name="connsiteY29" fmla="*/ 2733 h 10021"/>
              <a:gd name="connsiteX30" fmla="*/ 2472 w 10000"/>
              <a:gd name="connsiteY30" fmla="*/ 2968 h 10021"/>
              <a:gd name="connsiteX31" fmla="*/ 2283 w 10000"/>
              <a:gd name="connsiteY31" fmla="*/ 3219 h 10021"/>
              <a:gd name="connsiteX32" fmla="*/ 2089 w 10000"/>
              <a:gd name="connsiteY32" fmla="*/ 3497 h 10021"/>
              <a:gd name="connsiteX33" fmla="*/ 1900 w 10000"/>
              <a:gd name="connsiteY33" fmla="*/ 3775 h 10021"/>
              <a:gd name="connsiteX34" fmla="*/ 1727 w 10000"/>
              <a:gd name="connsiteY34" fmla="*/ 4047 h 10021"/>
              <a:gd name="connsiteX35" fmla="*/ 1570 w 10000"/>
              <a:gd name="connsiteY35" fmla="*/ 4335 h 10021"/>
              <a:gd name="connsiteX36" fmla="*/ 1418 w 10000"/>
              <a:gd name="connsiteY36" fmla="*/ 4612 h 10021"/>
              <a:gd name="connsiteX37" fmla="*/ 1276 w 10000"/>
              <a:gd name="connsiteY37" fmla="*/ 4895 h 10021"/>
              <a:gd name="connsiteX38" fmla="*/ 1145 w 10000"/>
              <a:gd name="connsiteY38" fmla="*/ 5184 h 10021"/>
              <a:gd name="connsiteX39" fmla="*/ 1024 w 10000"/>
              <a:gd name="connsiteY39" fmla="*/ 5467 h 10021"/>
              <a:gd name="connsiteX40" fmla="*/ 902 w 10000"/>
              <a:gd name="connsiteY40" fmla="*/ 5755 h 10021"/>
              <a:gd name="connsiteX41" fmla="*/ 803 w 10000"/>
              <a:gd name="connsiteY41" fmla="*/ 6027 h 10021"/>
              <a:gd name="connsiteX42" fmla="*/ 703 w 10000"/>
              <a:gd name="connsiteY42" fmla="*/ 6305 h 10021"/>
              <a:gd name="connsiteX43" fmla="*/ 624 w 10000"/>
              <a:gd name="connsiteY43" fmla="*/ 6582 h 10021"/>
              <a:gd name="connsiteX44" fmla="*/ 546 w 10000"/>
              <a:gd name="connsiteY44" fmla="*/ 6844 h 10021"/>
              <a:gd name="connsiteX45" fmla="*/ 404 w 10000"/>
              <a:gd name="connsiteY45" fmla="*/ 7368 h 10021"/>
              <a:gd name="connsiteX46" fmla="*/ 294 w 10000"/>
              <a:gd name="connsiteY46" fmla="*/ 7858 h 10021"/>
              <a:gd name="connsiteX47" fmla="*/ 205 w 10000"/>
              <a:gd name="connsiteY47" fmla="*/ 8318 h 10021"/>
              <a:gd name="connsiteX48" fmla="*/ 131 w 10000"/>
              <a:gd name="connsiteY48" fmla="*/ 8724 h 10021"/>
              <a:gd name="connsiteX49" fmla="*/ 84 w 10000"/>
              <a:gd name="connsiteY49" fmla="*/ 9103 h 10021"/>
              <a:gd name="connsiteX50" fmla="*/ 42 w 10000"/>
              <a:gd name="connsiteY50" fmla="*/ 9422 h 10021"/>
              <a:gd name="connsiteX51" fmla="*/ 10 w 10000"/>
              <a:gd name="connsiteY51" fmla="*/ 9871 h 10021"/>
              <a:gd name="connsiteX52" fmla="*/ 0 w 10000"/>
              <a:gd name="connsiteY52" fmla="*/ 10021 h 10021"/>
              <a:gd name="connsiteX0" fmla="*/ 10000 w 10000"/>
              <a:gd name="connsiteY0" fmla="*/ 26 h 10026"/>
              <a:gd name="connsiteX1" fmla="*/ 9709 w 10000"/>
              <a:gd name="connsiteY1" fmla="*/ 5 h 10026"/>
              <a:gd name="connsiteX2" fmla="*/ 9454 w 10000"/>
              <a:gd name="connsiteY2" fmla="*/ 0 h 10026"/>
              <a:gd name="connsiteX3" fmla="*/ 9181 w 10000"/>
              <a:gd name="connsiteY3" fmla="*/ 37 h 10026"/>
              <a:gd name="connsiteX4" fmla="*/ 8913 w 10000"/>
              <a:gd name="connsiteY4" fmla="*/ 37 h 10026"/>
              <a:gd name="connsiteX5" fmla="*/ 8640 w 10000"/>
              <a:gd name="connsiteY5" fmla="*/ 48 h 10026"/>
              <a:gd name="connsiteX6" fmla="*/ 8367 w 10000"/>
              <a:gd name="connsiteY6" fmla="*/ 58 h 10026"/>
              <a:gd name="connsiteX7" fmla="*/ 8099 w 10000"/>
              <a:gd name="connsiteY7" fmla="*/ 69 h 10026"/>
              <a:gd name="connsiteX8" fmla="*/ 7827 w 10000"/>
              <a:gd name="connsiteY8" fmla="*/ 101 h 10026"/>
              <a:gd name="connsiteX9" fmla="*/ 7554 w 10000"/>
              <a:gd name="connsiteY9" fmla="*/ 133 h 10026"/>
              <a:gd name="connsiteX10" fmla="*/ 7297 w 10000"/>
              <a:gd name="connsiteY10" fmla="*/ 171 h 10026"/>
              <a:gd name="connsiteX11" fmla="*/ 7024 w 10000"/>
              <a:gd name="connsiteY11" fmla="*/ 224 h 10026"/>
              <a:gd name="connsiteX12" fmla="*/ 6761 w 10000"/>
              <a:gd name="connsiteY12" fmla="*/ 283 h 10026"/>
              <a:gd name="connsiteX13" fmla="*/ 6493 w 10000"/>
              <a:gd name="connsiteY13" fmla="*/ 347 h 10026"/>
              <a:gd name="connsiteX14" fmla="*/ 6231 w 10000"/>
              <a:gd name="connsiteY14" fmla="*/ 416 h 10026"/>
              <a:gd name="connsiteX15" fmla="*/ 5979 w 10000"/>
              <a:gd name="connsiteY15" fmla="*/ 507 h 10026"/>
              <a:gd name="connsiteX16" fmla="*/ 5717 w 10000"/>
              <a:gd name="connsiteY16" fmla="*/ 603 h 10026"/>
              <a:gd name="connsiteX17" fmla="*/ 5465 w 10000"/>
              <a:gd name="connsiteY17" fmla="*/ 705 h 10026"/>
              <a:gd name="connsiteX18" fmla="*/ 5218 w 10000"/>
              <a:gd name="connsiteY18" fmla="*/ 817 h 10026"/>
              <a:gd name="connsiteX19" fmla="*/ 4965 w 10000"/>
              <a:gd name="connsiteY19" fmla="*/ 928 h 10026"/>
              <a:gd name="connsiteX20" fmla="*/ 4713 w 10000"/>
              <a:gd name="connsiteY20" fmla="*/ 1062 h 10026"/>
              <a:gd name="connsiteX21" fmla="*/ 4472 w 10000"/>
              <a:gd name="connsiteY21" fmla="*/ 1206 h 10026"/>
              <a:gd name="connsiteX22" fmla="*/ 4241 w 10000"/>
              <a:gd name="connsiteY22" fmla="*/ 1355 h 10026"/>
              <a:gd name="connsiteX23" fmla="*/ 4000 w 10000"/>
              <a:gd name="connsiteY23" fmla="*/ 1521 h 10026"/>
              <a:gd name="connsiteX24" fmla="*/ 3769 w 10000"/>
              <a:gd name="connsiteY24" fmla="*/ 1692 h 10026"/>
              <a:gd name="connsiteX25" fmla="*/ 3549 w 10000"/>
              <a:gd name="connsiteY25" fmla="*/ 1879 h 10026"/>
              <a:gd name="connsiteX26" fmla="*/ 3318 w 10000"/>
              <a:gd name="connsiteY26" fmla="*/ 2071 h 10026"/>
              <a:gd name="connsiteX27" fmla="*/ 3108 w 10000"/>
              <a:gd name="connsiteY27" fmla="*/ 2274 h 10026"/>
              <a:gd name="connsiteX28" fmla="*/ 2887 w 10000"/>
              <a:gd name="connsiteY28" fmla="*/ 2504 h 10026"/>
              <a:gd name="connsiteX29" fmla="*/ 2682 w 10000"/>
              <a:gd name="connsiteY29" fmla="*/ 2738 h 10026"/>
              <a:gd name="connsiteX30" fmla="*/ 2472 w 10000"/>
              <a:gd name="connsiteY30" fmla="*/ 2973 h 10026"/>
              <a:gd name="connsiteX31" fmla="*/ 2283 w 10000"/>
              <a:gd name="connsiteY31" fmla="*/ 3224 h 10026"/>
              <a:gd name="connsiteX32" fmla="*/ 2089 w 10000"/>
              <a:gd name="connsiteY32" fmla="*/ 3502 h 10026"/>
              <a:gd name="connsiteX33" fmla="*/ 1900 w 10000"/>
              <a:gd name="connsiteY33" fmla="*/ 3780 h 10026"/>
              <a:gd name="connsiteX34" fmla="*/ 1727 w 10000"/>
              <a:gd name="connsiteY34" fmla="*/ 4052 h 10026"/>
              <a:gd name="connsiteX35" fmla="*/ 1570 w 10000"/>
              <a:gd name="connsiteY35" fmla="*/ 4340 h 10026"/>
              <a:gd name="connsiteX36" fmla="*/ 1418 w 10000"/>
              <a:gd name="connsiteY36" fmla="*/ 4617 h 10026"/>
              <a:gd name="connsiteX37" fmla="*/ 1276 w 10000"/>
              <a:gd name="connsiteY37" fmla="*/ 4900 h 10026"/>
              <a:gd name="connsiteX38" fmla="*/ 1145 w 10000"/>
              <a:gd name="connsiteY38" fmla="*/ 5189 h 10026"/>
              <a:gd name="connsiteX39" fmla="*/ 1024 w 10000"/>
              <a:gd name="connsiteY39" fmla="*/ 5472 h 10026"/>
              <a:gd name="connsiteX40" fmla="*/ 902 w 10000"/>
              <a:gd name="connsiteY40" fmla="*/ 5760 h 10026"/>
              <a:gd name="connsiteX41" fmla="*/ 803 w 10000"/>
              <a:gd name="connsiteY41" fmla="*/ 6032 h 10026"/>
              <a:gd name="connsiteX42" fmla="*/ 703 w 10000"/>
              <a:gd name="connsiteY42" fmla="*/ 6310 h 10026"/>
              <a:gd name="connsiteX43" fmla="*/ 624 w 10000"/>
              <a:gd name="connsiteY43" fmla="*/ 6587 h 10026"/>
              <a:gd name="connsiteX44" fmla="*/ 546 w 10000"/>
              <a:gd name="connsiteY44" fmla="*/ 6849 h 10026"/>
              <a:gd name="connsiteX45" fmla="*/ 404 w 10000"/>
              <a:gd name="connsiteY45" fmla="*/ 7373 h 10026"/>
              <a:gd name="connsiteX46" fmla="*/ 294 w 10000"/>
              <a:gd name="connsiteY46" fmla="*/ 7863 h 10026"/>
              <a:gd name="connsiteX47" fmla="*/ 205 w 10000"/>
              <a:gd name="connsiteY47" fmla="*/ 8323 h 10026"/>
              <a:gd name="connsiteX48" fmla="*/ 131 w 10000"/>
              <a:gd name="connsiteY48" fmla="*/ 8729 h 10026"/>
              <a:gd name="connsiteX49" fmla="*/ 84 w 10000"/>
              <a:gd name="connsiteY49" fmla="*/ 9108 h 10026"/>
              <a:gd name="connsiteX50" fmla="*/ 42 w 10000"/>
              <a:gd name="connsiteY50" fmla="*/ 9427 h 10026"/>
              <a:gd name="connsiteX51" fmla="*/ 10 w 10000"/>
              <a:gd name="connsiteY51" fmla="*/ 9876 h 10026"/>
              <a:gd name="connsiteX52" fmla="*/ 0 w 10000"/>
              <a:gd name="connsiteY52" fmla="*/ 10026 h 10026"/>
              <a:gd name="connsiteX0" fmla="*/ 10000 w 10000"/>
              <a:gd name="connsiteY0" fmla="*/ 37 h 10037"/>
              <a:gd name="connsiteX1" fmla="*/ 9709 w 10000"/>
              <a:gd name="connsiteY1" fmla="*/ 16 h 10037"/>
              <a:gd name="connsiteX2" fmla="*/ 9454 w 10000"/>
              <a:gd name="connsiteY2" fmla="*/ 11 h 10037"/>
              <a:gd name="connsiteX3" fmla="*/ 9181 w 10000"/>
              <a:gd name="connsiteY3" fmla="*/ 0 h 10037"/>
              <a:gd name="connsiteX4" fmla="*/ 8913 w 10000"/>
              <a:gd name="connsiteY4" fmla="*/ 48 h 10037"/>
              <a:gd name="connsiteX5" fmla="*/ 8640 w 10000"/>
              <a:gd name="connsiteY5" fmla="*/ 59 h 10037"/>
              <a:gd name="connsiteX6" fmla="*/ 8367 w 10000"/>
              <a:gd name="connsiteY6" fmla="*/ 69 h 10037"/>
              <a:gd name="connsiteX7" fmla="*/ 8099 w 10000"/>
              <a:gd name="connsiteY7" fmla="*/ 80 h 10037"/>
              <a:gd name="connsiteX8" fmla="*/ 7827 w 10000"/>
              <a:gd name="connsiteY8" fmla="*/ 112 h 10037"/>
              <a:gd name="connsiteX9" fmla="*/ 7554 w 10000"/>
              <a:gd name="connsiteY9" fmla="*/ 144 h 10037"/>
              <a:gd name="connsiteX10" fmla="*/ 7297 w 10000"/>
              <a:gd name="connsiteY10" fmla="*/ 182 h 10037"/>
              <a:gd name="connsiteX11" fmla="*/ 7024 w 10000"/>
              <a:gd name="connsiteY11" fmla="*/ 235 h 10037"/>
              <a:gd name="connsiteX12" fmla="*/ 6761 w 10000"/>
              <a:gd name="connsiteY12" fmla="*/ 294 h 10037"/>
              <a:gd name="connsiteX13" fmla="*/ 6493 w 10000"/>
              <a:gd name="connsiteY13" fmla="*/ 358 h 10037"/>
              <a:gd name="connsiteX14" fmla="*/ 6231 w 10000"/>
              <a:gd name="connsiteY14" fmla="*/ 427 h 10037"/>
              <a:gd name="connsiteX15" fmla="*/ 5979 w 10000"/>
              <a:gd name="connsiteY15" fmla="*/ 518 h 10037"/>
              <a:gd name="connsiteX16" fmla="*/ 5717 w 10000"/>
              <a:gd name="connsiteY16" fmla="*/ 614 h 10037"/>
              <a:gd name="connsiteX17" fmla="*/ 5465 w 10000"/>
              <a:gd name="connsiteY17" fmla="*/ 716 h 10037"/>
              <a:gd name="connsiteX18" fmla="*/ 5218 w 10000"/>
              <a:gd name="connsiteY18" fmla="*/ 828 h 10037"/>
              <a:gd name="connsiteX19" fmla="*/ 4965 w 10000"/>
              <a:gd name="connsiteY19" fmla="*/ 939 h 10037"/>
              <a:gd name="connsiteX20" fmla="*/ 4713 w 10000"/>
              <a:gd name="connsiteY20" fmla="*/ 1073 h 10037"/>
              <a:gd name="connsiteX21" fmla="*/ 4472 w 10000"/>
              <a:gd name="connsiteY21" fmla="*/ 1217 h 10037"/>
              <a:gd name="connsiteX22" fmla="*/ 4241 w 10000"/>
              <a:gd name="connsiteY22" fmla="*/ 1366 h 10037"/>
              <a:gd name="connsiteX23" fmla="*/ 4000 w 10000"/>
              <a:gd name="connsiteY23" fmla="*/ 1532 h 10037"/>
              <a:gd name="connsiteX24" fmla="*/ 3769 w 10000"/>
              <a:gd name="connsiteY24" fmla="*/ 1703 h 10037"/>
              <a:gd name="connsiteX25" fmla="*/ 3549 w 10000"/>
              <a:gd name="connsiteY25" fmla="*/ 1890 h 10037"/>
              <a:gd name="connsiteX26" fmla="*/ 3318 w 10000"/>
              <a:gd name="connsiteY26" fmla="*/ 2082 h 10037"/>
              <a:gd name="connsiteX27" fmla="*/ 3108 w 10000"/>
              <a:gd name="connsiteY27" fmla="*/ 2285 h 10037"/>
              <a:gd name="connsiteX28" fmla="*/ 2887 w 10000"/>
              <a:gd name="connsiteY28" fmla="*/ 2515 h 10037"/>
              <a:gd name="connsiteX29" fmla="*/ 2682 w 10000"/>
              <a:gd name="connsiteY29" fmla="*/ 2749 h 10037"/>
              <a:gd name="connsiteX30" fmla="*/ 2472 w 10000"/>
              <a:gd name="connsiteY30" fmla="*/ 2984 h 10037"/>
              <a:gd name="connsiteX31" fmla="*/ 2283 w 10000"/>
              <a:gd name="connsiteY31" fmla="*/ 3235 h 10037"/>
              <a:gd name="connsiteX32" fmla="*/ 2089 w 10000"/>
              <a:gd name="connsiteY32" fmla="*/ 3513 h 10037"/>
              <a:gd name="connsiteX33" fmla="*/ 1900 w 10000"/>
              <a:gd name="connsiteY33" fmla="*/ 3791 h 10037"/>
              <a:gd name="connsiteX34" fmla="*/ 1727 w 10000"/>
              <a:gd name="connsiteY34" fmla="*/ 4063 h 10037"/>
              <a:gd name="connsiteX35" fmla="*/ 1570 w 10000"/>
              <a:gd name="connsiteY35" fmla="*/ 4351 h 10037"/>
              <a:gd name="connsiteX36" fmla="*/ 1418 w 10000"/>
              <a:gd name="connsiteY36" fmla="*/ 4628 h 10037"/>
              <a:gd name="connsiteX37" fmla="*/ 1276 w 10000"/>
              <a:gd name="connsiteY37" fmla="*/ 4911 h 10037"/>
              <a:gd name="connsiteX38" fmla="*/ 1145 w 10000"/>
              <a:gd name="connsiteY38" fmla="*/ 5200 h 10037"/>
              <a:gd name="connsiteX39" fmla="*/ 1024 w 10000"/>
              <a:gd name="connsiteY39" fmla="*/ 5483 h 10037"/>
              <a:gd name="connsiteX40" fmla="*/ 902 w 10000"/>
              <a:gd name="connsiteY40" fmla="*/ 5771 h 10037"/>
              <a:gd name="connsiteX41" fmla="*/ 803 w 10000"/>
              <a:gd name="connsiteY41" fmla="*/ 6043 h 10037"/>
              <a:gd name="connsiteX42" fmla="*/ 703 w 10000"/>
              <a:gd name="connsiteY42" fmla="*/ 6321 h 10037"/>
              <a:gd name="connsiteX43" fmla="*/ 624 w 10000"/>
              <a:gd name="connsiteY43" fmla="*/ 6598 h 10037"/>
              <a:gd name="connsiteX44" fmla="*/ 546 w 10000"/>
              <a:gd name="connsiteY44" fmla="*/ 6860 h 10037"/>
              <a:gd name="connsiteX45" fmla="*/ 404 w 10000"/>
              <a:gd name="connsiteY45" fmla="*/ 7384 h 10037"/>
              <a:gd name="connsiteX46" fmla="*/ 294 w 10000"/>
              <a:gd name="connsiteY46" fmla="*/ 7874 h 10037"/>
              <a:gd name="connsiteX47" fmla="*/ 205 w 10000"/>
              <a:gd name="connsiteY47" fmla="*/ 8334 h 10037"/>
              <a:gd name="connsiteX48" fmla="*/ 131 w 10000"/>
              <a:gd name="connsiteY48" fmla="*/ 8740 h 10037"/>
              <a:gd name="connsiteX49" fmla="*/ 84 w 10000"/>
              <a:gd name="connsiteY49" fmla="*/ 9119 h 10037"/>
              <a:gd name="connsiteX50" fmla="*/ 42 w 10000"/>
              <a:gd name="connsiteY50" fmla="*/ 9438 h 10037"/>
              <a:gd name="connsiteX51" fmla="*/ 10 w 10000"/>
              <a:gd name="connsiteY51" fmla="*/ 9887 h 10037"/>
              <a:gd name="connsiteX52" fmla="*/ 0 w 10000"/>
              <a:gd name="connsiteY52" fmla="*/ 10037 h 10037"/>
              <a:gd name="connsiteX0" fmla="*/ 10000 w 10000"/>
              <a:gd name="connsiteY0" fmla="*/ 26 h 10026"/>
              <a:gd name="connsiteX1" fmla="*/ 9709 w 10000"/>
              <a:gd name="connsiteY1" fmla="*/ 5 h 10026"/>
              <a:gd name="connsiteX2" fmla="*/ 9454 w 10000"/>
              <a:gd name="connsiteY2" fmla="*/ 0 h 10026"/>
              <a:gd name="connsiteX3" fmla="*/ 8913 w 10000"/>
              <a:gd name="connsiteY3" fmla="*/ 37 h 10026"/>
              <a:gd name="connsiteX4" fmla="*/ 8640 w 10000"/>
              <a:gd name="connsiteY4" fmla="*/ 48 h 10026"/>
              <a:gd name="connsiteX5" fmla="*/ 8367 w 10000"/>
              <a:gd name="connsiteY5" fmla="*/ 58 h 10026"/>
              <a:gd name="connsiteX6" fmla="*/ 8099 w 10000"/>
              <a:gd name="connsiteY6" fmla="*/ 69 h 10026"/>
              <a:gd name="connsiteX7" fmla="*/ 7827 w 10000"/>
              <a:gd name="connsiteY7" fmla="*/ 101 h 10026"/>
              <a:gd name="connsiteX8" fmla="*/ 7554 w 10000"/>
              <a:gd name="connsiteY8" fmla="*/ 133 h 10026"/>
              <a:gd name="connsiteX9" fmla="*/ 7297 w 10000"/>
              <a:gd name="connsiteY9" fmla="*/ 171 h 10026"/>
              <a:gd name="connsiteX10" fmla="*/ 7024 w 10000"/>
              <a:gd name="connsiteY10" fmla="*/ 224 h 10026"/>
              <a:gd name="connsiteX11" fmla="*/ 6761 w 10000"/>
              <a:gd name="connsiteY11" fmla="*/ 283 h 10026"/>
              <a:gd name="connsiteX12" fmla="*/ 6493 w 10000"/>
              <a:gd name="connsiteY12" fmla="*/ 347 h 10026"/>
              <a:gd name="connsiteX13" fmla="*/ 6231 w 10000"/>
              <a:gd name="connsiteY13" fmla="*/ 416 h 10026"/>
              <a:gd name="connsiteX14" fmla="*/ 5979 w 10000"/>
              <a:gd name="connsiteY14" fmla="*/ 507 h 10026"/>
              <a:gd name="connsiteX15" fmla="*/ 5717 w 10000"/>
              <a:gd name="connsiteY15" fmla="*/ 603 h 10026"/>
              <a:gd name="connsiteX16" fmla="*/ 5465 w 10000"/>
              <a:gd name="connsiteY16" fmla="*/ 705 h 10026"/>
              <a:gd name="connsiteX17" fmla="*/ 5218 w 10000"/>
              <a:gd name="connsiteY17" fmla="*/ 817 h 10026"/>
              <a:gd name="connsiteX18" fmla="*/ 4965 w 10000"/>
              <a:gd name="connsiteY18" fmla="*/ 928 h 10026"/>
              <a:gd name="connsiteX19" fmla="*/ 4713 w 10000"/>
              <a:gd name="connsiteY19" fmla="*/ 1062 h 10026"/>
              <a:gd name="connsiteX20" fmla="*/ 4472 w 10000"/>
              <a:gd name="connsiteY20" fmla="*/ 1206 h 10026"/>
              <a:gd name="connsiteX21" fmla="*/ 4241 w 10000"/>
              <a:gd name="connsiteY21" fmla="*/ 1355 h 10026"/>
              <a:gd name="connsiteX22" fmla="*/ 4000 w 10000"/>
              <a:gd name="connsiteY22" fmla="*/ 1521 h 10026"/>
              <a:gd name="connsiteX23" fmla="*/ 3769 w 10000"/>
              <a:gd name="connsiteY23" fmla="*/ 1692 h 10026"/>
              <a:gd name="connsiteX24" fmla="*/ 3549 w 10000"/>
              <a:gd name="connsiteY24" fmla="*/ 1879 h 10026"/>
              <a:gd name="connsiteX25" fmla="*/ 3318 w 10000"/>
              <a:gd name="connsiteY25" fmla="*/ 2071 h 10026"/>
              <a:gd name="connsiteX26" fmla="*/ 3108 w 10000"/>
              <a:gd name="connsiteY26" fmla="*/ 2274 h 10026"/>
              <a:gd name="connsiteX27" fmla="*/ 2887 w 10000"/>
              <a:gd name="connsiteY27" fmla="*/ 2504 h 10026"/>
              <a:gd name="connsiteX28" fmla="*/ 2682 w 10000"/>
              <a:gd name="connsiteY28" fmla="*/ 2738 h 10026"/>
              <a:gd name="connsiteX29" fmla="*/ 2472 w 10000"/>
              <a:gd name="connsiteY29" fmla="*/ 2973 h 10026"/>
              <a:gd name="connsiteX30" fmla="*/ 2283 w 10000"/>
              <a:gd name="connsiteY30" fmla="*/ 3224 h 10026"/>
              <a:gd name="connsiteX31" fmla="*/ 2089 w 10000"/>
              <a:gd name="connsiteY31" fmla="*/ 3502 h 10026"/>
              <a:gd name="connsiteX32" fmla="*/ 1900 w 10000"/>
              <a:gd name="connsiteY32" fmla="*/ 3780 h 10026"/>
              <a:gd name="connsiteX33" fmla="*/ 1727 w 10000"/>
              <a:gd name="connsiteY33" fmla="*/ 4052 h 10026"/>
              <a:gd name="connsiteX34" fmla="*/ 1570 w 10000"/>
              <a:gd name="connsiteY34" fmla="*/ 4340 h 10026"/>
              <a:gd name="connsiteX35" fmla="*/ 1418 w 10000"/>
              <a:gd name="connsiteY35" fmla="*/ 4617 h 10026"/>
              <a:gd name="connsiteX36" fmla="*/ 1276 w 10000"/>
              <a:gd name="connsiteY36" fmla="*/ 4900 h 10026"/>
              <a:gd name="connsiteX37" fmla="*/ 1145 w 10000"/>
              <a:gd name="connsiteY37" fmla="*/ 5189 h 10026"/>
              <a:gd name="connsiteX38" fmla="*/ 1024 w 10000"/>
              <a:gd name="connsiteY38" fmla="*/ 5472 h 10026"/>
              <a:gd name="connsiteX39" fmla="*/ 902 w 10000"/>
              <a:gd name="connsiteY39" fmla="*/ 5760 h 10026"/>
              <a:gd name="connsiteX40" fmla="*/ 803 w 10000"/>
              <a:gd name="connsiteY40" fmla="*/ 6032 h 10026"/>
              <a:gd name="connsiteX41" fmla="*/ 703 w 10000"/>
              <a:gd name="connsiteY41" fmla="*/ 6310 h 10026"/>
              <a:gd name="connsiteX42" fmla="*/ 624 w 10000"/>
              <a:gd name="connsiteY42" fmla="*/ 6587 h 10026"/>
              <a:gd name="connsiteX43" fmla="*/ 546 w 10000"/>
              <a:gd name="connsiteY43" fmla="*/ 6849 h 10026"/>
              <a:gd name="connsiteX44" fmla="*/ 404 w 10000"/>
              <a:gd name="connsiteY44" fmla="*/ 7373 h 10026"/>
              <a:gd name="connsiteX45" fmla="*/ 294 w 10000"/>
              <a:gd name="connsiteY45" fmla="*/ 7863 h 10026"/>
              <a:gd name="connsiteX46" fmla="*/ 205 w 10000"/>
              <a:gd name="connsiteY46" fmla="*/ 8323 h 10026"/>
              <a:gd name="connsiteX47" fmla="*/ 131 w 10000"/>
              <a:gd name="connsiteY47" fmla="*/ 8729 h 10026"/>
              <a:gd name="connsiteX48" fmla="*/ 84 w 10000"/>
              <a:gd name="connsiteY48" fmla="*/ 9108 h 10026"/>
              <a:gd name="connsiteX49" fmla="*/ 42 w 10000"/>
              <a:gd name="connsiteY49" fmla="*/ 9427 h 10026"/>
              <a:gd name="connsiteX50" fmla="*/ 10 w 10000"/>
              <a:gd name="connsiteY50" fmla="*/ 9876 h 10026"/>
              <a:gd name="connsiteX51" fmla="*/ 0 w 10000"/>
              <a:gd name="connsiteY51" fmla="*/ 10026 h 10026"/>
              <a:gd name="connsiteX0" fmla="*/ 9982 w 9982"/>
              <a:gd name="connsiteY0" fmla="*/ 0 h 10048"/>
              <a:gd name="connsiteX1" fmla="*/ 9709 w 9982"/>
              <a:gd name="connsiteY1" fmla="*/ 27 h 10048"/>
              <a:gd name="connsiteX2" fmla="*/ 9454 w 9982"/>
              <a:gd name="connsiteY2" fmla="*/ 22 h 10048"/>
              <a:gd name="connsiteX3" fmla="*/ 8913 w 9982"/>
              <a:gd name="connsiteY3" fmla="*/ 59 h 10048"/>
              <a:gd name="connsiteX4" fmla="*/ 8640 w 9982"/>
              <a:gd name="connsiteY4" fmla="*/ 70 h 10048"/>
              <a:gd name="connsiteX5" fmla="*/ 8367 w 9982"/>
              <a:gd name="connsiteY5" fmla="*/ 80 h 10048"/>
              <a:gd name="connsiteX6" fmla="*/ 8099 w 9982"/>
              <a:gd name="connsiteY6" fmla="*/ 91 h 10048"/>
              <a:gd name="connsiteX7" fmla="*/ 7827 w 9982"/>
              <a:gd name="connsiteY7" fmla="*/ 123 h 10048"/>
              <a:gd name="connsiteX8" fmla="*/ 7554 w 9982"/>
              <a:gd name="connsiteY8" fmla="*/ 155 h 10048"/>
              <a:gd name="connsiteX9" fmla="*/ 7297 w 9982"/>
              <a:gd name="connsiteY9" fmla="*/ 193 h 10048"/>
              <a:gd name="connsiteX10" fmla="*/ 7024 w 9982"/>
              <a:gd name="connsiteY10" fmla="*/ 246 h 10048"/>
              <a:gd name="connsiteX11" fmla="*/ 6761 w 9982"/>
              <a:gd name="connsiteY11" fmla="*/ 305 h 10048"/>
              <a:gd name="connsiteX12" fmla="*/ 6493 w 9982"/>
              <a:gd name="connsiteY12" fmla="*/ 369 h 10048"/>
              <a:gd name="connsiteX13" fmla="*/ 6231 w 9982"/>
              <a:gd name="connsiteY13" fmla="*/ 438 h 10048"/>
              <a:gd name="connsiteX14" fmla="*/ 5979 w 9982"/>
              <a:gd name="connsiteY14" fmla="*/ 529 h 10048"/>
              <a:gd name="connsiteX15" fmla="*/ 5717 w 9982"/>
              <a:gd name="connsiteY15" fmla="*/ 625 h 10048"/>
              <a:gd name="connsiteX16" fmla="*/ 5465 w 9982"/>
              <a:gd name="connsiteY16" fmla="*/ 727 h 10048"/>
              <a:gd name="connsiteX17" fmla="*/ 5218 w 9982"/>
              <a:gd name="connsiteY17" fmla="*/ 839 h 10048"/>
              <a:gd name="connsiteX18" fmla="*/ 4965 w 9982"/>
              <a:gd name="connsiteY18" fmla="*/ 950 h 10048"/>
              <a:gd name="connsiteX19" fmla="*/ 4713 w 9982"/>
              <a:gd name="connsiteY19" fmla="*/ 1084 h 10048"/>
              <a:gd name="connsiteX20" fmla="*/ 4472 w 9982"/>
              <a:gd name="connsiteY20" fmla="*/ 1228 h 10048"/>
              <a:gd name="connsiteX21" fmla="*/ 4241 w 9982"/>
              <a:gd name="connsiteY21" fmla="*/ 1377 h 10048"/>
              <a:gd name="connsiteX22" fmla="*/ 4000 w 9982"/>
              <a:gd name="connsiteY22" fmla="*/ 1543 h 10048"/>
              <a:gd name="connsiteX23" fmla="*/ 3769 w 9982"/>
              <a:gd name="connsiteY23" fmla="*/ 1714 h 10048"/>
              <a:gd name="connsiteX24" fmla="*/ 3549 w 9982"/>
              <a:gd name="connsiteY24" fmla="*/ 1901 h 10048"/>
              <a:gd name="connsiteX25" fmla="*/ 3318 w 9982"/>
              <a:gd name="connsiteY25" fmla="*/ 2093 h 10048"/>
              <a:gd name="connsiteX26" fmla="*/ 3108 w 9982"/>
              <a:gd name="connsiteY26" fmla="*/ 2296 h 10048"/>
              <a:gd name="connsiteX27" fmla="*/ 2887 w 9982"/>
              <a:gd name="connsiteY27" fmla="*/ 2526 h 10048"/>
              <a:gd name="connsiteX28" fmla="*/ 2682 w 9982"/>
              <a:gd name="connsiteY28" fmla="*/ 2760 h 10048"/>
              <a:gd name="connsiteX29" fmla="*/ 2472 w 9982"/>
              <a:gd name="connsiteY29" fmla="*/ 2995 h 10048"/>
              <a:gd name="connsiteX30" fmla="*/ 2283 w 9982"/>
              <a:gd name="connsiteY30" fmla="*/ 3246 h 10048"/>
              <a:gd name="connsiteX31" fmla="*/ 2089 w 9982"/>
              <a:gd name="connsiteY31" fmla="*/ 3524 h 10048"/>
              <a:gd name="connsiteX32" fmla="*/ 1900 w 9982"/>
              <a:gd name="connsiteY32" fmla="*/ 3802 h 10048"/>
              <a:gd name="connsiteX33" fmla="*/ 1727 w 9982"/>
              <a:gd name="connsiteY33" fmla="*/ 4074 h 10048"/>
              <a:gd name="connsiteX34" fmla="*/ 1570 w 9982"/>
              <a:gd name="connsiteY34" fmla="*/ 4362 h 10048"/>
              <a:gd name="connsiteX35" fmla="*/ 1418 w 9982"/>
              <a:gd name="connsiteY35" fmla="*/ 4639 h 10048"/>
              <a:gd name="connsiteX36" fmla="*/ 1276 w 9982"/>
              <a:gd name="connsiteY36" fmla="*/ 4922 h 10048"/>
              <a:gd name="connsiteX37" fmla="*/ 1145 w 9982"/>
              <a:gd name="connsiteY37" fmla="*/ 5211 h 10048"/>
              <a:gd name="connsiteX38" fmla="*/ 1024 w 9982"/>
              <a:gd name="connsiteY38" fmla="*/ 5494 h 10048"/>
              <a:gd name="connsiteX39" fmla="*/ 902 w 9982"/>
              <a:gd name="connsiteY39" fmla="*/ 5782 h 10048"/>
              <a:gd name="connsiteX40" fmla="*/ 803 w 9982"/>
              <a:gd name="connsiteY40" fmla="*/ 6054 h 10048"/>
              <a:gd name="connsiteX41" fmla="*/ 703 w 9982"/>
              <a:gd name="connsiteY41" fmla="*/ 6332 h 10048"/>
              <a:gd name="connsiteX42" fmla="*/ 624 w 9982"/>
              <a:gd name="connsiteY42" fmla="*/ 6609 h 10048"/>
              <a:gd name="connsiteX43" fmla="*/ 546 w 9982"/>
              <a:gd name="connsiteY43" fmla="*/ 6871 h 10048"/>
              <a:gd name="connsiteX44" fmla="*/ 404 w 9982"/>
              <a:gd name="connsiteY44" fmla="*/ 7395 h 10048"/>
              <a:gd name="connsiteX45" fmla="*/ 294 w 9982"/>
              <a:gd name="connsiteY45" fmla="*/ 7885 h 10048"/>
              <a:gd name="connsiteX46" fmla="*/ 205 w 9982"/>
              <a:gd name="connsiteY46" fmla="*/ 8345 h 10048"/>
              <a:gd name="connsiteX47" fmla="*/ 131 w 9982"/>
              <a:gd name="connsiteY47" fmla="*/ 8751 h 10048"/>
              <a:gd name="connsiteX48" fmla="*/ 84 w 9982"/>
              <a:gd name="connsiteY48" fmla="*/ 9130 h 10048"/>
              <a:gd name="connsiteX49" fmla="*/ 42 w 9982"/>
              <a:gd name="connsiteY49" fmla="*/ 9449 h 10048"/>
              <a:gd name="connsiteX50" fmla="*/ 10 w 9982"/>
              <a:gd name="connsiteY50" fmla="*/ 9898 h 10048"/>
              <a:gd name="connsiteX51" fmla="*/ 0 w 9982"/>
              <a:gd name="connsiteY51" fmla="*/ 10048 h 10048"/>
              <a:gd name="connsiteX0" fmla="*/ 10000 w 10000"/>
              <a:gd name="connsiteY0" fmla="*/ 0 h 10000"/>
              <a:gd name="connsiteX1" fmla="*/ 9471 w 10000"/>
              <a:gd name="connsiteY1" fmla="*/ 22 h 10000"/>
              <a:gd name="connsiteX2" fmla="*/ 8929 w 10000"/>
              <a:gd name="connsiteY2" fmla="*/ 59 h 10000"/>
              <a:gd name="connsiteX3" fmla="*/ 8656 w 10000"/>
              <a:gd name="connsiteY3" fmla="*/ 70 h 10000"/>
              <a:gd name="connsiteX4" fmla="*/ 8382 w 10000"/>
              <a:gd name="connsiteY4" fmla="*/ 80 h 10000"/>
              <a:gd name="connsiteX5" fmla="*/ 8114 w 10000"/>
              <a:gd name="connsiteY5" fmla="*/ 91 h 10000"/>
              <a:gd name="connsiteX6" fmla="*/ 7841 w 10000"/>
              <a:gd name="connsiteY6" fmla="*/ 122 h 10000"/>
              <a:gd name="connsiteX7" fmla="*/ 7568 w 10000"/>
              <a:gd name="connsiteY7" fmla="*/ 154 h 10000"/>
              <a:gd name="connsiteX8" fmla="*/ 7310 w 10000"/>
              <a:gd name="connsiteY8" fmla="*/ 192 h 10000"/>
              <a:gd name="connsiteX9" fmla="*/ 7037 w 10000"/>
              <a:gd name="connsiteY9" fmla="*/ 245 h 10000"/>
              <a:gd name="connsiteX10" fmla="*/ 6773 w 10000"/>
              <a:gd name="connsiteY10" fmla="*/ 304 h 10000"/>
              <a:gd name="connsiteX11" fmla="*/ 6505 w 10000"/>
              <a:gd name="connsiteY11" fmla="*/ 367 h 10000"/>
              <a:gd name="connsiteX12" fmla="*/ 6242 w 10000"/>
              <a:gd name="connsiteY12" fmla="*/ 436 h 10000"/>
              <a:gd name="connsiteX13" fmla="*/ 5990 w 10000"/>
              <a:gd name="connsiteY13" fmla="*/ 526 h 10000"/>
              <a:gd name="connsiteX14" fmla="*/ 5727 w 10000"/>
              <a:gd name="connsiteY14" fmla="*/ 622 h 10000"/>
              <a:gd name="connsiteX15" fmla="*/ 5475 w 10000"/>
              <a:gd name="connsiteY15" fmla="*/ 724 h 10000"/>
              <a:gd name="connsiteX16" fmla="*/ 5227 w 10000"/>
              <a:gd name="connsiteY16" fmla="*/ 835 h 10000"/>
              <a:gd name="connsiteX17" fmla="*/ 4974 w 10000"/>
              <a:gd name="connsiteY17" fmla="*/ 945 h 10000"/>
              <a:gd name="connsiteX18" fmla="*/ 4721 w 10000"/>
              <a:gd name="connsiteY18" fmla="*/ 1079 h 10000"/>
              <a:gd name="connsiteX19" fmla="*/ 4480 w 10000"/>
              <a:gd name="connsiteY19" fmla="*/ 1222 h 10000"/>
              <a:gd name="connsiteX20" fmla="*/ 4249 w 10000"/>
              <a:gd name="connsiteY20" fmla="*/ 1370 h 10000"/>
              <a:gd name="connsiteX21" fmla="*/ 4007 w 10000"/>
              <a:gd name="connsiteY21" fmla="*/ 1536 h 10000"/>
              <a:gd name="connsiteX22" fmla="*/ 3776 w 10000"/>
              <a:gd name="connsiteY22" fmla="*/ 1706 h 10000"/>
              <a:gd name="connsiteX23" fmla="*/ 3555 w 10000"/>
              <a:gd name="connsiteY23" fmla="*/ 1892 h 10000"/>
              <a:gd name="connsiteX24" fmla="*/ 3324 w 10000"/>
              <a:gd name="connsiteY24" fmla="*/ 2083 h 10000"/>
              <a:gd name="connsiteX25" fmla="*/ 3114 w 10000"/>
              <a:gd name="connsiteY25" fmla="*/ 2285 h 10000"/>
              <a:gd name="connsiteX26" fmla="*/ 2892 w 10000"/>
              <a:gd name="connsiteY26" fmla="*/ 2514 h 10000"/>
              <a:gd name="connsiteX27" fmla="*/ 2687 w 10000"/>
              <a:gd name="connsiteY27" fmla="*/ 2747 h 10000"/>
              <a:gd name="connsiteX28" fmla="*/ 2476 w 10000"/>
              <a:gd name="connsiteY28" fmla="*/ 2981 h 10000"/>
              <a:gd name="connsiteX29" fmla="*/ 2287 w 10000"/>
              <a:gd name="connsiteY29" fmla="*/ 3230 h 10000"/>
              <a:gd name="connsiteX30" fmla="*/ 2093 w 10000"/>
              <a:gd name="connsiteY30" fmla="*/ 3507 h 10000"/>
              <a:gd name="connsiteX31" fmla="*/ 1903 w 10000"/>
              <a:gd name="connsiteY31" fmla="*/ 3784 h 10000"/>
              <a:gd name="connsiteX32" fmla="*/ 1730 w 10000"/>
              <a:gd name="connsiteY32" fmla="*/ 4055 h 10000"/>
              <a:gd name="connsiteX33" fmla="*/ 1573 w 10000"/>
              <a:gd name="connsiteY33" fmla="*/ 4341 h 10000"/>
              <a:gd name="connsiteX34" fmla="*/ 1421 w 10000"/>
              <a:gd name="connsiteY34" fmla="*/ 4617 h 10000"/>
              <a:gd name="connsiteX35" fmla="*/ 1278 w 10000"/>
              <a:gd name="connsiteY35" fmla="*/ 4898 h 10000"/>
              <a:gd name="connsiteX36" fmla="*/ 1147 w 10000"/>
              <a:gd name="connsiteY36" fmla="*/ 5186 h 10000"/>
              <a:gd name="connsiteX37" fmla="*/ 1026 w 10000"/>
              <a:gd name="connsiteY37" fmla="*/ 5468 h 10000"/>
              <a:gd name="connsiteX38" fmla="*/ 904 w 10000"/>
              <a:gd name="connsiteY38" fmla="*/ 5754 h 10000"/>
              <a:gd name="connsiteX39" fmla="*/ 804 w 10000"/>
              <a:gd name="connsiteY39" fmla="*/ 6025 h 10000"/>
              <a:gd name="connsiteX40" fmla="*/ 704 w 10000"/>
              <a:gd name="connsiteY40" fmla="*/ 6302 h 10000"/>
              <a:gd name="connsiteX41" fmla="*/ 625 w 10000"/>
              <a:gd name="connsiteY41" fmla="*/ 6577 h 10000"/>
              <a:gd name="connsiteX42" fmla="*/ 547 w 10000"/>
              <a:gd name="connsiteY42" fmla="*/ 6838 h 10000"/>
              <a:gd name="connsiteX43" fmla="*/ 405 w 10000"/>
              <a:gd name="connsiteY43" fmla="*/ 7360 h 10000"/>
              <a:gd name="connsiteX44" fmla="*/ 295 w 10000"/>
              <a:gd name="connsiteY44" fmla="*/ 7847 h 10000"/>
              <a:gd name="connsiteX45" fmla="*/ 205 w 10000"/>
              <a:gd name="connsiteY45" fmla="*/ 8305 h 10000"/>
              <a:gd name="connsiteX46" fmla="*/ 131 w 10000"/>
              <a:gd name="connsiteY46" fmla="*/ 8709 h 10000"/>
              <a:gd name="connsiteX47" fmla="*/ 84 w 10000"/>
              <a:gd name="connsiteY47" fmla="*/ 9086 h 10000"/>
              <a:gd name="connsiteX48" fmla="*/ 42 w 10000"/>
              <a:gd name="connsiteY48" fmla="*/ 9404 h 10000"/>
              <a:gd name="connsiteX49" fmla="*/ 10 w 10000"/>
              <a:gd name="connsiteY49" fmla="*/ 9851 h 10000"/>
              <a:gd name="connsiteX50" fmla="*/ 0 w 10000"/>
              <a:gd name="connsiteY50" fmla="*/ 10000 h 10000"/>
              <a:gd name="connsiteX0" fmla="*/ 10000 w 10000"/>
              <a:gd name="connsiteY0" fmla="*/ 0 h 10000"/>
              <a:gd name="connsiteX1" fmla="*/ 9471 w 10000"/>
              <a:gd name="connsiteY1" fmla="*/ 22 h 10000"/>
              <a:gd name="connsiteX2" fmla="*/ 8929 w 10000"/>
              <a:gd name="connsiteY2" fmla="*/ 11 h 10000"/>
              <a:gd name="connsiteX3" fmla="*/ 8656 w 10000"/>
              <a:gd name="connsiteY3" fmla="*/ 70 h 10000"/>
              <a:gd name="connsiteX4" fmla="*/ 8382 w 10000"/>
              <a:gd name="connsiteY4" fmla="*/ 80 h 10000"/>
              <a:gd name="connsiteX5" fmla="*/ 8114 w 10000"/>
              <a:gd name="connsiteY5" fmla="*/ 91 h 10000"/>
              <a:gd name="connsiteX6" fmla="*/ 7841 w 10000"/>
              <a:gd name="connsiteY6" fmla="*/ 122 h 10000"/>
              <a:gd name="connsiteX7" fmla="*/ 7568 w 10000"/>
              <a:gd name="connsiteY7" fmla="*/ 154 h 10000"/>
              <a:gd name="connsiteX8" fmla="*/ 7310 w 10000"/>
              <a:gd name="connsiteY8" fmla="*/ 192 h 10000"/>
              <a:gd name="connsiteX9" fmla="*/ 7037 w 10000"/>
              <a:gd name="connsiteY9" fmla="*/ 245 h 10000"/>
              <a:gd name="connsiteX10" fmla="*/ 6773 w 10000"/>
              <a:gd name="connsiteY10" fmla="*/ 304 h 10000"/>
              <a:gd name="connsiteX11" fmla="*/ 6505 w 10000"/>
              <a:gd name="connsiteY11" fmla="*/ 367 h 10000"/>
              <a:gd name="connsiteX12" fmla="*/ 6242 w 10000"/>
              <a:gd name="connsiteY12" fmla="*/ 436 h 10000"/>
              <a:gd name="connsiteX13" fmla="*/ 5990 w 10000"/>
              <a:gd name="connsiteY13" fmla="*/ 526 h 10000"/>
              <a:gd name="connsiteX14" fmla="*/ 5727 w 10000"/>
              <a:gd name="connsiteY14" fmla="*/ 622 h 10000"/>
              <a:gd name="connsiteX15" fmla="*/ 5475 w 10000"/>
              <a:gd name="connsiteY15" fmla="*/ 724 h 10000"/>
              <a:gd name="connsiteX16" fmla="*/ 5227 w 10000"/>
              <a:gd name="connsiteY16" fmla="*/ 835 h 10000"/>
              <a:gd name="connsiteX17" fmla="*/ 4974 w 10000"/>
              <a:gd name="connsiteY17" fmla="*/ 945 h 10000"/>
              <a:gd name="connsiteX18" fmla="*/ 4721 w 10000"/>
              <a:gd name="connsiteY18" fmla="*/ 1079 h 10000"/>
              <a:gd name="connsiteX19" fmla="*/ 4480 w 10000"/>
              <a:gd name="connsiteY19" fmla="*/ 1222 h 10000"/>
              <a:gd name="connsiteX20" fmla="*/ 4249 w 10000"/>
              <a:gd name="connsiteY20" fmla="*/ 1370 h 10000"/>
              <a:gd name="connsiteX21" fmla="*/ 4007 w 10000"/>
              <a:gd name="connsiteY21" fmla="*/ 1536 h 10000"/>
              <a:gd name="connsiteX22" fmla="*/ 3776 w 10000"/>
              <a:gd name="connsiteY22" fmla="*/ 1706 h 10000"/>
              <a:gd name="connsiteX23" fmla="*/ 3555 w 10000"/>
              <a:gd name="connsiteY23" fmla="*/ 1892 h 10000"/>
              <a:gd name="connsiteX24" fmla="*/ 3324 w 10000"/>
              <a:gd name="connsiteY24" fmla="*/ 2083 h 10000"/>
              <a:gd name="connsiteX25" fmla="*/ 3114 w 10000"/>
              <a:gd name="connsiteY25" fmla="*/ 2285 h 10000"/>
              <a:gd name="connsiteX26" fmla="*/ 2892 w 10000"/>
              <a:gd name="connsiteY26" fmla="*/ 2514 h 10000"/>
              <a:gd name="connsiteX27" fmla="*/ 2687 w 10000"/>
              <a:gd name="connsiteY27" fmla="*/ 2747 h 10000"/>
              <a:gd name="connsiteX28" fmla="*/ 2476 w 10000"/>
              <a:gd name="connsiteY28" fmla="*/ 2981 h 10000"/>
              <a:gd name="connsiteX29" fmla="*/ 2287 w 10000"/>
              <a:gd name="connsiteY29" fmla="*/ 3230 h 10000"/>
              <a:gd name="connsiteX30" fmla="*/ 2093 w 10000"/>
              <a:gd name="connsiteY30" fmla="*/ 3507 h 10000"/>
              <a:gd name="connsiteX31" fmla="*/ 1903 w 10000"/>
              <a:gd name="connsiteY31" fmla="*/ 3784 h 10000"/>
              <a:gd name="connsiteX32" fmla="*/ 1730 w 10000"/>
              <a:gd name="connsiteY32" fmla="*/ 4055 h 10000"/>
              <a:gd name="connsiteX33" fmla="*/ 1573 w 10000"/>
              <a:gd name="connsiteY33" fmla="*/ 4341 h 10000"/>
              <a:gd name="connsiteX34" fmla="*/ 1421 w 10000"/>
              <a:gd name="connsiteY34" fmla="*/ 4617 h 10000"/>
              <a:gd name="connsiteX35" fmla="*/ 1278 w 10000"/>
              <a:gd name="connsiteY35" fmla="*/ 4898 h 10000"/>
              <a:gd name="connsiteX36" fmla="*/ 1147 w 10000"/>
              <a:gd name="connsiteY36" fmla="*/ 5186 h 10000"/>
              <a:gd name="connsiteX37" fmla="*/ 1026 w 10000"/>
              <a:gd name="connsiteY37" fmla="*/ 5468 h 10000"/>
              <a:gd name="connsiteX38" fmla="*/ 904 w 10000"/>
              <a:gd name="connsiteY38" fmla="*/ 5754 h 10000"/>
              <a:gd name="connsiteX39" fmla="*/ 804 w 10000"/>
              <a:gd name="connsiteY39" fmla="*/ 6025 h 10000"/>
              <a:gd name="connsiteX40" fmla="*/ 704 w 10000"/>
              <a:gd name="connsiteY40" fmla="*/ 6302 h 10000"/>
              <a:gd name="connsiteX41" fmla="*/ 625 w 10000"/>
              <a:gd name="connsiteY41" fmla="*/ 6577 h 10000"/>
              <a:gd name="connsiteX42" fmla="*/ 547 w 10000"/>
              <a:gd name="connsiteY42" fmla="*/ 6838 h 10000"/>
              <a:gd name="connsiteX43" fmla="*/ 405 w 10000"/>
              <a:gd name="connsiteY43" fmla="*/ 7360 h 10000"/>
              <a:gd name="connsiteX44" fmla="*/ 295 w 10000"/>
              <a:gd name="connsiteY44" fmla="*/ 7847 h 10000"/>
              <a:gd name="connsiteX45" fmla="*/ 205 w 10000"/>
              <a:gd name="connsiteY45" fmla="*/ 8305 h 10000"/>
              <a:gd name="connsiteX46" fmla="*/ 131 w 10000"/>
              <a:gd name="connsiteY46" fmla="*/ 8709 h 10000"/>
              <a:gd name="connsiteX47" fmla="*/ 84 w 10000"/>
              <a:gd name="connsiteY47" fmla="*/ 9086 h 10000"/>
              <a:gd name="connsiteX48" fmla="*/ 42 w 10000"/>
              <a:gd name="connsiteY48" fmla="*/ 9404 h 10000"/>
              <a:gd name="connsiteX49" fmla="*/ 10 w 10000"/>
              <a:gd name="connsiteY49" fmla="*/ 9851 h 10000"/>
              <a:gd name="connsiteX50" fmla="*/ 0 w 10000"/>
              <a:gd name="connsiteY50" fmla="*/ 10000 h 10000"/>
              <a:gd name="connsiteX0" fmla="*/ 10000 w 10000"/>
              <a:gd name="connsiteY0" fmla="*/ 0 h 10000"/>
              <a:gd name="connsiteX1" fmla="*/ 9471 w 10000"/>
              <a:gd name="connsiteY1" fmla="*/ 22 h 10000"/>
              <a:gd name="connsiteX2" fmla="*/ 8929 w 10000"/>
              <a:gd name="connsiteY2" fmla="*/ 11 h 10000"/>
              <a:gd name="connsiteX3" fmla="*/ 8620 w 10000"/>
              <a:gd name="connsiteY3" fmla="*/ 22 h 10000"/>
              <a:gd name="connsiteX4" fmla="*/ 8382 w 10000"/>
              <a:gd name="connsiteY4" fmla="*/ 80 h 10000"/>
              <a:gd name="connsiteX5" fmla="*/ 8114 w 10000"/>
              <a:gd name="connsiteY5" fmla="*/ 91 h 10000"/>
              <a:gd name="connsiteX6" fmla="*/ 7841 w 10000"/>
              <a:gd name="connsiteY6" fmla="*/ 122 h 10000"/>
              <a:gd name="connsiteX7" fmla="*/ 7568 w 10000"/>
              <a:gd name="connsiteY7" fmla="*/ 154 h 10000"/>
              <a:gd name="connsiteX8" fmla="*/ 7310 w 10000"/>
              <a:gd name="connsiteY8" fmla="*/ 192 h 10000"/>
              <a:gd name="connsiteX9" fmla="*/ 7037 w 10000"/>
              <a:gd name="connsiteY9" fmla="*/ 245 h 10000"/>
              <a:gd name="connsiteX10" fmla="*/ 6773 w 10000"/>
              <a:gd name="connsiteY10" fmla="*/ 304 h 10000"/>
              <a:gd name="connsiteX11" fmla="*/ 6505 w 10000"/>
              <a:gd name="connsiteY11" fmla="*/ 367 h 10000"/>
              <a:gd name="connsiteX12" fmla="*/ 6242 w 10000"/>
              <a:gd name="connsiteY12" fmla="*/ 436 h 10000"/>
              <a:gd name="connsiteX13" fmla="*/ 5990 w 10000"/>
              <a:gd name="connsiteY13" fmla="*/ 526 h 10000"/>
              <a:gd name="connsiteX14" fmla="*/ 5727 w 10000"/>
              <a:gd name="connsiteY14" fmla="*/ 622 h 10000"/>
              <a:gd name="connsiteX15" fmla="*/ 5475 w 10000"/>
              <a:gd name="connsiteY15" fmla="*/ 724 h 10000"/>
              <a:gd name="connsiteX16" fmla="*/ 5227 w 10000"/>
              <a:gd name="connsiteY16" fmla="*/ 835 h 10000"/>
              <a:gd name="connsiteX17" fmla="*/ 4974 w 10000"/>
              <a:gd name="connsiteY17" fmla="*/ 945 h 10000"/>
              <a:gd name="connsiteX18" fmla="*/ 4721 w 10000"/>
              <a:gd name="connsiteY18" fmla="*/ 1079 h 10000"/>
              <a:gd name="connsiteX19" fmla="*/ 4480 w 10000"/>
              <a:gd name="connsiteY19" fmla="*/ 1222 h 10000"/>
              <a:gd name="connsiteX20" fmla="*/ 4249 w 10000"/>
              <a:gd name="connsiteY20" fmla="*/ 1370 h 10000"/>
              <a:gd name="connsiteX21" fmla="*/ 4007 w 10000"/>
              <a:gd name="connsiteY21" fmla="*/ 1536 h 10000"/>
              <a:gd name="connsiteX22" fmla="*/ 3776 w 10000"/>
              <a:gd name="connsiteY22" fmla="*/ 1706 h 10000"/>
              <a:gd name="connsiteX23" fmla="*/ 3555 w 10000"/>
              <a:gd name="connsiteY23" fmla="*/ 1892 h 10000"/>
              <a:gd name="connsiteX24" fmla="*/ 3324 w 10000"/>
              <a:gd name="connsiteY24" fmla="*/ 2083 h 10000"/>
              <a:gd name="connsiteX25" fmla="*/ 3114 w 10000"/>
              <a:gd name="connsiteY25" fmla="*/ 2285 h 10000"/>
              <a:gd name="connsiteX26" fmla="*/ 2892 w 10000"/>
              <a:gd name="connsiteY26" fmla="*/ 2514 h 10000"/>
              <a:gd name="connsiteX27" fmla="*/ 2687 w 10000"/>
              <a:gd name="connsiteY27" fmla="*/ 2747 h 10000"/>
              <a:gd name="connsiteX28" fmla="*/ 2476 w 10000"/>
              <a:gd name="connsiteY28" fmla="*/ 2981 h 10000"/>
              <a:gd name="connsiteX29" fmla="*/ 2287 w 10000"/>
              <a:gd name="connsiteY29" fmla="*/ 3230 h 10000"/>
              <a:gd name="connsiteX30" fmla="*/ 2093 w 10000"/>
              <a:gd name="connsiteY30" fmla="*/ 3507 h 10000"/>
              <a:gd name="connsiteX31" fmla="*/ 1903 w 10000"/>
              <a:gd name="connsiteY31" fmla="*/ 3784 h 10000"/>
              <a:gd name="connsiteX32" fmla="*/ 1730 w 10000"/>
              <a:gd name="connsiteY32" fmla="*/ 4055 h 10000"/>
              <a:gd name="connsiteX33" fmla="*/ 1573 w 10000"/>
              <a:gd name="connsiteY33" fmla="*/ 4341 h 10000"/>
              <a:gd name="connsiteX34" fmla="*/ 1421 w 10000"/>
              <a:gd name="connsiteY34" fmla="*/ 4617 h 10000"/>
              <a:gd name="connsiteX35" fmla="*/ 1278 w 10000"/>
              <a:gd name="connsiteY35" fmla="*/ 4898 h 10000"/>
              <a:gd name="connsiteX36" fmla="*/ 1147 w 10000"/>
              <a:gd name="connsiteY36" fmla="*/ 5186 h 10000"/>
              <a:gd name="connsiteX37" fmla="*/ 1026 w 10000"/>
              <a:gd name="connsiteY37" fmla="*/ 5468 h 10000"/>
              <a:gd name="connsiteX38" fmla="*/ 904 w 10000"/>
              <a:gd name="connsiteY38" fmla="*/ 5754 h 10000"/>
              <a:gd name="connsiteX39" fmla="*/ 804 w 10000"/>
              <a:gd name="connsiteY39" fmla="*/ 6025 h 10000"/>
              <a:gd name="connsiteX40" fmla="*/ 704 w 10000"/>
              <a:gd name="connsiteY40" fmla="*/ 6302 h 10000"/>
              <a:gd name="connsiteX41" fmla="*/ 625 w 10000"/>
              <a:gd name="connsiteY41" fmla="*/ 6577 h 10000"/>
              <a:gd name="connsiteX42" fmla="*/ 547 w 10000"/>
              <a:gd name="connsiteY42" fmla="*/ 6838 h 10000"/>
              <a:gd name="connsiteX43" fmla="*/ 405 w 10000"/>
              <a:gd name="connsiteY43" fmla="*/ 7360 h 10000"/>
              <a:gd name="connsiteX44" fmla="*/ 295 w 10000"/>
              <a:gd name="connsiteY44" fmla="*/ 7847 h 10000"/>
              <a:gd name="connsiteX45" fmla="*/ 205 w 10000"/>
              <a:gd name="connsiteY45" fmla="*/ 8305 h 10000"/>
              <a:gd name="connsiteX46" fmla="*/ 131 w 10000"/>
              <a:gd name="connsiteY46" fmla="*/ 8709 h 10000"/>
              <a:gd name="connsiteX47" fmla="*/ 84 w 10000"/>
              <a:gd name="connsiteY47" fmla="*/ 9086 h 10000"/>
              <a:gd name="connsiteX48" fmla="*/ 42 w 10000"/>
              <a:gd name="connsiteY48" fmla="*/ 9404 h 10000"/>
              <a:gd name="connsiteX49" fmla="*/ 10 w 10000"/>
              <a:gd name="connsiteY49" fmla="*/ 9851 h 10000"/>
              <a:gd name="connsiteX50" fmla="*/ 0 w 10000"/>
              <a:gd name="connsiteY50" fmla="*/ 10000 h 10000"/>
              <a:gd name="connsiteX0" fmla="*/ 10000 w 10000"/>
              <a:gd name="connsiteY0" fmla="*/ 26 h 10026"/>
              <a:gd name="connsiteX1" fmla="*/ 9471 w 10000"/>
              <a:gd name="connsiteY1" fmla="*/ 0 h 10026"/>
              <a:gd name="connsiteX2" fmla="*/ 8929 w 10000"/>
              <a:gd name="connsiteY2" fmla="*/ 37 h 10026"/>
              <a:gd name="connsiteX3" fmla="*/ 8620 w 10000"/>
              <a:gd name="connsiteY3" fmla="*/ 48 h 10026"/>
              <a:gd name="connsiteX4" fmla="*/ 8382 w 10000"/>
              <a:gd name="connsiteY4" fmla="*/ 106 h 10026"/>
              <a:gd name="connsiteX5" fmla="*/ 8114 w 10000"/>
              <a:gd name="connsiteY5" fmla="*/ 117 h 10026"/>
              <a:gd name="connsiteX6" fmla="*/ 7841 w 10000"/>
              <a:gd name="connsiteY6" fmla="*/ 148 h 10026"/>
              <a:gd name="connsiteX7" fmla="*/ 7568 w 10000"/>
              <a:gd name="connsiteY7" fmla="*/ 180 h 10026"/>
              <a:gd name="connsiteX8" fmla="*/ 7310 w 10000"/>
              <a:gd name="connsiteY8" fmla="*/ 218 h 10026"/>
              <a:gd name="connsiteX9" fmla="*/ 7037 w 10000"/>
              <a:gd name="connsiteY9" fmla="*/ 271 h 10026"/>
              <a:gd name="connsiteX10" fmla="*/ 6773 w 10000"/>
              <a:gd name="connsiteY10" fmla="*/ 330 h 10026"/>
              <a:gd name="connsiteX11" fmla="*/ 6505 w 10000"/>
              <a:gd name="connsiteY11" fmla="*/ 393 h 10026"/>
              <a:gd name="connsiteX12" fmla="*/ 6242 w 10000"/>
              <a:gd name="connsiteY12" fmla="*/ 462 h 10026"/>
              <a:gd name="connsiteX13" fmla="*/ 5990 w 10000"/>
              <a:gd name="connsiteY13" fmla="*/ 552 h 10026"/>
              <a:gd name="connsiteX14" fmla="*/ 5727 w 10000"/>
              <a:gd name="connsiteY14" fmla="*/ 648 h 10026"/>
              <a:gd name="connsiteX15" fmla="*/ 5475 w 10000"/>
              <a:gd name="connsiteY15" fmla="*/ 750 h 10026"/>
              <a:gd name="connsiteX16" fmla="*/ 5227 w 10000"/>
              <a:gd name="connsiteY16" fmla="*/ 861 h 10026"/>
              <a:gd name="connsiteX17" fmla="*/ 4974 w 10000"/>
              <a:gd name="connsiteY17" fmla="*/ 971 h 10026"/>
              <a:gd name="connsiteX18" fmla="*/ 4721 w 10000"/>
              <a:gd name="connsiteY18" fmla="*/ 1105 h 10026"/>
              <a:gd name="connsiteX19" fmla="*/ 4480 w 10000"/>
              <a:gd name="connsiteY19" fmla="*/ 1248 h 10026"/>
              <a:gd name="connsiteX20" fmla="*/ 4249 w 10000"/>
              <a:gd name="connsiteY20" fmla="*/ 1396 h 10026"/>
              <a:gd name="connsiteX21" fmla="*/ 4007 w 10000"/>
              <a:gd name="connsiteY21" fmla="*/ 1562 h 10026"/>
              <a:gd name="connsiteX22" fmla="*/ 3776 w 10000"/>
              <a:gd name="connsiteY22" fmla="*/ 1732 h 10026"/>
              <a:gd name="connsiteX23" fmla="*/ 3555 w 10000"/>
              <a:gd name="connsiteY23" fmla="*/ 1918 h 10026"/>
              <a:gd name="connsiteX24" fmla="*/ 3324 w 10000"/>
              <a:gd name="connsiteY24" fmla="*/ 2109 h 10026"/>
              <a:gd name="connsiteX25" fmla="*/ 3114 w 10000"/>
              <a:gd name="connsiteY25" fmla="*/ 2311 h 10026"/>
              <a:gd name="connsiteX26" fmla="*/ 2892 w 10000"/>
              <a:gd name="connsiteY26" fmla="*/ 2540 h 10026"/>
              <a:gd name="connsiteX27" fmla="*/ 2687 w 10000"/>
              <a:gd name="connsiteY27" fmla="*/ 2773 h 10026"/>
              <a:gd name="connsiteX28" fmla="*/ 2476 w 10000"/>
              <a:gd name="connsiteY28" fmla="*/ 3007 h 10026"/>
              <a:gd name="connsiteX29" fmla="*/ 2287 w 10000"/>
              <a:gd name="connsiteY29" fmla="*/ 3256 h 10026"/>
              <a:gd name="connsiteX30" fmla="*/ 2093 w 10000"/>
              <a:gd name="connsiteY30" fmla="*/ 3533 h 10026"/>
              <a:gd name="connsiteX31" fmla="*/ 1903 w 10000"/>
              <a:gd name="connsiteY31" fmla="*/ 3810 h 10026"/>
              <a:gd name="connsiteX32" fmla="*/ 1730 w 10000"/>
              <a:gd name="connsiteY32" fmla="*/ 4081 h 10026"/>
              <a:gd name="connsiteX33" fmla="*/ 1573 w 10000"/>
              <a:gd name="connsiteY33" fmla="*/ 4367 h 10026"/>
              <a:gd name="connsiteX34" fmla="*/ 1421 w 10000"/>
              <a:gd name="connsiteY34" fmla="*/ 4643 h 10026"/>
              <a:gd name="connsiteX35" fmla="*/ 1278 w 10000"/>
              <a:gd name="connsiteY35" fmla="*/ 4924 h 10026"/>
              <a:gd name="connsiteX36" fmla="*/ 1147 w 10000"/>
              <a:gd name="connsiteY36" fmla="*/ 5212 h 10026"/>
              <a:gd name="connsiteX37" fmla="*/ 1026 w 10000"/>
              <a:gd name="connsiteY37" fmla="*/ 5494 h 10026"/>
              <a:gd name="connsiteX38" fmla="*/ 904 w 10000"/>
              <a:gd name="connsiteY38" fmla="*/ 5780 h 10026"/>
              <a:gd name="connsiteX39" fmla="*/ 804 w 10000"/>
              <a:gd name="connsiteY39" fmla="*/ 6051 h 10026"/>
              <a:gd name="connsiteX40" fmla="*/ 704 w 10000"/>
              <a:gd name="connsiteY40" fmla="*/ 6328 h 10026"/>
              <a:gd name="connsiteX41" fmla="*/ 625 w 10000"/>
              <a:gd name="connsiteY41" fmla="*/ 6603 h 10026"/>
              <a:gd name="connsiteX42" fmla="*/ 547 w 10000"/>
              <a:gd name="connsiteY42" fmla="*/ 6864 h 10026"/>
              <a:gd name="connsiteX43" fmla="*/ 405 w 10000"/>
              <a:gd name="connsiteY43" fmla="*/ 7386 h 10026"/>
              <a:gd name="connsiteX44" fmla="*/ 295 w 10000"/>
              <a:gd name="connsiteY44" fmla="*/ 7873 h 10026"/>
              <a:gd name="connsiteX45" fmla="*/ 205 w 10000"/>
              <a:gd name="connsiteY45" fmla="*/ 8331 h 10026"/>
              <a:gd name="connsiteX46" fmla="*/ 131 w 10000"/>
              <a:gd name="connsiteY46" fmla="*/ 8735 h 10026"/>
              <a:gd name="connsiteX47" fmla="*/ 84 w 10000"/>
              <a:gd name="connsiteY47" fmla="*/ 9112 h 10026"/>
              <a:gd name="connsiteX48" fmla="*/ 42 w 10000"/>
              <a:gd name="connsiteY48" fmla="*/ 9430 h 10026"/>
              <a:gd name="connsiteX49" fmla="*/ 10 w 10000"/>
              <a:gd name="connsiteY49" fmla="*/ 9877 h 10026"/>
              <a:gd name="connsiteX50" fmla="*/ 0 w 10000"/>
              <a:gd name="connsiteY50" fmla="*/ 10026 h 10026"/>
              <a:gd name="connsiteX0" fmla="*/ 10000 w 10000"/>
              <a:gd name="connsiteY0" fmla="*/ 26 h 10026"/>
              <a:gd name="connsiteX1" fmla="*/ 9471 w 10000"/>
              <a:gd name="connsiteY1" fmla="*/ 0 h 10026"/>
              <a:gd name="connsiteX2" fmla="*/ 8929 w 10000"/>
              <a:gd name="connsiteY2" fmla="*/ 37 h 10026"/>
              <a:gd name="connsiteX3" fmla="*/ 8382 w 10000"/>
              <a:gd name="connsiteY3" fmla="*/ 106 h 10026"/>
              <a:gd name="connsiteX4" fmla="*/ 8114 w 10000"/>
              <a:gd name="connsiteY4" fmla="*/ 117 h 10026"/>
              <a:gd name="connsiteX5" fmla="*/ 7841 w 10000"/>
              <a:gd name="connsiteY5" fmla="*/ 148 h 10026"/>
              <a:gd name="connsiteX6" fmla="*/ 7568 w 10000"/>
              <a:gd name="connsiteY6" fmla="*/ 180 h 10026"/>
              <a:gd name="connsiteX7" fmla="*/ 7310 w 10000"/>
              <a:gd name="connsiteY7" fmla="*/ 218 h 10026"/>
              <a:gd name="connsiteX8" fmla="*/ 7037 w 10000"/>
              <a:gd name="connsiteY8" fmla="*/ 271 h 10026"/>
              <a:gd name="connsiteX9" fmla="*/ 6773 w 10000"/>
              <a:gd name="connsiteY9" fmla="*/ 330 h 10026"/>
              <a:gd name="connsiteX10" fmla="*/ 6505 w 10000"/>
              <a:gd name="connsiteY10" fmla="*/ 393 h 10026"/>
              <a:gd name="connsiteX11" fmla="*/ 6242 w 10000"/>
              <a:gd name="connsiteY11" fmla="*/ 462 h 10026"/>
              <a:gd name="connsiteX12" fmla="*/ 5990 w 10000"/>
              <a:gd name="connsiteY12" fmla="*/ 552 h 10026"/>
              <a:gd name="connsiteX13" fmla="*/ 5727 w 10000"/>
              <a:gd name="connsiteY13" fmla="*/ 648 h 10026"/>
              <a:gd name="connsiteX14" fmla="*/ 5475 w 10000"/>
              <a:gd name="connsiteY14" fmla="*/ 750 h 10026"/>
              <a:gd name="connsiteX15" fmla="*/ 5227 w 10000"/>
              <a:gd name="connsiteY15" fmla="*/ 861 h 10026"/>
              <a:gd name="connsiteX16" fmla="*/ 4974 w 10000"/>
              <a:gd name="connsiteY16" fmla="*/ 971 h 10026"/>
              <a:gd name="connsiteX17" fmla="*/ 4721 w 10000"/>
              <a:gd name="connsiteY17" fmla="*/ 1105 h 10026"/>
              <a:gd name="connsiteX18" fmla="*/ 4480 w 10000"/>
              <a:gd name="connsiteY18" fmla="*/ 1248 h 10026"/>
              <a:gd name="connsiteX19" fmla="*/ 4249 w 10000"/>
              <a:gd name="connsiteY19" fmla="*/ 1396 h 10026"/>
              <a:gd name="connsiteX20" fmla="*/ 4007 w 10000"/>
              <a:gd name="connsiteY20" fmla="*/ 1562 h 10026"/>
              <a:gd name="connsiteX21" fmla="*/ 3776 w 10000"/>
              <a:gd name="connsiteY21" fmla="*/ 1732 h 10026"/>
              <a:gd name="connsiteX22" fmla="*/ 3555 w 10000"/>
              <a:gd name="connsiteY22" fmla="*/ 1918 h 10026"/>
              <a:gd name="connsiteX23" fmla="*/ 3324 w 10000"/>
              <a:gd name="connsiteY23" fmla="*/ 2109 h 10026"/>
              <a:gd name="connsiteX24" fmla="*/ 3114 w 10000"/>
              <a:gd name="connsiteY24" fmla="*/ 2311 h 10026"/>
              <a:gd name="connsiteX25" fmla="*/ 2892 w 10000"/>
              <a:gd name="connsiteY25" fmla="*/ 2540 h 10026"/>
              <a:gd name="connsiteX26" fmla="*/ 2687 w 10000"/>
              <a:gd name="connsiteY26" fmla="*/ 2773 h 10026"/>
              <a:gd name="connsiteX27" fmla="*/ 2476 w 10000"/>
              <a:gd name="connsiteY27" fmla="*/ 3007 h 10026"/>
              <a:gd name="connsiteX28" fmla="*/ 2287 w 10000"/>
              <a:gd name="connsiteY28" fmla="*/ 3256 h 10026"/>
              <a:gd name="connsiteX29" fmla="*/ 2093 w 10000"/>
              <a:gd name="connsiteY29" fmla="*/ 3533 h 10026"/>
              <a:gd name="connsiteX30" fmla="*/ 1903 w 10000"/>
              <a:gd name="connsiteY30" fmla="*/ 3810 h 10026"/>
              <a:gd name="connsiteX31" fmla="*/ 1730 w 10000"/>
              <a:gd name="connsiteY31" fmla="*/ 4081 h 10026"/>
              <a:gd name="connsiteX32" fmla="*/ 1573 w 10000"/>
              <a:gd name="connsiteY32" fmla="*/ 4367 h 10026"/>
              <a:gd name="connsiteX33" fmla="*/ 1421 w 10000"/>
              <a:gd name="connsiteY33" fmla="*/ 4643 h 10026"/>
              <a:gd name="connsiteX34" fmla="*/ 1278 w 10000"/>
              <a:gd name="connsiteY34" fmla="*/ 4924 h 10026"/>
              <a:gd name="connsiteX35" fmla="*/ 1147 w 10000"/>
              <a:gd name="connsiteY35" fmla="*/ 5212 h 10026"/>
              <a:gd name="connsiteX36" fmla="*/ 1026 w 10000"/>
              <a:gd name="connsiteY36" fmla="*/ 5494 h 10026"/>
              <a:gd name="connsiteX37" fmla="*/ 904 w 10000"/>
              <a:gd name="connsiteY37" fmla="*/ 5780 h 10026"/>
              <a:gd name="connsiteX38" fmla="*/ 804 w 10000"/>
              <a:gd name="connsiteY38" fmla="*/ 6051 h 10026"/>
              <a:gd name="connsiteX39" fmla="*/ 704 w 10000"/>
              <a:gd name="connsiteY39" fmla="*/ 6328 h 10026"/>
              <a:gd name="connsiteX40" fmla="*/ 625 w 10000"/>
              <a:gd name="connsiteY40" fmla="*/ 6603 h 10026"/>
              <a:gd name="connsiteX41" fmla="*/ 547 w 10000"/>
              <a:gd name="connsiteY41" fmla="*/ 6864 h 10026"/>
              <a:gd name="connsiteX42" fmla="*/ 405 w 10000"/>
              <a:gd name="connsiteY42" fmla="*/ 7386 h 10026"/>
              <a:gd name="connsiteX43" fmla="*/ 295 w 10000"/>
              <a:gd name="connsiteY43" fmla="*/ 7873 h 10026"/>
              <a:gd name="connsiteX44" fmla="*/ 205 w 10000"/>
              <a:gd name="connsiteY44" fmla="*/ 8331 h 10026"/>
              <a:gd name="connsiteX45" fmla="*/ 131 w 10000"/>
              <a:gd name="connsiteY45" fmla="*/ 8735 h 10026"/>
              <a:gd name="connsiteX46" fmla="*/ 84 w 10000"/>
              <a:gd name="connsiteY46" fmla="*/ 9112 h 10026"/>
              <a:gd name="connsiteX47" fmla="*/ 42 w 10000"/>
              <a:gd name="connsiteY47" fmla="*/ 9430 h 10026"/>
              <a:gd name="connsiteX48" fmla="*/ 10 w 10000"/>
              <a:gd name="connsiteY48" fmla="*/ 9877 h 10026"/>
              <a:gd name="connsiteX49" fmla="*/ 0 w 10000"/>
              <a:gd name="connsiteY49" fmla="*/ 10026 h 10026"/>
              <a:gd name="connsiteX0" fmla="*/ 10000 w 10000"/>
              <a:gd name="connsiteY0" fmla="*/ 26 h 10026"/>
              <a:gd name="connsiteX1" fmla="*/ 9471 w 10000"/>
              <a:gd name="connsiteY1" fmla="*/ 0 h 10026"/>
              <a:gd name="connsiteX2" fmla="*/ 8929 w 10000"/>
              <a:gd name="connsiteY2" fmla="*/ 37 h 10026"/>
              <a:gd name="connsiteX3" fmla="*/ 8418 w 10000"/>
              <a:gd name="connsiteY3" fmla="*/ 58 h 10026"/>
              <a:gd name="connsiteX4" fmla="*/ 8114 w 10000"/>
              <a:gd name="connsiteY4" fmla="*/ 117 h 10026"/>
              <a:gd name="connsiteX5" fmla="*/ 7841 w 10000"/>
              <a:gd name="connsiteY5" fmla="*/ 148 h 10026"/>
              <a:gd name="connsiteX6" fmla="*/ 7568 w 10000"/>
              <a:gd name="connsiteY6" fmla="*/ 180 h 10026"/>
              <a:gd name="connsiteX7" fmla="*/ 7310 w 10000"/>
              <a:gd name="connsiteY7" fmla="*/ 218 h 10026"/>
              <a:gd name="connsiteX8" fmla="*/ 7037 w 10000"/>
              <a:gd name="connsiteY8" fmla="*/ 271 h 10026"/>
              <a:gd name="connsiteX9" fmla="*/ 6773 w 10000"/>
              <a:gd name="connsiteY9" fmla="*/ 330 h 10026"/>
              <a:gd name="connsiteX10" fmla="*/ 6505 w 10000"/>
              <a:gd name="connsiteY10" fmla="*/ 393 h 10026"/>
              <a:gd name="connsiteX11" fmla="*/ 6242 w 10000"/>
              <a:gd name="connsiteY11" fmla="*/ 462 h 10026"/>
              <a:gd name="connsiteX12" fmla="*/ 5990 w 10000"/>
              <a:gd name="connsiteY12" fmla="*/ 552 h 10026"/>
              <a:gd name="connsiteX13" fmla="*/ 5727 w 10000"/>
              <a:gd name="connsiteY13" fmla="*/ 648 h 10026"/>
              <a:gd name="connsiteX14" fmla="*/ 5475 w 10000"/>
              <a:gd name="connsiteY14" fmla="*/ 750 h 10026"/>
              <a:gd name="connsiteX15" fmla="*/ 5227 w 10000"/>
              <a:gd name="connsiteY15" fmla="*/ 861 h 10026"/>
              <a:gd name="connsiteX16" fmla="*/ 4974 w 10000"/>
              <a:gd name="connsiteY16" fmla="*/ 971 h 10026"/>
              <a:gd name="connsiteX17" fmla="*/ 4721 w 10000"/>
              <a:gd name="connsiteY17" fmla="*/ 1105 h 10026"/>
              <a:gd name="connsiteX18" fmla="*/ 4480 w 10000"/>
              <a:gd name="connsiteY18" fmla="*/ 1248 h 10026"/>
              <a:gd name="connsiteX19" fmla="*/ 4249 w 10000"/>
              <a:gd name="connsiteY19" fmla="*/ 1396 h 10026"/>
              <a:gd name="connsiteX20" fmla="*/ 4007 w 10000"/>
              <a:gd name="connsiteY20" fmla="*/ 1562 h 10026"/>
              <a:gd name="connsiteX21" fmla="*/ 3776 w 10000"/>
              <a:gd name="connsiteY21" fmla="*/ 1732 h 10026"/>
              <a:gd name="connsiteX22" fmla="*/ 3555 w 10000"/>
              <a:gd name="connsiteY22" fmla="*/ 1918 h 10026"/>
              <a:gd name="connsiteX23" fmla="*/ 3324 w 10000"/>
              <a:gd name="connsiteY23" fmla="*/ 2109 h 10026"/>
              <a:gd name="connsiteX24" fmla="*/ 3114 w 10000"/>
              <a:gd name="connsiteY24" fmla="*/ 2311 h 10026"/>
              <a:gd name="connsiteX25" fmla="*/ 2892 w 10000"/>
              <a:gd name="connsiteY25" fmla="*/ 2540 h 10026"/>
              <a:gd name="connsiteX26" fmla="*/ 2687 w 10000"/>
              <a:gd name="connsiteY26" fmla="*/ 2773 h 10026"/>
              <a:gd name="connsiteX27" fmla="*/ 2476 w 10000"/>
              <a:gd name="connsiteY27" fmla="*/ 3007 h 10026"/>
              <a:gd name="connsiteX28" fmla="*/ 2287 w 10000"/>
              <a:gd name="connsiteY28" fmla="*/ 3256 h 10026"/>
              <a:gd name="connsiteX29" fmla="*/ 2093 w 10000"/>
              <a:gd name="connsiteY29" fmla="*/ 3533 h 10026"/>
              <a:gd name="connsiteX30" fmla="*/ 1903 w 10000"/>
              <a:gd name="connsiteY30" fmla="*/ 3810 h 10026"/>
              <a:gd name="connsiteX31" fmla="*/ 1730 w 10000"/>
              <a:gd name="connsiteY31" fmla="*/ 4081 h 10026"/>
              <a:gd name="connsiteX32" fmla="*/ 1573 w 10000"/>
              <a:gd name="connsiteY32" fmla="*/ 4367 h 10026"/>
              <a:gd name="connsiteX33" fmla="*/ 1421 w 10000"/>
              <a:gd name="connsiteY33" fmla="*/ 4643 h 10026"/>
              <a:gd name="connsiteX34" fmla="*/ 1278 w 10000"/>
              <a:gd name="connsiteY34" fmla="*/ 4924 h 10026"/>
              <a:gd name="connsiteX35" fmla="*/ 1147 w 10000"/>
              <a:gd name="connsiteY35" fmla="*/ 5212 h 10026"/>
              <a:gd name="connsiteX36" fmla="*/ 1026 w 10000"/>
              <a:gd name="connsiteY36" fmla="*/ 5494 h 10026"/>
              <a:gd name="connsiteX37" fmla="*/ 904 w 10000"/>
              <a:gd name="connsiteY37" fmla="*/ 5780 h 10026"/>
              <a:gd name="connsiteX38" fmla="*/ 804 w 10000"/>
              <a:gd name="connsiteY38" fmla="*/ 6051 h 10026"/>
              <a:gd name="connsiteX39" fmla="*/ 704 w 10000"/>
              <a:gd name="connsiteY39" fmla="*/ 6328 h 10026"/>
              <a:gd name="connsiteX40" fmla="*/ 625 w 10000"/>
              <a:gd name="connsiteY40" fmla="*/ 6603 h 10026"/>
              <a:gd name="connsiteX41" fmla="*/ 547 w 10000"/>
              <a:gd name="connsiteY41" fmla="*/ 6864 h 10026"/>
              <a:gd name="connsiteX42" fmla="*/ 405 w 10000"/>
              <a:gd name="connsiteY42" fmla="*/ 7386 h 10026"/>
              <a:gd name="connsiteX43" fmla="*/ 295 w 10000"/>
              <a:gd name="connsiteY43" fmla="*/ 7873 h 10026"/>
              <a:gd name="connsiteX44" fmla="*/ 205 w 10000"/>
              <a:gd name="connsiteY44" fmla="*/ 8331 h 10026"/>
              <a:gd name="connsiteX45" fmla="*/ 131 w 10000"/>
              <a:gd name="connsiteY45" fmla="*/ 8735 h 10026"/>
              <a:gd name="connsiteX46" fmla="*/ 84 w 10000"/>
              <a:gd name="connsiteY46" fmla="*/ 9112 h 10026"/>
              <a:gd name="connsiteX47" fmla="*/ 42 w 10000"/>
              <a:gd name="connsiteY47" fmla="*/ 9430 h 10026"/>
              <a:gd name="connsiteX48" fmla="*/ 10 w 10000"/>
              <a:gd name="connsiteY48" fmla="*/ 9877 h 10026"/>
              <a:gd name="connsiteX49" fmla="*/ 0 w 10000"/>
              <a:gd name="connsiteY49" fmla="*/ 10026 h 10026"/>
              <a:gd name="connsiteX0" fmla="*/ 10000 w 10000"/>
              <a:gd name="connsiteY0" fmla="*/ 26 h 10026"/>
              <a:gd name="connsiteX1" fmla="*/ 9471 w 10000"/>
              <a:gd name="connsiteY1" fmla="*/ 0 h 10026"/>
              <a:gd name="connsiteX2" fmla="*/ 8929 w 10000"/>
              <a:gd name="connsiteY2" fmla="*/ 37 h 10026"/>
              <a:gd name="connsiteX3" fmla="*/ 8436 w 10000"/>
              <a:gd name="connsiteY3" fmla="*/ 90 h 10026"/>
              <a:gd name="connsiteX4" fmla="*/ 8114 w 10000"/>
              <a:gd name="connsiteY4" fmla="*/ 117 h 10026"/>
              <a:gd name="connsiteX5" fmla="*/ 7841 w 10000"/>
              <a:gd name="connsiteY5" fmla="*/ 148 h 10026"/>
              <a:gd name="connsiteX6" fmla="*/ 7568 w 10000"/>
              <a:gd name="connsiteY6" fmla="*/ 180 h 10026"/>
              <a:gd name="connsiteX7" fmla="*/ 7310 w 10000"/>
              <a:gd name="connsiteY7" fmla="*/ 218 h 10026"/>
              <a:gd name="connsiteX8" fmla="*/ 7037 w 10000"/>
              <a:gd name="connsiteY8" fmla="*/ 271 h 10026"/>
              <a:gd name="connsiteX9" fmla="*/ 6773 w 10000"/>
              <a:gd name="connsiteY9" fmla="*/ 330 h 10026"/>
              <a:gd name="connsiteX10" fmla="*/ 6505 w 10000"/>
              <a:gd name="connsiteY10" fmla="*/ 393 h 10026"/>
              <a:gd name="connsiteX11" fmla="*/ 6242 w 10000"/>
              <a:gd name="connsiteY11" fmla="*/ 462 h 10026"/>
              <a:gd name="connsiteX12" fmla="*/ 5990 w 10000"/>
              <a:gd name="connsiteY12" fmla="*/ 552 h 10026"/>
              <a:gd name="connsiteX13" fmla="*/ 5727 w 10000"/>
              <a:gd name="connsiteY13" fmla="*/ 648 h 10026"/>
              <a:gd name="connsiteX14" fmla="*/ 5475 w 10000"/>
              <a:gd name="connsiteY14" fmla="*/ 750 h 10026"/>
              <a:gd name="connsiteX15" fmla="*/ 5227 w 10000"/>
              <a:gd name="connsiteY15" fmla="*/ 861 h 10026"/>
              <a:gd name="connsiteX16" fmla="*/ 4974 w 10000"/>
              <a:gd name="connsiteY16" fmla="*/ 971 h 10026"/>
              <a:gd name="connsiteX17" fmla="*/ 4721 w 10000"/>
              <a:gd name="connsiteY17" fmla="*/ 1105 h 10026"/>
              <a:gd name="connsiteX18" fmla="*/ 4480 w 10000"/>
              <a:gd name="connsiteY18" fmla="*/ 1248 h 10026"/>
              <a:gd name="connsiteX19" fmla="*/ 4249 w 10000"/>
              <a:gd name="connsiteY19" fmla="*/ 1396 h 10026"/>
              <a:gd name="connsiteX20" fmla="*/ 4007 w 10000"/>
              <a:gd name="connsiteY20" fmla="*/ 1562 h 10026"/>
              <a:gd name="connsiteX21" fmla="*/ 3776 w 10000"/>
              <a:gd name="connsiteY21" fmla="*/ 1732 h 10026"/>
              <a:gd name="connsiteX22" fmla="*/ 3555 w 10000"/>
              <a:gd name="connsiteY22" fmla="*/ 1918 h 10026"/>
              <a:gd name="connsiteX23" fmla="*/ 3324 w 10000"/>
              <a:gd name="connsiteY23" fmla="*/ 2109 h 10026"/>
              <a:gd name="connsiteX24" fmla="*/ 3114 w 10000"/>
              <a:gd name="connsiteY24" fmla="*/ 2311 h 10026"/>
              <a:gd name="connsiteX25" fmla="*/ 2892 w 10000"/>
              <a:gd name="connsiteY25" fmla="*/ 2540 h 10026"/>
              <a:gd name="connsiteX26" fmla="*/ 2687 w 10000"/>
              <a:gd name="connsiteY26" fmla="*/ 2773 h 10026"/>
              <a:gd name="connsiteX27" fmla="*/ 2476 w 10000"/>
              <a:gd name="connsiteY27" fmla="*/ 3007 h 10026"/>
              <a:gd name="connsiteX28" fmla="*/ 2287 w 10000"/>
              <a:gd name="connsiteY28" fmla="*/ 3256 h 10026"/>
              <a:gd name="connsiteX29" fmla="*/ 2093 w 10000"/>
              <a:gd name="connsiteY29" fmla="*/ 3533 h 10026"/>
              <a:gd name="connsiteX30" fmla="*/ 1903 w 10000"/>
              <a:gd name="connsiteY30" fmla="*/ 3810 h 10026"/>
              <a:gd name="connsiteX31" fmla="*/ 1730 w 10000"/>
              <a:gd name="connsiteY31" fmla="*/ 4081 h 10026"/>
              <a:gd name="connsiteX32" fmla="*/ 1573 w 10000"/>
              <a:gd name="connsiteY32" fmla="*/ 4367 h 10026"/>
              <a:gd name="connsiteX33" fmla="*/ 1421 w 10000"/>
              <a:gd name="connsiteY33" fmla="*/ 4643 h 10026"/>
              <a:gd name="connsiteX34" fmla="*/ 1278 w 10000"/>
              <a:gd name="connsiteY34" fmla="*/ 4924 h 10026"/>
              <a:gd name="connsiteX35" fmla="*/ 1147 w 10000"/>
              <a:gd name="connsiteY35" fmla="*/ 5212 h 10026"/>
              <a:gd name="connsiteX36" fmla="*/ 1026 w 10000"/>
              <a:gd name="connsiteY36" fmla="*/ 5494 h 10026"/>
              <a:gd name="connsiteX37" fmla="*/ 904 w 10000"/>
              <a:gd name="connsiteY37" fmla="*/ 5780 h 10026"/>
              <a:gd name="connsiteX38" fmla="*/ 804 w 10000"/>
              <a:gd name="connsiteY38" fmla="*/ 6051 h 10026"/>
              <a:gd name="connsiteX39" fmla="*/ 704 w 10000"/>
              <a:gd name="connsiteY39" fmla="*/ 6328 h 10026"/>
              <a:gd name="connsiteX40" fmla="*/ 625 w 10000"/>
              <a:gd name="connsiteY40" fmla="*/ 6603 h 10026"/>
              <a:gd name="connsiteX41" fmla="*/ 547 w 10000"/>
              <a:gd name="connsiteY41" fmla="*/ 6864 h 10026"/>
              <a:gd name="connsiteX42" fmla="*/ 405 w 10000"/>
              <a:gd name="connsiteY42" fmla="*/ 7386 h 10026"/>
              <a:gd name="connsiteX43" fmla="*/ 295 w 10000"/>
              <a:gd name="connsiteY43" fmla="*/ 7873 h 10026"/>
              <a:gd name="connsiteX44" fmla="*/ 205 w 10000"/>
              <a:gd name="connsiteY44" fmla="*/ 8331 h 10026"/>
              <a:gd name="connsiteX45" fmla="*/ 131 w 10000"/>
              <a:gd name="connsiteY45" fmla="*/ 8735 h 10026"/>
              <a:gd name="connsiteX46" fmla="*/ 84 w 10000"/>
              <a:gd name="connsiteY46" fmla="*/ 9112 h 10026"/>
              <a:gd name="connsiteX47" fmla="*/ 42 w 10000"/>
              <a:gd name="connsiteY47" fmla="*/ 9430 h 10026"/>
              <a:gd name="connsiteX48" fmla="*/ 10 w 10000"/>
              <a:gd name="connsiteY48" fmla="*/ 9877 h 10026"/>
              <a:gd name="connsiteX49" fmla="*/ 0 w 10000"/>
              <a:gd name="connsiteY49" fmla="*/ 10026 h 10026"/>
              <a:gd name="connsiteX0" fmla="*/ 10018 w 10018"/>
              <a:gd name="connsiteY0" fmla="*/ 0 h 10048"/>
              <a:gd name="connsiteX1" fmla="*/ 9471 w 10018"/>
              <a:gd name="connsiteY1" fmla="*/ 22 h 10048"/>
              <a:gd name="connsiteX2" fmla="*/ 8929 w 10018"/>
              <a:gd name="connsiteY2" fmla="*/ 59 h 10048"/>
              <a:gd name="connsiteX3" fmla="*/ 8436 w 10018"/>
              <a:gd name="connsiteY3" fmla="*/ 112 h 10048"/>
              <a:gd name="connsiteX4" fmla="*/ 8114 w 10018"/>
              <a:gd name="connsiteY4" fmla="*/ 139 h 10048"/>
              <a:gd name="connsiteX5" fmla="*/ 7841 w 10018"/>
              <a:gd name="connsiteY5" fmla="*/ 170 h 10048"/>
              <a:gd name="connsiteX6" fmla="*/ 7568 w 10018"/>
              <a:gd name="connsiteY6" fmla="*/ 202 h 10048"/>
              <a:gd name="connsiteX7" fmla="*/ 7310 w 10018"/>
              <a:gd name="connsiteY7" fmla="*/ 240 h 10048"/>
              <a:gd name="connsiteX8" fmla="*/ 7037 w 10018"/>
              <a:gd name="connsiteY8" fmla="*/ 293 h 10048"/>
              <a:gd name="connsiteX9" fmla="*/ 6773 w 10018"/>
              <a:gd name="connsiteY9" fmla="*/ 352 h 10048"/>
              <a:gd name="connsiteX10" fmla="*/ 6505 w 10018"/>
              <a:gd name="connsiteY10" fmla="*/ 415 h 10048"/>
              <a:gd name="connsiteX11" fmla="*/ 6242 w 10018"/>
              <a:gd name="connsiteY11" fmla="*/ 484 h 10048"/>
              <a:gd name="connsiteX12" fmla="*/ 5990 w 10018"/>
              <a:gd name="connsiteY12" fmla="*/ 574 h 10048"/>
              <a:gd name="connsiteX13" fmla="*/ 5727 w 10018"/>
              <a:gd name="connsiteY13" fmla="*/ 670 h 10048"/>
              <a:gd name="connsiteX14" fmla="*/ 5475 w 10018"/>
              <a:gd name="connsiteY14" fmla="*/ 772 h 10048"/>
              <a:gd name="connsiteX15" fmla="*/ 5227 w 10018"/>
              <a:gd name="connsiteY15" fmla="*/ 883 h 10048"/>
              <a:gd name="connsiteX16" fmla="*/ 4974 w 10018"/>
              <a:gd name="connsiteY16" fmla="*/ 993 h 10048"/>
              <a:gd name="connsiteX17" fmla="*/ 4721 w 10018"/>
              <a:gd name="connsiteY17" fmla="*/ 1127 h 10048"/>
              <a:gd name="connsiteX18" fmla="*/ 4480 w 10018"/>
              <a:gd name="connsiteY18" fmla="*/ 1270 h 10048"/>
              <a:gd name="connsiteX19" fmla="*/ 4249 w 10018"/>
              <a:gd name="connsiteY19" fmla="*/ 1418 h 10048"/>
              <a:gd name="connsiteX20" fmla="*/ 4007 w 10018"/>
              <a:gd name="connsiteY20" fmla="*/ 1584 h 10048"/>
              <a:gd name="connsiteX21" fmla="*/ 3776 w 10018"/>
              <a:gd name="connsiteY21" fmla="*/ 1754 h 10048"/>
              <a:gd name="connsiteX22" fmla="*/ 3555 w 10018"/>
              <a:gd name="connsiteY22" fmla="*/ 1940 h 10048"/>
              <a:gd name="connsiteX23" fmla="*/ 3324 w 10018"/>
              <a:gd name="connsiteY23" fmla="*/ 2131 h 10048"/>
              <a:gd name="connsiteX24" fmla="*/ 3114 w 10018"/>
              <a:gd name="connsiteY24" fmla="*/ 2333 h 10048"/>
              <a:gd name="connsiteX25" fmla="*/ 2892 w 10018"/>
              <a:gd name="connsiteY25" fmla="*/ 2562 h 10048"/>
              <a:gd name="connsiteX26" fmla="*/ 2687 w 10018"/>
              <a:gd name="connsiteY26" fmla="*/ 2795 h 10048"/>
              <a:gd name="connsiteX27" fmla="*/ 2476 w 10018"/>
              <a:gd name="connsiteY27" fmla="*/ 3029 h 10048"/>
              <a:gd name="connsiteX28" fmla="*/ 2287 w 10018"/>
              <a:gd name="connsiteY28" fmla="*/ 3278 h 10048"/>
              <a:gd name="connsiteX29" fmla="*/ 2093 w 10018"/>
              <a:gd name="connsiteY29" fmla="*/ 3555 h 10048"/>
              <a:gd name="connsiteX30" fmla="*/ 1903 w 10018"/>
              <a:gd name="connsiteY30" fmla="*/ 3832 h 10048"/>
              <a:gd name="connsiteX31" fmla="*/ 1730 w 10018"/>
              <a:gd name="connsiteY31" fmla="*/ 4103 h 10048"/>
              <a:gd name="connsiteX32" fmla="*/ 1573 w 10018"/>
              <a:gd name="connsiteY32" fmla="*/ 4389 h 10048"/>
              <a:gd name="connsiteX33" fmla="*/ 1421 w 10018"/>
              <a:gd name="connsiteY33" fmla="*/ 4665 h 10048"/>
              <a:gd name="connsiteX34" fmla="*/ 1278 w 10018"/>
              <a:gd name="connsiteY34" fmla="*/ 4946 h 10048"/>
              <a:gd name="connsiteX35" fmla="*/ 1147 w 10018"/>
              <a:gd name="connsiteY35" fmla="*/ 5234 h 10048"/>
              <a:gd name="connsiteX36" fmla="*/ 1026 w 10018"/>
              <a:gd name="connsiteY36" fmla="*/ 5516 h 10048"/>
              <a:gd name="connsiteX37" fmla="*/ 904 w 10018"/>
              <a:gd name="connsiteY37" fmla="*/ 5802 h 10048"/>
              <a:gd name="connsiteX38" fmla="*/ 804 w 10018"/>
              <a:gd name="connsiteY38" fmla="*/ 6073 h 10048"/>
              <a:gd name="connsiteX39" fmla="*/ 704 w 10018"/>
              <a:gd name="connsiteY39" fmla="*/ 6350 h 10048"/>
              <a:gd name="connsiteX40" fmla="*/ 625 w 10018"/>
              <a:gd name="connsiteY40" fmla="*/ 6625 h 10048"/>
              <a:gd name="connsiteX41" fmla="*/ 547 w 10018"/>
              <a:gd name="connsiteY41" fmla="*/ 6886 h 10048"/>
              <a:gd name="connsiteX42" fmla="*/ 405 w 10018"/>
              <a:gd name="connsiteY42" fmla="*/ 7408 h 10048"/>
              <a:gd name="connsiteX43" fmla="*/ 295 w 10018"/>
              <a:gd name="connsiteY43" fmla="*/ 7895 h 10048"/>
              <a:gd name="connsiteX44" fmla="*/ 205 w 10018"/>
              <a:gd name="connsiteY44" fmla="*/ 8353 h 10048"/>
              <a:gd name="connsiteX45" fmla="*/ 131 w 10018"/>
              <a:gd name="connsiteY45" fmla="*/ 8757 h 10048"/>
              <a:gd name="connsiteX46" fmla="*/ 84 w 10018"/>
              <a:gd name="connsiteY46" fmla="*/ 9134 h 10048"/>
              <a:gd name="connsiteX47" fmla="*/ 42 w 10018"/>
              <a:gd name="connsiteY47" fmla="*/ 9452 h 10048"/>
              <a:gd name="connsiteX48" fmla="*/ 10 w 10018"/>
              <a:gd name="connsiteY48" fmla="*/ 9899 h 10048"/>
              <a:gd name="connsiteX49" fmla="*/ 0 w 10018"/>
              <a:gd name="connsiteY49" fmla="*/ 10048 h 10048"/>
              <a:gd name="connsiteX0" fmla="*/ 10045 w 10045"/>
              <a:gd name="connsiteY0" fmla="*/ 50 h 10026"/>
              <a:gd name="connsiteX1" fmla="*/ 9471 w 10045"/>
              <a:gd name="connsiteY1" fmla="*/ 0 h 10026"/>
              <a:gd name="connsiteX2" fmla="*/ 8929 w 10045"/>
              <a:gd name="connsiteY2" fmla="*/ 37 h 10026"/>
              <a:gd name="connsiteX3" fmla="*/ 8436 w 10045"/>
              <a:gd name="connsiteY3" fmla="*/ 90 h 10026"/>
              <a:gd name="connsiteX4" fmla="*/ 8114 w 10045"/>
              <a:gd name="connsiteY4" fmla="*/ 117 h 10026"/>
              <a:gd name="connsiteX5" fmla="*/ 7841 w 10045"/>
              <a:gd name="connsiteY5" fmla="*/ 148 h 10026"/>
              <a:gd name="connsiteX6" fmla="*/ 7568 w 10045"/>
              <a:gd name="connsiteY6" fmla="*/ 180 h 10026"/>
              <a:gd name="connsiteX7" fmla="*/ 7310 w 10045"/>
              <a:gd name="connsiteY7" fmla="*/ 218 h 10026"/>
              <a:gd name="connsiteX8" fmla="*/ 7037 w 10045"/>
              <a:gd name="connsiteY8" fmla="*/ 271 h 10026"/>
              <a:gd name="connsiteX9" fmla="*/ 6773 w 10045"/>
              <a:gd name="connsiteY9" fmla="*/ 330 h 10026"/>
              <a:gd name="connsiteX10" fmla="*/ 6505 w 10045"/>
              <a:gd name="connsiteY10" fmla="*/ 393 h 10026"/>
              <a:gd name="connsiteX11" fmla="*/ 6242 w 10045"/>
              <a:gd name="connsiteY11" fmla="*/ 462 h 10026"/>
              <a:gd name="connsiteX12" fmla="*/ 5990 w 10045"/>
              <a:gd name="connsiteY12" fmla="*/ 552 h 10026"/>
              <a:gd name="connsiteX13" fmla="*/ 5727 w 10045"/>
              <a:gd name="connsiteY13" fmla="*/ 648 h 10026"/>
              <a:gd name="connsiteX14" fmla="*/ 5475 w 10045"/>
              <a:gd name="connsiteY14" fmla="*/ 750 h 10026"/>
              <a:gd name="connsiteX15" fmla="*/ 5227 w 10045"/>
              <a:gd name="connsiteY15" fmla="*/ 861 h 10026"/>
              <a:gd name="connsiteX16" fmla="*/ 4974 w 10045"/>
              <a:gd name="connsiteY16" fmla="*/ 971 h 10026"/>
              <a:gd name="connsiteX17" fmla="*/ 4721 w 10045"/>
              <a:gd name="connsiteY17" fmla="*/ 1105 h 10026"/>
              <a:gd name="connsiteX18" fmla="*/ 4480 w 10045"/>
              <a:gd name="connsiteY18" fmla="*/ 1248 h 10026"/>
              <a:gd name="connsiteX19" fmla="*/ 4249 w 10045"/>
              <a:gd name="connsiteY19" fmla="*/ 1396 h 10026"/>
              <a:gd name="connsiteX20" fmla="*/ 4007 w 10045"/>
              <a:gd name="connsiteY20" fmla="*/ 1562 h 10026"/>
              <a:gd name="connsiteX21" fmla="*/ 3776 w 10045"/>
              <a:gd name="connsiteY21" fmla="*/ 1732 h 10026"/>
              <a:gd name="connsiteX22" fmla="*/ 3555 w 10045"/>
              <a:gd name="connsiteY22" fmla="*/ 1918 h 10026"/>
              <a:gd name="connsiteX23" fmla="*/ 3324 w 10045"/>
              <a:gd name="connsiteY23" fmla="*/ 2109 h 10026"/>
              <a:gd name="connsiteX24" fmla="*/ 3114 w 10045"/>
              <a:gd name="connsiteY24" fmla="*/ 2311 h 10026"/>
              <a:gd name="connsiteX25" fmla="*/ 2892 w 10045"/>
              <a:gd name="connsiteY25" fmla="*/ 2540 h 10026"/>
              <a:gd name="connsiteX26" fmla="*/ 2687 w 10045"/>
              <a:gd name="connsiteY26" fmla="*/ 2773 h 10026"/>
              <a:gd name="connsiteX27" fmla="*/ 2476 w 10045"/>
              <a:gd name="connsiteY27" fmla="*/ 3007 h 10026"/>
              <a:gd name="connsiteX28" fmla="*/ 2287 w 10045"/>
              <a:gd name="connsiteY28" fmla="*/ 3256 h 10026"/>
              <a:gd name="connsiteX29" fmla="*/ 2093 w 10045"/>
              <a:gd name="connsiteY29" fmla="*/ 3533 h 10026"/>
              <a:gd name="connsiteX30" fmla="*/ 1903 w 10045"/>
              <a:gd name="connsiteY30" fmla="*/ 3810 h 10026"/>
              <a:gd name="connsiteX31" fmla="*/ 1730 w 10045"/>
              <a:gd name="connsiteY31" fmla="*/ 4081 h 10026"/>
              <a:gd name="connsiteX32" fmla="*/ 1573 w 10045"/>
              <a:gd name="connsiteY32" fmla="*/ 4367 h 10026"/>
              <a:gd name="connsiteX33" fmla="*/ 1421 w 10045"/>
              <a:gd name="connsiteY33" fmla="*/ 4643 h 10026"/>
              <a:gd name="connsiteX34" fmla="*/ 1278 w 10045"/>
              <a:gd name="connsiteY34" fmla="*/ 4924 h 10026"/>
              <a:gd name="connsiteX35" fmla="*/ 1147 w 10045"/>
              <a:gd name="connsiteY35" fmla="*/ 5212 h 10026"/>
              <a:gd name="connsiteX36" fmla="*/ 1026 w 10045"/>
              <a:gd name="connsiteY36" fmla="*/ 5494 h 10026"/>
              <a:gd name="connsiteX37" fmla="*/ 904 w 10045"/>
              <a:gd name="connsiteY37" fmla="*/ 5780 h 10026"/>
              <a:gd name="connsiteX38" fmla="*/ 804 w 10045"/>
              <a:gd name="connsiteY38" fmla="*/ 6051 h 10026"/>
              <a:gd name="connsiteX39" fmla="*/ 704 w 10045"/>
              <a:gd name="connsiteY39" fmla="*/ 6328 h 10026"/>
              <a:gd name="connsiteX40" fmla="*/ 625 w 10045"/>
              <a:gd name="connsiteY40" fmla="*/ 6603 h 10026"/>
              <a:gd name="connsiteX41" fmla="*/ 547 w 10045"/>
              <a:gd name="connsiteY41" fmla="*/ 6864 h 10026"/>
              <a:gd name="connsiteX42" fmla="*/ 405 w 10045"/>
              <a:gd name="connsiteY42" fmla="*/ 7386 h 10026"/>
              <a:gd name="connsiteX43" fmla="*/ 295 w 10045"/>
              <a:gd name="connsiteY43" fmla="*/ 7873 h 10026"/>
              <a:gd name="connsiteX44" fmla="*/ 205 w 10045"/>
              <a:gd name="connsiteY44" fmla="*/ 8331 h 10026"/>
              <a:gd name="connsiteX45" fmla="*/ 131 w 10045"/>
              <a:gd name="connsiteY45" fmla="*/ 8735 h 10026"/>
              <a:gd name="connsiteX46" fmla="*/ 84 w 10045"/>
              <a:gd name="connsiteY46" fmla="*/ 9112 h 10026"/>
              <a:gd name="connsiteX47" fmla="*/ 42 w 10045"/>
              <a:gd name="connsiteY47" fmla="*/ 9430 h 10026"/>
              <a:gd name="connsiteX48" fmla="*/ 10 w 10045"/>
              <a:gd name="connsiteY48" fmla="*/ 9877 h 10026"/>
              <a:gd name="connsiteX49" fmla="*/ 0 w 10045"/>
              <a:gd name="connsiteY49" fmla="*/ 10026 h 10026"/>
              <a:gd name="connsiteX0" fmla="*/ 10045 w 10045"/>
              <a:gd name="connsiteY0" fmla="*/ 13 h 9989"/>
              <a:gd name="connsiteX1" fmla="*/ 9471 w 10045"/>
              <a:gd name="connsiteY1" fmla="*/ 11 h 9989"/>
              <a:gd name="connsiteX2" fmla="*/ 8929 w 10045"/>
              <a:gd name="connsiteY2" fmla="*/ 0 h 9989"/>
              <a:gd name="connsiteX3" fmla="*/ 8436 w 10045"/>
              <a:gd name="connsiteY3" fmla="*/ 53 h 9989"/>
              <a:gd name="connsiteX4" fmla="*/ 8114 w 10045"/>
              <a:gd name="connsiteY4" fmla="*/ 80 h 9989"/>
              <a:gd name="connsiteX5" fmla="*/ 7841 w 10045"/>
              <a:gd name="connsiteY5" fmla="*/ 111 h 9989"/>
              <a:gd name="connsiteX6" fmla="*/ 7568 w 10045"/>
              <a:gd name="connsiteY6" fmla="*/ 143 h 9989"/>
              <a:gd name="connsiteX7" fmla="*/ 7310 w 10045"/>
              <a:gd name="connsiteY7" fmla="*/ 181 h 9989"/>
              <a:gd name="connsiteX8" fmla="*/ 7037 w 10045"/>
              <a:gd name="connsiteY8" fmla="*/ 234 h 9989"/>
              <a:gd name="connsiteX9" fmla="*/ 6773 w 10045"/>
              <a:gd name="connsiteY9" fmla="*/ 293 h 9989"/>
              <a:gd name="connsiteX10" fmla="*/ 6505 w 10045"/>
              <a:gd name="connsiteY10" fmla="*/ 356 h 9989"/>
              <a:gd name="connsiteX11" fmla="*/ 6242 w 10045"/>
              <a:gd name="connsiteY11" fmla="*/ 425 h 9989"/>
              <a:gd name="connsiteX12" fmla="*/ 5990 w 10045"/>
              <a:gd name="connsiteY12" fmla="*/ 515 h 9989"/>
              <a:gd name="connsiteX13" fmla="*/ 5727 w 10045"/>
              <a:gd name="connsiteY13" fmla="*/ 611 h 9989"/>
              <a:gd name="connsiteX14" fmla="*/ 5475 w 10045"/>
              <a:gd name="connsiteY14" fmla="*/ 713 h 9989"/>
              <a:gd name="connsiteX15" fmla="*/ 5227 w 10045"/>
              <a:gd name="connsiteY15" fmla="*/ 824 h 9989"/>
              <a:gd name="connsiteX16" fmla="*/ 4974 w 10045"/>
              <a:gd name="connsiteY16" fmla="*/ 934 h 9989"/>
              <a:gd name="connsiteX17" fmla="*/ 4721 w 10045"/>
              <a:gd name="connsiteY17" fmla="*/ 1068 h 9989"/>
              <a:gd name="connsiteX18" fmla="*/ 4480 w 10045"/>
              <a:gd name="connsiteY18" fmla="*/ 1211 h 9989"/>
              <a:gd name="connsiteX19" fmla="*/ 4249 w 10045"/>
              <a:gd name="connsiteY19" fmla="*/ 1359 h 9989"/>
              <a:gd name="connsiteX20" fmla="*/ 4007 w 10045"/>
              <a:gd name="connsiteY20" fmla="*/ 1525 h 9989"/>
              <a:gd name="connsiteX21" fmla="*/ 3776 w 10045"/>
              <a:gd name="connsiteY21" fmla="*/ 1695 h 9989"/>
              <a:gd name="connsiteX22" fmla="*/ 3555 w 10045"/>
              <a:gd name="connsiteY22" fmla="*/ 1881 h 9989"/>
              <a:gd name="connsiteX23" fmla="*/ 3324 w 10045"/>
              <a:gd name="connsiteY23" fmla="*/ 2072 h 9989"/>
              <a:gd name="connsiteX24" fmla="*/ 3114 w 10045"/>
              <a:gd name="connsiteY24" fmla="*/ 2274 h 9989"/>
              <a:gd name="connsiteX25" fmla="*/ 2892 w 10045"/>
              <a:gd name="connsiteY25" fmla="*/ 2503 h 9989"/>
              <a:gd name="connsiteX26" fmla="*/ 2687 w 10045"/>
              <a:gd name="connsiteY26" fmla="*/ 2736 h 9989"/>
              <a:gd name="connsiteX27" fmla="*/ 2476 w 10045"/>
              <a:gd name="connsiteY27" fmla="*/ 2970 h 9989"/>
              <a:gd name="connsiteX28" fmla="*/ 2287 w 10045"/>
              <a:gd name="connsiteY28" fmla="*/ 3219 h 9989"/>
              <a:gd name="connsiteX29" fmla="*/ 2093 w 10045"/>
              <a:gd name="connsiteY29" fmla="*/ 3496 h 9989"/>
              <a:gd name="connsiteX30" fmla="*/ 1903 w 10045"/>
              <a:gd name="connsiteY30" fmla="*/ 3773 h 9989"/>
              <a:gd name="connsiteX31" fmla="*/ 1730 w 10045"/>
              <a:gd name="connsiteY31" fmla="*/ 4044 h 9989"/>
              <a:gd name="connsiteX32" fmla="*/ 1573 w 10045"/>
              <a:gd name="connsiteY32" fmla="*/ 4330 h 9989"/>
              <a:gd name="connsiteX33" fmla="*/ 1421 w 10045"/>
              <a:gd name="connsiteY33" fmla="*/ 4606 h 9989"/>
              <a:gd name="connsiteX34" fmla="*/ 1278 w 10045"/>
              <a:gd name="connsiteY34" fmla="*/ 4887 h 9989"/>
              <a:gd name="connsiteX35" fmla="*/ 1147 w 10045"/>
              <a:gd name="connsiteY35" fmla="*/ 5175 h 9989"/>
              <a:gd name="connsiteX36" fmla="*/ 1026 w 10045"/>
              <a:gd name="connsiteY36" fmla="*/ 5457 h 9989"/>
              <a:gd name="connsiteX37" fmla="*/ 904 w 10045"/>
              <a:gd name="connsiteY37" fmla="*/ 5743 h 9989"/>
              <a:gd name="connsiteX38" fmla="*/ 804 w 10045"/>
              <a:gd name="connsiteY38" fmla="*/ 6014 h 9989"/>
              <a:gd name="connsiteX39" fmla="*/ 704 w 10045"/>
              <a:gd name="connsiteY39" fmla="*/ 6291 h 9989"/>
              <a:gd name="connsiteX40" fmla="*/ 625 w 10045"/>
              <a:gd name="connsiteY40" fmla="*/ 6566 h 9989"/>
              <a:gd name="connsiteX41" fmla="*/ 547 w 10045"/>
              <a:gd name="connsiteY41" fmla="*/ 6827 h 9989"/>
              <a:gd name="connsiteX42" fmla="*/ 405 w 10045"/>
              <a:gd name="connsiteY42" fmla="*/ 7349 h 9989"/>
              <a:gd name="connsiteX43" fmla="*/ 295 w 10045"/>
              <a:gd name="connsiteY43" fmla="*/ 7836 h 9989"/>
              <a:gd name="connsiteX44" fmla="*/ 205 w 10045"/>
              <a:gd name="connsiteY44" fmla="*/ 8294 h 9989"/>
              <a:gd name="connsiteX45" fmla="*/ 131 w 10045"/>
              <a:gd name="connsiteY45" fmla="*/ 8698 h 9989"/>
              <a:gd name="connsiteX46" fmla="*/ 84 w 10045"/>
              <a:gd name="connsiteY46" fmla="*/ 9075 h 9989"/>
              <a:gd name="connsiteX47" fmla="*/ 42 w 10045"/>
              <a:gd name="connsiteY47" fmla="*/ 9393 h 9989"/>
              <a:gd name="connsiteX48" fmla="*/ 10 w 10045"/>
              <a:gd name="connsiteY48" fmla="*/ 9840 h 9989"/>
              <a:gd name="connsiteX49" fmla="*/ 0 w 10045"/>
              <a:gd name="connsiteY49" fmla="*/ 9989 h 9989"/>
              <a:gd name="connsiteX0" fmla="*/ 10000 w 10000"/>
              <a:gd name="connsiteY0" fmla="*/ 2 h 9989"/>
              <a:gd name="connsiteX1" fmla="*/ 9429 w 10000"/>
              <a:gd name="connsiteY1" fmla="*/ 0 h 9989"/>
              <a:gd name="connsiteX2" fmla="*/ 8889 w 10000"/>
              <a:gd name="connsiteY2" fmla="*/ 13 h 9989"/>
              <a:gd name="connsiteX3" fmla="*/ 8398 w 10000"/>
              <a:gd name="connsiteY3" fmla="*/ 42 h 9989"/>
              <a:gd name="connsiteX4" fmla="*/ 8078 w 10000"/>
              <a:gd name="connsiteY4" fmla="*/ 69 h 9989"/>
              <a:gd name="connsiteX5" fmla="*/ 7806 w 10000"/>
              <a:gd name="connsiteY5" fmla="*/ 100 h 9989"/>
              <a:gd name="connsiteX6" fmla="*/ 7534 w 10000"/>
              <a:gd name="connsiteY6" fmla="*/ 132 h 9989"/>
              <a:gd name="connsiteX7" fmla="*/ 7277 w 10000"/>
              <a:gd name="connsiteY7" fmla="*/ 170 h 9989"/>
              <a:gd name="connsiteX8" fmla="*/ 7005 w 10000"/>
              <a:gd name="connsiteY8" fmla="*/ 223 h 9989"/>
              <a:gd name="connsiteX9" fmla="*/ 6743 w 10000"/>
              <a:gd name="connsiteY9" fmla="*/ 282 h 9989"/>
              <a:gd name="connsiteX10" fmla="*/ 6476 w 10000"/>
              <a:gd name="connsiteY10" fmla="*/ 345 h 9989"/>
              <a:gd name="connsiteX11" fmla="*/ 6214 w 10000"/>
              <a:gd name="connsiteY11" fmla="*/ 414 h 9989"/>
              <a:gd name="connsiteX12" fmla="*/ 5963 w 10000"/>
              <a:gd name="connsiteY12" fmla="*/ 505 h 9989"/>
              <a:gd name="connsiteX13" fmla="*/ 5701 w 10000"/>
              <a:gd name="connsiteY13" fmla="*/ 601 h 9989"/>
              <a:gd name="connsiteX14" fmla="*/ 5450 w 10000"/>
              <a:gd name="connsiteY14" fmla="*/ 703 h 9989"/>
              <a:gd name="connsiteX15" fmla="*/ 5204 w 10000"/>
              <a:gd name="connsiteY15" fmla="*/ 814 h 9989"/>
              <a:gd name="connsiteX16" fmla="*/ 4952 w 10000"/>
              <a:gd name="connsiteY16" fmla="*/ 924 h 9989"/>
              <a:gd name="connsiteX17" fmla="*/ 4700 w 10000"/>
              <a:gd name="connsiteY17" fmla="*/ 1058 h 9989"/>
              <a:gd name="connsiteX18" fmla="*/ 4460 w 10000"/>
              <a:gd name="connsiteY18" fmla="*/ 1201 h 9989"/>
              <a:gd name="connsiteX19" fmla="*/ 4230 w 10000"/>
              <a:gd name="connsiteY19" fmla="*/ 1349 h 9989"/>
              <a:gd name="connsiteX20" fmla="*/ 3989 w 10000"/>
              <a:gd name="connsiteY20" fmla="*/ 1516 h 9989"/>
              <a:gd name="connsiteX21" fmla="*/ 3759 w 10000"/>
              <a:gd name="connsiteY21" fmla="*/ 1686 h 9989"/>
              <a:gd name="connsiteX22" fmla="*/ 3539 w 10000"/>
              <a:gd name="connsiteY22" fmla="*/ 1872 h 9989"/>
              <a:gd name="connsiteX23" fmla="*/ 3309 w 10000"/>
              <a:gd name="connsiteY23" fmla="*/ 2063 h 9989"/>
              <a:gd name="connsiteX24" fmla="*/ 3100 w 10000"/>
              <a:gd name="connsiteY24" fmla="*/ 2266 h 9989"/>
              <a:gd name="connsiteX25" fmla="*/ 2879 w 10000"/>
              <a:gd name="connsiteY25" fmla="*/ 2495 h 9989"/>
              <a:gd name="connsiteX26" fmla="*/ 2675 w 10000"/>
              <a:gd name="connsiteY26" fmla="*/ 2728 h 9989"/>
              <a:gd name="connsiteX27" fmla="*/ 2465 w 10000"/>
              <a:gd name="connsiteY27" fmla="*/ 2962 h 9989"/>
              <a:gd name="connsiteX28" fmla="*/ 2277 w 10000"/>
              <a:gd name="connsiteY28" fmla="*/ 3212 h 9989"/>
              <a:gd name="connsiteX29" fmla="*/ 2084 w 10000"/>
              <a:gd name="connsiteY29" fmla="*/ 3489 h 9989"/>
              <a:gd name="connsiteX30" fmla="*/ 1894 w 10000"/>
              <a:gd name="connsiteY30" fmla="*/ 3766 h 9989"/>
              <a:gd name="connsiteX31" fmla="*/ 1722 w 10000"/>
              <a:gd name="connsiteY31" fmla="*/ 4037 h 9989"/>
              <a:gd name="connsiteX32" fmla="*/ 1566 w 10000"/>
              <a:gd name="connsiteY32" fmla="*/ 4324 h 9989"/>
              <a:gd name="connsiteX33" fmla="*/ 1415 w 10000"/>
              <a:gd name="connsiteY33" fmla="*/ 4600 h 9989"/>
              <a:gd name="connsiteX34" fmla="*/ 1272 w 10000"/>
              <a:gd name="connsiteY34" fmla="*/ 4881 h 9989"/>
              <a:gd name="connsiteX35" fmla="*/ 1142 w 10000"/>
              <a:gd name="connsiteY35" fmla="*/ 5170 h 9989"/>
              <a:gd name="connsiteX36" fmla="*/ 1021 w 10000"/>
              <a:gd name="connsiteY36" fmla="*/ 5452 h 9989"/>
              <a:gd name="connsiteX37" fmla="*/ 900 w 10000"/>
              <a:gd name="connsiteY37" fmla="*/ 5738 h 9989"/>
              <a:gd name="connsiteX38" fmla="*/ 800 w 10000"/>
              <a:gd name="connsiteY38" fmla="*/ 6010 h 9989"/>
              <a:gd name="connsiteX39" fmla="*/ 701 w 10000"/>
              <a:gd name="connsiteY39" fmla="*/ 6287 h 9989"/>
              <a:gd name="connsiteX40" fmla="*/ 622 w 10000"/>
              <a:gd name="connsiteY40" fmla="*/ 6562 h 9989"/>
              <a:gd name="connsiteX41" fmla="*/ 545 w 10000"/>
              <a:gd name="connsiteY41" fmla="*/ 6824 h 9989"/>
              <a:gd name="connsiteX42" fmla="*/ 403 w 10000"/>
              <a:gd name="connsiteY42" fmla="*/ 7346 h 9989"/>
              <a:gd name="connsiteX43" fmla="*/ 294 w 10000"/>
              <a:gd name="connsiteY43" fmla="*/ 7834 h 9989"/>
              <a:gd name="connsiteX44" fmla="*/ 204 w 10000"/>
              <a:gd name="connsiteY44" fmla="*/ 8292 h 9989"/>
              <a:gd name="connsiteX45" fmla="*/ 130 w 10000"/>
              <a:gd name="connsiteY45" fmla="*/ 8697 h 9989"/>
              <a:gd name="connsiteX46" fmla="*/ 84 w 10000"/>
              <a:gd name="connsiteY46" fmla="*/ 9074 h 9989"/>
              <a:gd name="connsiteX47" fmla="*/ 42 w 10000"/>
              <a:gd name="connsiteY47" fmla="*/ 9392 h 9989"/>
              <a:gd name="connsiteX48" fmla="*/ 10 w 10000"/>
              <a:gd name="connsiteY48" fmla="*/ 9840 h 9989"/>
              <a:gd name="connsiteX49" fmla="*/ 0 w 10000"/>
              <a:gd name="connsiteY49" fmla="*/ 9989 h 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0000" h="9989">
                <a:moveTo>
                  <a:pt x="10000" y="2"/>
                </a:moveTo>
                <a:lnTo>
                  <a:pt x="9429" y="0"/>
                </a:lnTo>
                <a:lnTo>
                  <a:pt x="8889" y="13"/>
                </a:lnTo>
                <a:lnTo>
                  <a:pt x="8398" y="42"/>
                </a:lnTo>
                <a:lnTo>
                  <a:pt x="8078" y="69"/>
                </a:lnTo>
                <a:lnTo>
                  <a:pt x="7806" y="100"/>
                </a:lnTo>
                <a:lnTo>
                  <a:pt x="7534" y="132"/>
                </a:lnTo>
                <a:lnTo>
                  <a:pt x="7277" y="170"/>
                </a:lnTo>
                <a:lnTo>
                  <a:pt x="7005" y="223"/>
                </a:lnTo>
                <a:lnTo>
                  <a:pt x="6743" y="282"/>
                </a:lnTo>
                <a:lnTo>
                  <a:pt x="6476" y="345"/>
                </a:lnTo>
                <a:lnTo>
                  <a:pt x="6214" y="414"/>
                </a:lnTo>
                <a:lnTo>
                  <a:pt x="5963" y="505"/>
                </a:lnTo>
                <a:lnTo>
                  <a:pt x="5701" y="601"/>
                </a:lnTo>
                <a:lnTo>
                  <a:pt x="5450" y="703"/>
                </a:lnTo>
                <a:lnTo>
                  <a:pt x="5204" y="814"/>
                </a:lnTo>
                <a:lnTo>
                  <a:pt x="4952" y="924"/>
                </a:lnTo>
                <a:lnTo>
                  <a:pt x="4700" y="1058"/>
                </a:lnTo>
                <a:lnTo>
                  <a:pt x="4460" y="1201"/>
                </a:lnTo>
                <a:lnTo>
                  <a:pt x="4230" y="1349"/>
                </a:lnTo>
                <a:lnTo>
                  <a:pt x="3989" y="1516"/>
                </a:lnTo>
                <a:lnTo>
                  <a:pt x="3759" y="1686"/>
                </a:lnTo>
                <a:lnTo>
                  <a:pt x="3539" y="1872"/>
                </a:lnTo>
                <a:lnTo>
                  <a:pt x="3309" y="2063"/>
                </a:lnTo>
                <a:lnTo>
                  <a:pt x="3100" y="2266"/>
                </a:lnTo>
                <a:lnTo>
                  <a:pt x="2879" y="2495"/>
                </a:lnTo>
                <a:lnTo>
                  <a:pt x="2675" y="2728"/>
                </a:lnTo>
                <a:lnTo>
                  <a:pt x="2465" y="2962"/>
                </a:lnTo>
                <a:cubicBezTo>
                  <a:pt x="2402" y="3045"/>
                  <a:pt x="2340" y="3129"/>
                  <a:pt x="2277" y="3212"/>
                </a:cubicBezTo>
                <a:cubicBezTo>
                  <a:pt x="2212" y="3304"/>
                  <a:pt x="2148" y="3397"/>
                  <a:pt x="2084" y="3489"/>
                </a:cubicBezTo>
                <a:lnTo>
                  <a:pt x="1894" y="3766"/>
                </a:lnTo>
                <a:cubicBezTo>
                  <a:pt x="1837" y="3856"/>
                  <a:pt x="1780" y="3947"/>
                  <a:pt x="1722" y="4037"/>
                </a:cubicBezTo>
                <a:lnTo>
                  <a:pt x="1566" y="4324"/>
                </a:lnTo>
                <a:cubicBezTo>
                  <a:pt x="1515" y="4416"/>
                  <a:pt x="1465" y="4508"/>
                  <a:pt x="1415" y="4600"/>
                </a:cubicBezTo>
                <a:lnTo>
                  <a:pt x="1272" y="4881"/>
                </a:lnTo>
                <a:cubicBezTo>
                  <a:pt x="1228" y="4977"/>
                  <a:pt x="1186" y="5075"/>
                  <a:pt x="1142" y="5170"/>
                </a:cubicBezTo>
                <a:cubicBezTo>
                  <a:pt x="1102" y="5264"/>
                  <a:pt x="1061" y="5358"/>
                  <a:pt x="1021" y="5452"/>
                </a:cubicBezTo>
                <a:cubicBezTo>
                  <a:pt x="981" y="5547"/>
                  <a:pt x="940" y="5643"/>
                  <a:pt x="900" y="5738"/>
                </a:cubicBezTo>
                <a:cubicBezTo>
                  <a:pt x="867" y="5829"/>
                  <a:pt x="834" y="5920"/>
                  <a:pt x="800" y="6010"/>
                </a:cubicBezTo>
                <a:cubicBezTo>
                  <a:pt x="768" y="6103"/>
                  <a:pt x="734" y="6194"/>
                  <a:pt x="701" y="6287"/>
                </a:cubicBezTo>
                <a:cubicBezTo>
                  <a:pt x="675" y="6378"/>
                  <a:pt x="648" y="6471"/>
                  <a:pt x="622" y="6562"/>
                </a:cubicBezTo>
                <a:cubicBezTo>
                  <a:pt x="596" y="6649"/>
                  <a:pt x="570" y="6737"/>
                  <a:pt x="545" y="6824"/>
                </a:cubicBezTo>
                <a:cubicBezTo>
                  <a:pt x="498" y="6998"/>
                  <a:pt x="450" y="7172"/>
                  <a:pt x="403" y="7346"/>
                </a:cubicBezTo>
                <a:cubicBezTo>
                  <a:pt x="366" y="7508"/>
                  <a:pt x="331" y="7670"/>
                  <a:pt x="294" y="7834"/>
                </a:cubicBezTo>
                <a:cubicBezTo>
                  <a:pt x="263" y="7987"/>
                  <a:pt x="234" y="8140"/>
                  <a:pt x="204" y="8292"/>
                </a:cubicBezTo>
                <a:cubicBezTo>
                  <a:pt x="179" y="8426"/>
                  <a:pt x="155" y="8562"/>
                  <a:pt x="130" y="8697"/>
                </a:cubicBezTo>
                <a:cubicBezTo>
                  <a:pt x="114" y="8823"/>
                  <a:pt x="100" y="8949"/>
                  <a:pt x="84" y="9074"/>
                </a:cubicBezTo>
                <a:cubicBezTo>
                  <a:pt x="70" y="9180"/>
                  <a:pt x="56" y="9285"/>
                  <a:pt x="42" y="9392"/>
                </a:cubicBezTo>
                <a:cubicBezTo>
                  <a:pt x="31" y="9542"/>
                  <a:pt x="21" y="9690"/>
                  <a:pt x="10" y="9840"/>
                </a:cubicBezTo>
                <a:cubicBezTo>
                  <a:pt x="7" y="9889"/>
                  <a:pt x="3" y="9939"/>
                  <a:pt x="0" y="9989"/>
                </a:cubicBezTo>
              </a:path>
            </a:pathLst>
          </a:custGeom>
          <a:noFill/>
          <a:ln w="50800" cap="rnd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1718" name="Freeform 6"/>
          <p:cNvSpPr>
            <a:spLocks/>
          </p:cNvSpPr>
          <p:nvPr/>
        </p:nvSpPr>
        <p:spPr bwMode="auto">
          <a:xfrm>
            <a:off x="1960564" y="2519364"/>
            <a:ext cx="3381375" cy="2028825"/>
          </a:xfrm>
          <a:custGeom>
            <a:avLst/>
            <a:gdLst>
              <a:gd name="connsiteX0" fmla="*/ 0 w 9995"/>
              <a:gd name="connsiteY0" fmla="*/ 9988 h 9988"/>
              <a:gd name="connsiteX1" fmla="*/ 21 w 9995"/>
              <a:gd name="connsiteY1" fmla="*/ 9855 h 9988"/>
              <a:gd name="connsiteX2" fmla="*/ 100 w 9995"/>
              <a:gd name="connsiteY2" fmla="*/ 9480 h 9988"/>
              <a:gd name="connsiteX3" fmla="*/ 231 w 9995"/>
              <a:gd name="connsiteY3" fmla="*/ 8912 h 9988"/>
              <a:gd name="connsiteX4" fmla="*/ 440 w 9995"/>
              <a:gd name="connsiteY4" fmla="*/ 8162 h 9988"/>
              <a:gd name="connsiteX5" fmla="*/ 572 w 9995"/>
              <a:gd name="connsiteY5" fmla="*/ 7751 h 9988"/>
              <a:gd name="connsiteX6" fmla="*/ 724 w 9995"/>
              <a:gd name="connsiteY6" fmla="*/ 7316 h 9988"/>
              <a:gd name="connsiteX7" fmla="*/ 891 w 9995"/>
              <a:gd name="connsiteY7" fmla="*/ 6868 h 9988"/>
              <a:gd name="connsiteX8" fmla="*/ 1080 w 9995"/>
              <a:gd name="connsiteY8" fmla="*/ 6385 h 9988"/>
              <a:gd name="connsiteX9" fmla="*/ 1295 w 9995"/>
              <a:gd name="connsiteY9" fmla="*/ 5901 h 9988"/>
              <a:gd name="connsiteX10" fmla="*/ 1536 w 9995"/>
              <a:gd name="connsiteY10" fmla="*/ 5417 h 9988"/>
              <a:gd name="connsiteX11" fmla="*/ 1793 w 9995"/>
              <a:gd name="connsiteY11" fmla="*/ 4921 h 9988"/>
              <a:gd name="connsiteX12" fmla="*/ 2077 w 9995"/>
              <a:gd name="connsiteY12" fmla="*/ 4462 h 9988"/>
              <a:gd name="connsiteX13" fmla="*/ 2375 w 9995"/>
              <a:gd name="connsiteY13" fmla="*/ 4002 h 9988"/>
              <a:gd name="connsiteX14" fmla="*/ 2690 w 9995"/>
              <a:gd name="connsiteY14" fmla="*/ 3543 h 9988"/>
              <a:gd name="connsiteX15" fmla="*/ 3020 w 9995"/>
              <a:gd name="connsiteY15" fmla="*/ 3096 h 9988"/>
              <a:gd name="connsiteX16" fmla="*/ 3372 w 9995"/>
              <a:gd name="connsiteY16" fmla="*/ 2684 h 9988"/>
              <a:gd name="connsiteX17" fmla="*/ 3734 w 9995"/>
              <a:gd name="connsiteY17" fmla="*/ 2285 h 9988"/>
              <a:gd name="connsiteX18" fmla="*/ 4122 w 9995"/>
              <a:gd name="connsiteY18" fmla="*/ 1923 h 9988"/>
              <a:gd name="connsiteX19" fmla="*/ 4546 w 9995"/>
              <a:gd name="connsiteY19" fmla="*/ 1572 h 9988"/>
              <a:gd name="connsiteX20" fmla="*/ 4987 w 9995"/>
              <a:gd name="connsiteY20" fmla="*/ 1270 h 9988"/>
              <a:gd name="connsiteX21" fmla="*/ 5469 w 9995"/>
              <a:gd name="connsiteY21" fmla="*/ 967 h 9988"/>
              <a:gd name="connsiteX22" fmla="*/ 5978 w 9995"/>
              <a:gd name="connsiteY22" fmla="*/ 713 h 9988"/>
              <a:gd name="connsiteX23" fmla="*/ 6251 w 9995"/>
              <a:gd name="connsiteY23" fmla="*/ 605 h 9988"/>
              <a:gd name="connsiteX24" fmla="*/ 6833 w 9995"/>
              <a:gd name="connsiteY24" fmla="*/ 411 h 9988"/>
              <a:gd name="connsiteX25" fmla="*/ 7137 w 9995"/>
              <a:gd name="connsiteY25" fmla="*/ 326 h 9988"/>
              <a:gd name="connsiteX26" fmla="*/ 7446 w 9995"/>
              <a:gd name="connsiteY26" fmla="*/ 254 h 9988"/>
              <a:gd name="connsiteX27" fmla="*/ 7777 w 9995"/>
              <a:gd name="connsiteY27" fmla="*/ 181 h 9988"/>
              <a:gd name="connsiteX28" fmla="*/ 8107 w 9995"/>
              <a:gd name="connsiteY28" fmla="*/ 121 h 9988"/>
              <a:gd name="connsiteX29" fmla="*/ 8458 w 9995"/>
              <a:gd name="connsiteY29" fmla="*/ 73 h 9988"/>
              <a:gd name="connsiteX30" fmla="*/ 8831 w 9995"/>
              <a:gd name="connsiteY30" fmla="*/ 48 h 9988"/>
              <a:gd name="connsiteX31" fmla="*/ 9203 w 9995"/>
              <a:gd name="connsiteY31" fmla="*/ 24 h 9988"/>
              <a:gd name="connsiteX32" fmla="*/ 9591 w 9995"/>
              <a:gd name="connsiteY32" fmla="*/ 0 h 9988"/>
              <a:gd name="connsiteX33" fmla="*/ 9995 w 9995"/>
              <a:gd name="connsiteY33" fmla="*/ 0 h 9988"/>
              <a:gd name="connsiteX0" fmla="*/ 0 w 10000"/>
              <a:gd name="connsiteY0" fmla="*/ 10000 h 10000"/>
              <a:gd name="connsiteX1" fmla="*/ 21 w 10000"/>
              <a:gd name="connsiteY1" fmla="*/ 9867 h 10000"/>
              <a:gd name="connsiteX2" fmla="*/ 100 w 10000"/>
              <a:gd name="connsiteY2" fmla="*/ 9491 h 10000"/>
              <a:gd name="connsiteX3" fmla="*/ 231 w 10000"/>
              <a:gd name="connsiteY3" fmla="*/ 8923 h 10000"/>
              <a:gd name="connsiteX4" fmla="*/ 440 w 10000"/>
              <a:gd name="connsiteY4" fmla="*/ 8172 h 10000"/>
              <a:gd name="connsiteX5" fmla="*/ 572 w 10000"/>
              <a:gd name="connsiteY5" fmla="*/ 7760 h 10000"/>
              <a:gd name="connsiteX6" fmla="*/ 724 w 10000"/>
              <a:gd name="connsiteY6" fmla="*/ 7325 h 10000"/>
              <a:gd name="connsiteX7" fmla="*/ 891 w 10000"/>
              <a:gd name="connsiteY7" fmla="*/ 6876 h 10000"/>
              <a:gd name="connsiteX8" fmla="*/ 1081 w 10000"/>
              <a:gd name="connsiteY8" fmla="*/ 6393 h 10000"/>
              <a:gd name="connsiteX9" fmla="*/ 1296 w 10000"/>
              <a:gd name="connsiteY9" fmla="*/ 5908 h 10000"/>
              <a:gd name="connsiteX10" fmla="*/ 1537 w 10000"/>
              <a:gd name="connsiteY10" fmla="*/ 5424 h 10000"/>
              <a:gd name="connsiteX11" fmla="*/ 1794 w 10000"/>
              <a:gd name="connsiteY11" fmla="*/ 4927 h 10000"/>
              <a:gd name="connsiteX12" fmla="*/ 2078 w 10000"/>
              <a:gd name="connsiteY12" fmla="*/ 4467 h 10000"/>
              <a:gd name="connsiteX13" fmla="*/ 2376 w 10000"/>
              <a:gd name="connsiteY13" fmla="*/ 4007 h 10000"/>
              <a:gd name="connsiteX14" fmla="*/ 2691 w 10000"/>
              <a:gd name="connsiteY14" fmla="*/ 3547 h 10000"/>
              <a:gd name="connsiteX15" fmla="*/ 3022 w 10000"/>
              <a:gd name="connsiteY15" fmla="*/ 3100 h 10000"/>
              <a:gd name="connsiteX16" fmla="*/ 3374 w 10000"/>
              <a:gd name="connsiteY16" fmla="*/ 2687 h 10000"/>
              <a:gd name="connsiteX17" fmla="*/ 3736 w 10000"/>
              <a:gd name="connsiteY17" fmla="*/ 2288 h 10000"/>
              <a:gd name="connsiteX18" fmla="*/ 4124 w 10000"/>
              <a:gd name="connsiteY18" fmla="*/ 1925 h 10000"/>
              <a:gd name="connsiteX19" fmla="*/ 4548 w 10000"/>
              <a:gd name="connsiteY19" fmla="*/ 1574 h 10000"/>
              <a:gd name="connsiteX20" fmla="*/ 4989 w 10000"/>
              <a:gd name="connsiteY20" fmla="*/ 1272 h 10000"/>
              <a:gd name="connsiteX21" fmla="*/ 5472 w 10000"/>
              <a:gd name="connsiteY21" fmla="*/ 968 h 10000"/>
              <a:gd name="connsiteX22" fmla="*/ 5981 w 10000"/>
              <a:gd name="connsiteY22" fmla="*/ 714 h 10000"/>
              <a:gd name="connsiteX23" fmla="*/ 6254 w 10000"/>
              <a:gd name="connsiteY23" fmla="*/ 606 h 10000"/>
              <a:gd name="connsiteX24" fmla="*/ 7141 w 10000"/>
              <a:gd name="connsiteY24" fmla="*/ 326 h 10000"/>
              <a:gd name="connsiteX25" fmla="*/ 7450 w 10000"/>
              <a:gd name="connsiteY25" fmla="*/ 254 h 10000"/>
              <a:gd name="connsiteX26" fmla="*/ 7781 w 10000"/>
              <a:gd name="connsiteY26" fmla="*/ 181 h 10000"/>
              <a:gd name="connsiteX27" fmla="*/ 8111 w 10000"/>
              <a:gd name="connsiteY27" fmla="*/ 121 h 10000"/>
              <a:gd name="connsiteX28" fmla="*/ 8462 w 10000"/>
              <a:gd name="connsiteY28" fmla="*/ 73 h 10000"/>
              <a:gd name="connsiteX29" fmla="*/ 8835 w 10000"/>
              <a:gd name="connsiteY29" fmla="*/ 48 h 10000"/>
              <a:gd name="connsiteX30" fmla="*/ 9208 w 10000"/>
              <a:gd name="connsiteY30" fmla="*/ 24 h 10000"/>
              <a:gd name="connsiteX31" fmla="*/ 9596 w 10000"/>
              <a:gd name="connsiteY31" fmla="*/ 0 h 10000"/>
              <a:gd name="connsiteX32" fmla="*/ 10000 w 10000"/>
              <a:gd name="connsiteY32" fmla="*/ 0 h 10000"/>
              <a:gd name="connsiteX0" fmla="*/ 0 w 9596"/>
              <a:gd name="connsiteY0" fmla="*/ 10000 h 10000"/>
              <a:gd name="connsiteX1" fmla="*/ 21 w 9596"/>
              <a:gd name="connsiteY1" fmla="*/ 9867 h 10000"/>
              <a:gd name="connsiteX2" fmla="*/ 100 w 9596"/>
              <a:gd name="connsiteY2" fmla="*/ 9491 h 10000"/>
              <a:gd name="connsiteX3" fmla="*/ 231 w 9596"/>
              <a:gd name="connsiteY3" fmla="*/ 8923 h 10000"/>
              <a:gd name="connsiteX4" fmla="*/ 440 w 9596"/>
              <a:gd name="connsiteY4" fmla="*/ 8172 h 10000"/>
              <a:gd name="connsiteX5" fmla="*/ 572 w 9596"/>
              <a:gd name="connsiteY5" fmla="*/ 7760 h 10000"/>
              <a:gd name="connsiteX6" fmla="*/ 724 w 9596"/>
              <a:gd name="connsiteY6" fmla="*/ 7325 h 10000"/>
              <a:gd name="connsiteX7" fmla="*/ 891 w 9596"/>
              <a:gd name="connsiteY7" fmla="*/ 6876 h 10000"/>
              <a:gd name="connsiteX8" fmla="*/ 1081 w 9596"/>
              <a:gd name="connsiteY8" fmla="*/ 6393 h 10000"/>
              <a:gd name="connsiteX9" fmla="*/ 1296 w 9596"/>
              <a:gd name="connsiteY9" fmla="*/ 5908 h 10000"/>
              <a:gd name="connsiteX10" fmla="*/ 1537 w 9596"/>
              <a:gd name="connsiteY10" fmla="*/ 5424 h 10000"/>
              <a:gd name="connsiteX11" fmla="*/ 1794 w 9596"/>
              <a:gd name="connsiteY11" fmla="*/ 4927 h 10000"/>
              <a:gd name="connsiteX12" fmla="*/ 2078 w 9596"/>
              <a:gd name="connsiteY12" fmla="*/ 4467 h 10000"/>
              <a:gd name="connsiteX13" fmla="*/ 2376 w 9596"/>
              <a:gd name="connsiteY13" fmla="*/ 4007 h 10000"/>
              <a:gd name="connsiteX14" fmla="*/ 2691 w 9596"/>
              <a:gd name="connsiteY14" fmla="*/ 3547 h 10000"/>
              <a:gd name="connsiteX15" fmla="*/ 3022 w 9596"/>
              <a:gd name="connsiteY15" fmla="*/ 3100 h 10000"/>
              <a:gd name="connsiteX16" fmla="*/ 3374 w 9596"/>
              <a:gd name="connsiteY16" fmla="*/ 2687 h 10000"/>
              <a:gd name="connsiteX17" fmla="*/ 3736 w 9596"/>
              <a:gd name="connsiteY17" fmla="*/ 2288 h 10000"/>
              <a:gd name="connsiteX18" fmla="*/ 4124 w 9596"/>
              <a:gd name="connsiteY18" fmla="*/ 1925 h 10000"/>
              <a:gd name="connsiteX19" fmla="*/ 4548 w 9596"/>
              <a:gd name="connsiteY19" fmla="*/ 1574 h 10000"/>
              <a:gd name="connsiteX20" fmla="*/ 4989 w 9596"/>
              <a:gd name="connsiteY20" fmla="*/ 1272 h 10000"/>
              <a:gd name="connsiteX21" fmla="*/ 5472 w 9596"/>
              <a:gd name="connsiteY21" fmla="*/ 968 h 10000"/>
              <a:gd name="connsiteX22" fmla="*/ 5981 w 9596"/>
              <a:gd name="connsiteY22" fmla="*/ 714 h 10000"/>
              <a:gd name="connsiteX23" fmla="*/ 6254 w 9596"/>
              <a:gd name="connsiteY23" fmla="*/ 606 h 10000"/>
              <a:gd name="connsiteX24" fmla="*/ 7141 w 9596"/>
              <a:gd name="connsiteY24" fmla="*/ 326 h 10000"/>
              <a:gd name="connsiteX25" fmla="*/ 7450 w 9596"/>
              <a:gd name="connsiteY25" fmla="*/ 254 h 10000"/>
              <a:gd name="connsiteX26" fmla="*/ 7781 w 9596"/>
              <a:gd name="connsiteY26" fmla="*/ 181 h 10000"/>
              <a:gd name="connsiteX27" fmla="*/ 8111 w 9596"/>
              <a:gd name="connsiteY27" fmla="*/ 121 h 10000"/>
              <a:gd name="connsiteX28" fmla="*/ 8462 w 9596"/>
              <a:gd name="connsiteY28" fmla="*/ 73 h 10000"/>
              <a:gd name="connsiteX29" fmla="*/ 8835 w 9596"/>
              <a:gd name="connsiteY29" fmla="*/ 48 h 10000"/>
              <a:gd name="connsiteX30" fmla="*/ 9208 w 9596"/>
              <a:gd name="connsiteY30" fmla="*/ 24 h 10000"/>
              <a:gd name="connsiteX31" fmla="*/ 9596 w 9596"/>
              <a:gd name="connsiteY31" fmla="*/ 0 h 10000"/>
              <a:gd name="connsiteX0" fmla="*/ 0 w 9596"/>
              <a:gd name="connsiteY0" fmla="*/ 9976 h 9976"/>
              <a:gd name="connsiteX1" fmla="*/ 22 w 9596"/>
              <a:gd name="connsiteY1" fmla="*/ 9843 h 9976"/>
              <a:gd name="connsiteX2" fmla="*/ 104 w 9596"/>
              <a:gd name="connsiteY2" fmla="*/ 9467 h 9976"/>
              <a:gd name="connsiteX3" fmla="*/ 241 w 9596"/>
              <a:gd name="connsiteY3" fmla="*/ 8899 h 9976"/>
              <a:gd name="connsiteX4" fmla="*/ 459 w 9596"/>
              <a:gd name="connsiteY4" fmla="*/ 8148 h 9976"/>
              <a:gd name="connsiteX5" fmla="*/ 596 w 9596"/>
              <a:gd name="connsiteY5" fmla="*/ 7736 h 9976"/>
              <a:gd name="connsiteX6" fmla="*/ 754 w 9596"/>
              <a:gd name="connsiteY6" fmla="*/ 7301 h 9976"/>
              <a:gd name="connsiteX7" fmla="*/ 929 w 9596"/>
              <a:gd name="connsiteY7" fmla="*/ 6852 h 9976"/>
              <a:gd name="connsiteX8" fmla="*/ 1127 w 9596"/>
              <a:gd name="connsiteY8" fmla="*/ 6369 h 9976"/>
              <a:gd name="connsiteX9" fmla="*/ 1351 w 9596"/>
              <a:gd name="connsiteY9" fmla="*/ 5884 h 9976"/>
              <a:gd name="connsiteX10" fmla="*/ 1602 w 9596"/>
              <a:gd name="connsiteY10" fmla="*/ 5400 h 9976"/>
              <a:gd name="connsiteX11" fmla="*/ 1870 w 9596"/>
              <a:gd name="connsiteY11" fmla="*/ 4903 h 9976"/>
              <a:gd name="connsiteX12" fmla="*/ 2165 w 9596"/>
              <a:gd name="connsiteY12" fmla="*/ 4443 h 9976"/>
              <a:gd name="connsiteX13" fmla="*/ 2476 w 9596"/>
              <a:gd name="connsiteY13" fmla="*/ 3983 h 9976"/>
              <a:gd name="connsiteX14" fmla="*/ 2804 w 9596"/>
              <a:gd name="connsiteY14" fmla="*/ 3523 h 9976"/>
              <a:gd name="connsiteX15" fmla="*/ 3149 w 9596"/>
              <a:gd name="connsiteY15" fmla="*/ 3076 h 9976"/>
              <a:gd name="connsiteX16" fmla="*/ 3516 w 9596"/>
              <a:gd name="connsiteY16" fmla="*/ 2663 h 9976"/>
              <a:gd name="connsiteX17" fmla="*/ 3893 w 9596"/>
              <a:gd name="connsiteY17" fmla="*/ 2264 h 9976"/>
              <a:gd name="connsiteX18" fmla="*/ 4298 w 9596"/>
              <a:gd name="connsiteY18" fmla="*/ 1901 h 9976"/>
              <a:gd name="connsiteX19" fmla="*/ 4739 w 9596"/>
              <a:gd name="connsiteY19" fmla="*/ 1550 h 9976"/>
              <a:gd name="connsiteX20" fmla="*/ 5199 w 9596"/>
              <a:gd name="connsiteY20" fmla="*/ 1248 h 9976"/>
              <a:gd name="connsiteX21" fmla="*/ 5702 w 9596"/>
              <a:gd name="connsiteY21" fmla="*/ 944 h 9976"/>
              <a:gd name="connsiteX22" fmla="*/ 6233 w 9596"/>
              <a:gd name="connsiteY22" fmla="*/ 690 h 9976"/>
              <a:gd name="connsiteX23" fmla="*/ 6517 w 9596"/>
              <a:gd name="connsiteY23" fmla="*/ 582 h 9976"/>
              <a:gd name="connsiteX24" fmla="*/ 7442 w 9596"/>
              <a:gd name="connsiteY24" fmla="*/ 302 h 9976"/>
              <a:gd name="connsiteX25" fmla="*/ 7764 w 9596"/>
              <a:gd name="connsiteY25" fmla="*/ 230 h 9976"/>
              <a:gd name="connsiteX26" fmla="*/ 8109 w 9596"/>
              <a:gd name="connsiteY26" fmla="*/ 157 h 9976"/>
              <a:gd name="connsiteX27" fmla="*/ 8452 w 9596"/>
              <a:gd name="connsiteY27" fmla="*/ 97 h 9976"/>
              <a:gd name="connsiteX28" fmla="*/ 8818 w 9596"/>
              <a:gd name="connsiteY28" fmla="*/ 49 h 9976"/>
              <a:gd name="connsiteX29" fmla="*/ 9207 w 9596"/>
              <a:gd name="connsiteY29" fmla="*/ 24 h 9976"/>
              <a:gd name="connsiteX30" fmla="*/ 9596 w 9596"/>
              <a:gd name="connsiteY30" fmla="*/ 0 h 9976"/>
              <a:gd name="connsiteX0" fmla="*/ 0 w 9595"/>
              <a:gd name="connsiteY0" fmla="*/ 9976 h 9976"/>
              <a:gd name="connsiteX1" fmla="*/ 23 w 9595"/>
              <a:gd name="connsiteY1" fmla="*/ 9843 h 9976"/>
              <a:gd name="connsiteX2" fmla="*/ 108 w 9595"/>
              <a:gd name="connsiteY2" fmla="*/ 9466 h 9976"/>
              <a:gd name="connsiteX3" fmla="*/ 251 w 9595"/>
              <a:gd name="connsiteY3" fmla="*/ 8896 h 9976"/>
              <a:gd name="connsiteX4" fmla="*/ 478 w 9595"/>
              <a:gd name="connsiteY4" fmla="*/ 8144 h 9976"/>
              <a:gd name="connsiteX5" fmla="*/ 621 w 9595"/>
              <a:gd name="connsiteY5" fmla="*/ 7731 h 9976"/>
              <a:gd name="connsiteX6" fmla="*/ 786 w 9595"/>
              <a:gd name="connsiteY6" fmla="*/ 7295 h 9976"/>
              <a:gd name="connsiteX7" fmla="*/ 968 w 9595"/>
              <a:gd name="connsiteY7" fmla="*/ 6844 h 9976"/>
              <a:gd name="connsiteX8" fmla="*/ 1174 w 9595"/>
              <a:gd name="connsiteY8" fmla="*/ 6360 h 9976"/>
              <a:gd name="connsiteX9" fmla="*/ 1408 w 9595"/>
              <a:gd name="connsiteY9" fmla="*/ 5874 h 9976"/>
              <a:gd name="connsiteX10" fmla="*/ 1669 w 9595"/>
              <a:gd name="connsiteY10" fmla="*/ 5389 h 9976"/>
              <a:gd name="connsiteX11" fmla="*/ 1949 w 9595"/>
              <a:gd name="connsiteY11" fmla="*/ 4891 h 9976"/>
              <a:gd name="connsiteX12" fmla="*/ 2256 w 9595"/>
              <a:gd name="connsiteY12" fmla="*/ 4430 h 9976"/>
              <a:gd name="connsiteX13" fmla="*/ 2580 w 9595"/>
              <a:gd name="connsiteY13" fmla="*/ 3969 h 9976"/>
              <a:gd name="connsiteX14" fmla="*/ 2922 w 9595"/>
              <a:gd name="connsiteY14" fmla="*/ 3507 h 9976"/>
              <a:gd name="connsiteX15" fmla="*/ 3282 w 9595"/>
              <a:gd name="connsiteY15" fmla="*/ 3059 h 9976"/>
              <a:gd name="connsiteX16" fmla="*/ 3664 w 9595"/>
              <a:gd name="connsiteY16" fmla="*/ 2645 h 9976"/>
              <a:gd name="connsiteX17" fmla="*/ 4057 w 9595"/>
              <a:gd name="connsiteY17" fmla="*/ 2245 h 9976"/>
              <a:gd name="connsiteX18" fmla="*/ 4479 w 9595"/>
              <a:gd name="connsiteY18" fmla="*/ 1882 h 9976"/>
              <a:gd name="connsiteX19" fmla="*/ 4939 w 9595"/>
              <a:gd name="connsiteY19" fmla="*/ 1530 h 9976"/>
              <a:gd name="connsiteX20" fmla="*/ 5418 w 9595"/>
              <a:gd name="connsiteY20" fmla="*/ 1227 h 9976"/>
              <a:gd name="connsiteX21" fmla="*/ 5942 w 9595"/>
              <a:gd name="connsiteY21" fmla="*/ 922 h 9976"/>
              <a:gd name="connsiteX22" fmla="*/ 6495 w 9595"/>
              <a:gd name="connsiteY22" fmla="*/ 668 h 9976"/>
              <a:gd name="connsiteX23" fmla="*/ 6791 w 9595"/>
              <a:gd name="connsiteY23" fmla="*/ 559 h 9976"/>
              <a:gd name="connsiteX24" fmla="*/ 7755 w 9595"/>
              <a:gd name="connsiteY24" fmla="*/ 279 h 9976"/>
              <a:gd name="connsiteX25" fmla="*/ 8091 w 9595"/>
              <a:gd name="connsiteY25" fmla="*/ 207 h 9976"/>
              <a:gd name="connsiteX26" fmla="*/ 8450 w 9595"/>
              <a:gd name="connsiteY26" fmla="*/ 133 h 9976"/>
              <a:gd name="connsiteX27" fmla="*/ 8808 w 9595"/>
              <a:gd name="connsiteY27" fmla="*/ 73 h 9976"/>
              <a:gd name="connsiteX28" fmla="*/ 9189 w 9595"/>
              <a:gd name="connsiteY28" fmla="*/ 25 h 9976"/>
              <a:gd name="connsiteX29" fmla="*/ 9595 w 9595"/>
              <a:gd name="connsiteY29" fmla="*/ 0 h 9976"/>
              <a:gd name="connsiteX0" fmla="*/ 0 w 9577"/>
              <a:gd name="connsiteY0" fmla="*/ 9975 h 9975"/>
              <a:gd name="connsiteX1" fmla="*/ 24 w 9577"/>
              <a:gd name="connsiteY1" fmla="*/ 9842 h 9975"/>
              <a:gd name="connsiteX2" fmla="*/ 113 w 9577"/>
              <a:gd name="connsiteY2" fmla="*/ 9464 h 9975"/>
              <a:gd name="connsiteX3" fmla="*/ 262 w 9577"/>
              <a:gd name="connsiteY3" fmla="*/ 8892 h 9975"/>
              <a:gd name="connsiteX4" fmla="*/ 498 w 9577"/>
              <a:gd name="connsiteY4" fmla="*/ 8139 h 9975"/>
              <a:gd name="connsiteX5" fmla="*/ 647 w 9577"/>
              <a:gd name="connsiteY5" fmla="*/ 7725 h 9975"/>
              <a:gd name="connsiteX6" fmla="*/ 819 w 9577"/>
              <a:gd name="connsiteY6" fmla="*/ 7288 h 9975"/>
              <a:gd name="connsiteX7" fmla="*/ 1009 w 9577"/>
              <a:gd name="connsiteY7" fmla="*/ 6835 h 9975"/>
              <a:gd name="connsiteX8" fmla="*/ 1224 w 9577"/>
              <a:gd name="connsiteY8" fmla="*/ 6350 h 9975"/>
              <a:gd name="connsiteX9" fmla="*/ 1467 w 9577"/>
              <a:gd name="connsiteY9" fmla="*/ 5863 h 9975"/>
              <a:gd name="connsiteX10" fmla="*/ 1739 w 9577"/>
              <a:gd name="connsiteY10" fmla="*/ 5377 h 9975"/>
              <a:gd name="connsiteX11" fmla="*/ 2031 w 9577"/>
              <a:gd name="connsiteY11" fmla="*/ 4878 h 9975"/>
              <a:gd name="connsiteX12" fmla="*/ 2351 w 9577"/>
              <a:gd name="connsiteY12" fmla="*/ 4416 h 9975"/>
              <a:gd name="connsiteX13" fmla="*/ 2689 w 9577"/>
              <a:gd name="connsiteY13" fmla="*/ 3954 h 9975"/>
              <a:gd name="connsiteX14" fmla="*/ 3045 w 9577"/>
              <a:gd name="connsiteY14" fmla="*/ 3490 h 9975"/>
              <a:gd name="connsiteX15" fmla="*/ 3421 w 9577"/>
              <a:gd name="connsiteY15" fmla="*/ 3041 h 9975"/>
              <a:gd name="connsiteX16" fmla="*/ 3819 w 9577"/>
              <a:gd name="connsiteY16" fmla="*/ 2626 h 9975"/>
              <a:gd name="connsiteX17" fmla="*/ 4228 w 9577"/>
              <a:gd name="connsiteY17" fmla="*/ 2225 h 9975"/>
              <a:gd name="connsiteX18" fmla="*/ 4668 w 9577"/>
              <a:gd name="connsiteY18" fmla="*/ 1862 h 9975"/>
              <a:gd name="connsiteX19" fmla="*/ 5147 w 9577"/>
              <a:gd name="connsiteY19" fmla="*/ 1509 h 9975"/>
              <a:gd name="connsiteX20" fmla="*/ 5647 w 9577"/>
              <a:gd name="connsiteY20" fmla="*/ 1205 h 9975"/>
              <a:gd name="connsiteX21" fmla="*/ 6193 w 9577"/>
              <a:gd name="connsiteY21" fmla="*/ 899 h 9975"/>
              <a:gd name="connsiteX22" fmla="*/ 6769 w 9577"/>
              <a:gd name="connsiteY22" fmla="*/ 645 h 9975"/>
              <a:gd name="connsiteX23" fmla="*/ 7078 w 9577"/>
              <a:gd name="connsiteY23" fmla="*/ 535 h 9975"/>
              <a:gd name="connsiteX24" fmla="*/ 8082 w 9577"/>
              <a:gd name="connsiteY24" fmla="*/ 255 h 9975"/>
              <a:gd name="connsiteX25" fmla="*/ 8433 w 9577"/>
              <a:gd name="connsiteY25" fmla="*/ 182 h 9975"/>
              <a:gd name="connsiteX26" fmla="*/ 8807 w 9577"/>
              <a:gd name="connsiteY26" fmla="*/ 108 h 9975"/>
              <a:gd name="connsiteX27" fmla="*/ 9180 w 9577"/>
              <a:gd name="connsiteY27" fmla="*/ 48 h 9975"/>
              <a:gd name="connsiteX28" fmla="*/ 9577 w 9577"/>
              <a:gd name="connsiteY28" fmla="*/ 0 h 9975"/>
              <a:gd name="connsiteX0" fmla="*/ 0 w 9585"/>
              <a:gd name="connsiteY0" fmla="*/ 9952 h 9952"/>
              <a:gd name="connsiteX1" fmla="*/ 25 w 9585"/>
              <a:gd name="connsiteY1" fmla="*/ 9819 h 9952"/>
              <a:gd name="connsiteX2" fmla="*/ 118 w 9585"/>
              <a:gd name="connsiteY2" fmla="*/ 9440 h 9952"/>
              <a:gd name="connsiteX3" fmla="*/ 274 w 9585"/>
              <a:gd name="connsiteY3" fmla="*/ 8866 h 9952"/>
              <a:gd name="connsiteX4" fmla="*/ 520 w 9585"/>
              <a:gd name="connsiteY4" fmla="*/ 8111 h 9952"/>
              <a:gd name="connsiteX5" fmla="*/ 676 w 9585"/>
              <a:gd name="connsiteY5" fmla="*/ 7696 h 9952"/>
              <a:gd name="connsiteX6" fmla="*/ 855 w 9585"/>
              <a:gd name="connsiteY6" fmla="*/ 7258 h 9952"/>
              <a:gd name="connsiteX7" fmla="*/ 1054 w 9585"/>
              <a:gd name="connsiteY7" fmla="*/ 6804 h 9952"/>
              <a:gd name="connsiteX8" fmla="*/ 1278 w 9585"/>
              <a:gd name="connsiteY8" fmla="*/ 6318 h 9952"/>
              <a:gd name="connsiteX9" fmla="*/ 1532 w 9585"/>
              <a:gd name="connsiteY9" fmla="*/ 5830 h 9952"/>
              <a:gd name="connsiteX10" fmla="*/ 1816 w 9585"/>
              <a:gd name="connsiteY10" fmla="*/ 5342 h 9952"/>
              <a:gd name="connsiteX11" fmla="*/ 2121 w 9585"/>
              <a:gd name="connsiteY11" fmla="*/ 4842 h 9952"/>
              <a:gd name="connsiteX12" fmla="*/ 2455 w 9585"/>
              <a:gd name="connsiteY12" fmla="*/ 4379 h 9952"/>
              <a:gd name="connsiteX13" fmla="*/ 2808 w 9585"/>
              <a:gd name="connsiteY13" fmla="*/ 3916 h 9952"/>
              <a:gd name="connsiteX14" fmla="*/ 3179 w 9585"/>
              <a:gd name="connsiteY14" fmla="*/ 3451 h 9952"/>
              <a:gd name="connsiteX15" fmla="*/ 3572 w 9585"/>
              <a:gd name="connsiteY15" fmla="*/ 3001 h 9952"/>
              <a:gd name="connsiteX16" fmla="*/ 3988 w 9585"/>
              <a:gd name="connsiteY16" fmla="*/ 2585 h 9952"/>
              <a:gd name="connsiteX17" fmla="*/ 4415 w 9585"/>
              <a:gd name="connsiteY17" fmla="*/ 2183 h 9952"/>
              <a:gd name="connsiteX18" fmla="*/ 4874 w 9585"/>
              <a:gd name="connsiteY18" fmla="*/ 1819 h 9952"/>
              <a:gd name="connsiteX19" fmla="*/ 5374 w 9585"/>
              <a:gd name="connsiteY19" fmla="*/ 1465 h 9952"/>
              <a:gd name="connsiteX20" fmla="*/ 5896 w 9585"/>
              <a:gd name="connsiteY20" fmla="*/ 1160 h 9952"/>
              <a:gd name="connsiteX21" fmla="*/ 6467 w 9585"/>
              <a:gd name="connsiteY21" fmla="*/ 853 h 9952"/>
              <a:gd name="connsiteX22" fmla="*/ 7068 w 9585"/>
              <a:gd name="connsiteY22" fmla="*/ 599 h 9952"/>
              <a:gd name="connsiteX23" fmla="*/ 7391 w 9585"/>
              <a:gd name="connsiteY23" fmla="*/ 488 h 9952"/>
              <a:gd name="connsiteX24" fmla="*/ 8439 w 9585"/>
              <a:gd name="connsiteY24" fmla="*/ 208 h 9952"/>
              <a:gd name="connsiteX25" fmla="*/ 8805 w 9585"/>
              <a:gd name="connsiteY25" fmla="*/ 134 h 9952"/>
              <a:gd name="connsiteX26" fmla="*/ 9196 w 9585"/>
              <a:gd name="connsiteY26" fmla="*/ 60 h 9952"/>
              <a:gd name="connsiteX27" fmla="*/ 9585 w 9585"/>
              <a:gd name="connsiteY27" fmla="*/ 0 h 9952"/>
              <a:gd name="connsiteX0" fmla="*/ 0 w 9594"/>
              <a:gd name="connsiteY0" fmla="*/ 9940 h 9940"/>
              <a:gd name="connsiteX1" fmla="*/ 26 w 9594"/>
              <a:gd name="connsiteY1" fmla="*/ 9806 h 9940"/>
              <a:gd name="connsiteX2" fmla="*/ 123 w 9594"/>
              <a:gd name="connsiteY2" fmla="*/ 9426 h 9940"/>
              <a:gd name="connsiteX3" fmla="*/ 286 w 9594"/>
              <a:gd name="connsiteY3" fmla="*/ 8849 h 9940"/>
              <a:gd name="connsiteX4" fmla="*/ 543 w 9594"/>
              <a:gd name="connsiteY4" fmla="*/ 8090 h 9940"/>
              <a:gd name="connsiteX5" fmla="*/ 705 w 9594"/>
              <a:gd name="connsiteY5" fmla="*/ 7673 h 9940"/>
              <a:gd name="connsiteX6" fmla="*/ 892 w 9594"/>
              <a:gd name="connsiteY6" fmla="*/ 7233 h 9940"/>
              <a:gd name="connsiteX7" fmla="*/ 1100 w 9594"/>
              <a:gd name="connsiteY7" fmla="*/ 6777 h 9940"/>
              <a:gd name="connsiteX8" fmla="*/ 1333 w 9594"/>
              <a:gd name="connsiteY8" fmla="*/ 6288 h 9940"/>
              <a:gd name="connsiteX9" fmla="*/ 1598 w 9594"/>
              <a:gd name="connsiteY9" fmla="*/ 5798 h 9940"/>
              <a:gd name="connsiteX10" fmla="*/ 1895 w 9594"/>
              <a:gd name="connsiteY10" fmla="*/ 5308 h 9940"/>
              <a:gd name="connsiteX11" fmla="*/ 2213 w 9594"/>
              <a:gd name="connsiteY11" fmla="*/ 4805 h 9940"/>
              <a:gd name="connsiteX12" fmla="*/ 2561 w 9594"/>
              <a:gd name="connsiteY12" fmla="*/ 4340 h 9940"/>
              <a:gd name="connsiteX13" fmla="*/ 2930 w 9594"/>
              <a:gd name="connsiteY13" fmla="*/ 3875 h 9940"/>
              <a:gd name="connsiteX14" fmla="*/ 3317 w 9594"/>
              <a:gd name="connsiteY14" fmla="*/ 3408 h 9940"/>
              <a:gd name="connsiteX15" fmla="*/ 3727 w 9594"/>
              <a:gd name="connsiteY15" fmla="*/ 2955 h 9940"/>
              <a:gd name="connsiteX16" fmla="*/ 4161 w 9594"/>
              <a:gd name="connsiteY16" fmla="*/ 2537 h 9940"/>
              <a:gd name="connsiteX17" fmla="*/ 4606 w 9594"/>
              <a:gd name="connsiteY17" fmla="*/ 2134 h 9940"/>
              <a:gd name="connsiteX18" fmla="*/ 5085 w 9594"/>
              <a:gd name="connsiteY18" fmla="*/ 1768 h 9940"/>
              <a:gd name="connsiteX19" fmla="*/ 5607 w 9594"/>
              <a:gd name="connsiteY19" fmla="*/ 1412 h 9940"/>
              <a:gd name="connsiteX20" fmla="*/ 6151 w 9594"/>
              <a:gd name="connsiteY20" fmla="*/ 1106 h 9940"/>
              <a:gd name="connsiteX21" fmla="*/ 6747 w 9594"/>
              <a:gd name="connsiteY21" fmla="*/ 797 h 9940"/>
              <a:gd name="connsiteX22" fmla="*/ 7374 w 9594"/>
              <a:gd name="connsiteY22" fmla="*/ 542 h 9940"/>
              <a:gd name="connsiteX23" fmla="*/ 7711 w 9594"/>
              <a:gd name="connsiteY23" fmla="*/ 430 h 9940"/>
              <a:gd name="connsiteX24" fmla="*/ 8804 w 9594"/>
              <a:gd name="connsiteY24" fmla="*/ 149 h 9940"/>
              <a:gd name="connsiteX25" fmla="*/ 9186 w 9594"/>
              <a:gd name="connsiteY25" fmla="*/ 75 h 9940"/>
              <a:gd name="connsiteX26" fmla="*/ 9594 w 9594"/>
              <a:gd name="connsiteY26" fmla="*/ 0 h 9940"/>
              <a:gd name="connsiteX0" fmla="*/ 0 w 9575"/>
              <a:gd name="connsiteY0" fmla="*/ 9925 h 9925"/>
              <a:gd name="connsiteX1" fmla="*/ 27 w 9575"/>
              <a:gd name="connsiteY1" fmla="*/ 9790 h 9925"/>
              <a:gd name="connsiteX2" fmla="*/ 128 w 9575"/>
              <a:gd name="connsiteY2" fmla="*/ 9408 h 9925"/>
              <a:gd name="connsiteX3" fmla="*/ 298 w 9575"/>
              <a:gd name="connsiteY3" fmla="*/ 8827 h 9925"/>
              <a:gd name="connsiteX4" fmla="*/ 566 w 9575"/>
              <a:gd name="connsiteY4" fmla="*/ 8064 h 9925"/>
              <a:gd name="connsiteX5" fmla="*/ 735 w 9575"/>
              <a:gd name="connsiteY5" fmla="*/ 7644 h 9925"/>
              <a:gd name="connsiteX6" fmla="*/ 930 w 9575"/>
              <a:gd name="connsiteY6" fmla="*/ 7202 h 9925"/>
              <a:gd name="connsiteX7" fmla="*/ 1147 w 9575"/>
              <a:gd name="connsiteY7" fmla="*/ 6743 h 9925"/>
              <a:gd name="connsiteX8" fmla="*/ 1389 w 9575"/>
              <a:gd name="connsiteY8" fmla="*/ 6251 h 9925"/>
              <a:gd name="connsiteX9" fmla="*/ 1666 w 9575"/>
              <a:gd name="connsiteY9" fmla="*/ 5758 h 9925"/>
              <a:gd name="connsiteX10" fmla="*/ 1975 w 9575"/>
              <a:gd name="connsiteY10" fmla="*/ 5265 h 9925"/>
              <a:gd name="connsiteX11" fmla="*/ 2307 w 9575"/>
              <a:gd name="connsiteY11" fmla="*/ 4759 h 9925"/>
              <a:gd name="connsiteX12" fmla="*/ 2669 w 9575"/>
              <a:gd name="connsiteY12" fmla="*/ 4291 h 9925"/>
              <a:gd name="connsiteX13" fmla="*/ 3054 w 9575"/>
              <a:gd name="connsiteY13" fmla="*/ 3823 h 9925"/>
              <a:gd name="connsiteX14" fmla="*/ 3457 w 9575"/>
              <a:gd name="connsiteY14" fmla="*/ 3354 h 9925"/>
              <a:gd name="connsiteX15" fmla="*/ 3885 w 9575"/>
              <a:gd name="connsiteY15" fmla="*/ 2898 h 9925"/>
              <a:gd name="connsiteX16" fmla="*/ 4337 w 9575"/>
              <a:gd name="connsiteY16" fmla="*/ 2477 h 9925"/>
              <a:gd name="connsiteX17" fmla="*/ 4801 w 9575"/>
              <a:gd name="connsiteY17" fmla="*/ 2072 h 9925"/>
              <a:gd name="connsiteX18" fmla="*/ 5300 w 9575"/>
              <a:gd name="connsiteY18" fmla="*/ 1704 h 9925"/>
              <a:gd name="connsiteX19" fmla="*/ 5844 w 9575"/>
              <a:gd name="connsiteY19" fmla="*/ 1346 h 9925"/>
              <a:gd name="connsiteX20" fmla="*/ 6411 w 9575"/>
              <a:gd name="connsiteY20" fmla="*/ 1038 h 9925"/>
              <a:gd name="connsiteX21" fmla="*/ 7033 w 9575"/>
              <a:gd name="connsiteY21" fmla="*/ 727 h 9925"/>
              <a:gd name="connsiteX22" fmla="*/ 7686 w 9575"/>
              <a:gd name="connsiteY22" fmla="*/ 470 h 9925"/>
              <a:gd name="connsiteX23" fmla="*/ 8037 w 9575"/>
              <a:gd name="connsiteY23" fmla="*/ 358 h 9925"/>
              <a:gd name="connsiteX24" fmla="*/ 9177 w 9575"/>
              <a:gd name="connsiteY24" fmla="*/ 75 h 9925"/>
              <a:gd name="connsiteX25" fmla="*/ 9575 w 9575"/>
              <a:gd name="connsiteY25" fmla="*/ 0 h 9925"/>
              <a:gd name="connsiteX0" fmla="*/ 0 w 9584"/>
              <a:gd name="connsiteY0" fmla="*/ 9924 h 9924"/>
              <a:gd name="connsiteX1" fmla="*/ 28 w 9584"/>
              <a:gd name="connsiteY1" fmla="*/ 9788 h 9924"/>
              <a:gd name="connsiteX2" fmla="*/ 134 w 9584"/>
              <a:gd name="connsiteY2" fmla="*/ 9403 h 9924"/>
              <a:gd name="connsiteX3" fmla="*/ 311 w 9584"/>
              <a:gd name="connsiteY3" fmla="*/ 8818 h 9924"/>
              <a:gd name="connsiteX4" fmla="*/ 591 w 9584"/>
              <a:gd name="connsiteY4" fmla="*/ 8049 h 9924"/>
              <a:gd name="connsiteX5" fmla="*/ 768 w 9584"/>
              <a:gd name="connsiteY5" fmla="*/ 7626 h 9924"/>
              <a:gd name="connsiteX6" fmla="*/ 971 w 9584"/>
              <a:gd name="connsiteY6" fmla="*/ 7180 h 9924"/>
              <a:gd name="connsiteX7" fmla="*/ 1198 w 9584"/>
              <a:gd name="connsiteY7" fmla="*/ 6718 h 9924"/>
              <a:gd name="connsiteX8" fmla="*/ 1451 w 9584"/>
              <a:gd name="connsiteY8" fmla="*/ 6222 h 9924"/>
              <a:gd name="connsiteX9" fmla="*/ 1740 w 9584"/>
              <a:gd name="connsiteY9" fmla="*/ 5726 h 9924"/>
              <a:gd name="connsiteX10" fmla="*/ 2063 w 9584"/>
              <a:gd name="connsiteY10" fmla="*/ 5229 h 9924"/>
              <a:gd name="connsiteX11" fmla="*/ 2409 w 9584"/>
              <a:gd name="connsiteY11" fmla="*/ 4719 h 9924"/>
              <a:gd name="connsiteX12" fmla="*/ 2787 w 9584"/>
              <a:gd name="connsiteY12" fmla="*/ 4247 h 9924"/>
              <a:gd name="connsiteX13" fmla="*/ 3190 w 9584"/>
              <a:gd name="connsiteY13" fmla="*/ 3776 h 9924"/>
              <a:gd name="connsiteX14" fmla="*/ 3610 w 9584"/>
              <a:gd name="connsiteY14" fmla="*/ 3303 h 9924"/>
              <a:gd name="connsiteX15" fmla="*/ 4057 w 9584"/>
              <a:gd name="connsiteY15" fmla="*/ 2844 h 9924"/>
              <a:gd name="connsiteX16" fmla="*/ 4530 w 9584"/>
              <a:gd name="connsiteY16" fmla="*/ 2420 h 9924"/>
              <a:gd name="connsiteX17" fmla="*/ 5014 w 9584"/>
              <a:gd name="connsiteY17" fmla="*/ 2012 h 9924"/>
              <a:gd name="connsiteX18" fmla="*/ 5535 w 9584"/>
              <a:gd name="connsiteY18" fmla="*/ 1641 h 9924"/>
              <a:gd name="connsiteX19" fmla="*/ 6103 w 9584"/>
              <a:gd name="connsiteY19" fmla="*/ 1280 h 9924"/>
              <a:gd name="connsiteX20" fmla="*/ 6696 w 9584"/>
              <a:gd name="connsiteY20" fmla="*/ 970 h 9924"/>
              <a:gd name="connsiteX21" fmla="*/ 7345 w 9584"/>
              <a:gd name="connsiteY21" fmla="*/ 656 h 9924"/>
              <a:gd name="connsiteX22" fmla="*/ 8027 w 9584"/>
              <a:gd name="connsiteY22" fmla="*/ 398 h 9924"/>
              <a:gd name="connsiteX23" fmla="*/ 8394 w 9584"/>
              <a:gd name="connsiteY23" fmla="*/ 285 h 9924"/>
              <a:gd name="connsiteX24" fmla="*/ 9584 w 9584"/>
              <a:gd name="connsiteY24" fmla="*/ 0 h 9924"/>
              <a:gd name="connsiteX0" fmla="*/ 0 w 8758"/>
              <a:gd name="connsiteY0" fmla="*/ 9713 h 9713"/>
              <a:gd name="connsiteX1" fmla="*/ 29 w 8758"/>
              <a:gd name="connsiteY1" fmla="*/ 9576 h 9713"/>
              <a:gd name="connsiteX2" fmla="*/ 140 w 8758"/>
              <a:gd name="connsiteY2" fmla="*/ 9188 h 9713"/>
              <a:gd name="connsiteX3" fmla="*/ 324 w 8758"/>
              <a:gd name="connsiteY3" fmla="*/ 8599 h 9713"/>
              <a:gd name="connsiteX4" fmla="*/ 617 w 8758"/>
              <a:gd name="connsiteY4" fmla="*/ 7824 h 9713"/>
              <a:gd name="connsiteX5" fmla="*/ 801 w 8758"/>
              <a:gd name="connsiteY5" fmla="*/ 7397 h 9713"/>
              <a:gd name="connsiteX6" fmla="*/ 1013 w 8758"/>
              <a:gd name="connsiteY6" fmla="*/ 6948 h 9713"/>
              <a:gd name="connsiteX7" fmla="*/ 1250 w 8758"/>
              <a:gd name="connsiteY7" fmla="*/ 6482 h 9713"/>
              <a:gd name="connsiteX8" fmla="*/ 1514 w 8758"/>
              <a:gd name="connsiteY8" fmla="*/ 5983 h 9713"/>
              <a:gd name="connsiteX9" fmla="*/ 1816 w 8758"/>
              <a:gd name="connsiteY9" fmla="*/ 5483 h 9713"/>
              <a:gd name="connsiteX10" fmla="*/ 2153 w 8758"/>
              <a:gd name="connsiteY10" fmla="*/ 4982 h 9713"/>
              <a:gd name="connsiteX11" fmla="*/ 2514 w 8758"/>
              <a:gd name="connsiteY11" fmla="*/ 4468 h 9713"/>
              <a:gd name="connsiteX12" fmla="*/ 2908 w 8758"/>
              <a:gd name="connsiteY12" fmla="*/ 3993 h 9713"/>
              <a:gd name="connsiteX13" fmla="*/ 3328 w 8758"/>
              <a:gd name="connsiteY13" fmla="*/ 3518 h 9713"/>
              <a:gd name="connsiteX14" fmla="*/ 3767 w 8758"/>
              <a:gd name="connsiteY14" fmla="*/ 3041 h 9713"/>
              <a:gd name="connsiteX15" fmla="*/ 4233 w 8758"/>
              <a:gd name="connsiteY15" fmla="*/ 2579 h 9713"/>
              <a:gd name="connsiteX16" fmla="*/ 4727 w 8758"/>
              <a:gd name="connsiteY16" fmla="*/ 2152 h 9713"/>
              <a:gd name="connsiteX17" fmla="*/ 5232 w 8758"/>
              <a:gd name="connsiteY17" fmla="*/ 1740 h 9713"/>
              <a:gd name="connsiteX18" fmla="*/ 5775 w 8758"/>
              <a:gd name="connsiteY18" fmla="*/ 1367 h 9713"/>
              <a:gd name="connsiteX19" fmla="*/ 6368 w 8758"/>
              <a:gd name="connsiteY19" fmla="*/ 1003 h 9713"/>
              <a:gd name="connsiteX20" fmla="*/ 6987 w 8758"/>
              <a:gd name="connsiteY20" fmla="*/ 690 h 9713"/>
              <a:gd name="connsiteX21" fmla="*/ 7664 w 8758"/>
              <a:gd name="connsiteY21" fmla="*/ 374 h 9713"/>
              <a:gd name="connsiteX22" fmla="*/ 8375 w 8758"/>
              <a:gd name="connsiteY22" fmla="*/ 114 h 9713"/>
              <a:gd name="connsiteX23" fmla="*/ 8758 w 8758"/>
              <a:gd name="connsiteY23" fmla="*/ 0 h 9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758" h="9713">
                <a:moveTo>
                  <a:pt x="0" y="9713"/>
                </a:moveTo>
                <a:cubicBezTo>
                  <a:pt x="7" y="9669"/>
                  <a:pt x="22" y="9621"/>
                  <a:pt x="29" y="9576"/>
                </a:cubicBezTo>
                <a:cubicBezTo>
                  <a:pt x="65" y="9445"/>
                  <a:pt x="103" y="9317"/>
                  <a:pt x="140" y="9188"/>
                </a:cubicBezTo>
                <a:cubicBezTo>
                  <a:pt x="200" y="8992"/>
                  <a:pt x="263" y="8796"/>
                  <a:pt x="324" y="8599"/>
                </a:cubicBezTo>
                <a:cubicBezTo>
                  <a:pt x="423" y="8341"/>
                  <a:pt x="519" y="8082"/>
                  <a:pt x="617" y="7824"/>
                </a:cubicBezTo>
                <a:cubicBezTo>
                  <a:pt x="678" y="7681"/>
                  <a:pt x="739" y="7539"/>
                  <a:pt x="801" y="7397"/>
                </a:cubicBezTo>
                <a:cubicBezTo>
                  <a:pt x="873" y="7247"/>
                  <a:pt x="941" y="7099"/>
                  <a:pt x="1013" y="6948"/>
                </a:cubicBezTo>
                <a:cubicBezTo>
                  <a:pt x="1093" y="6793"/>
                  <a:pt x="1171" y="6639"/>
                  <a:pt x="1250" y="6482"/>
                </a:cubicBezTo>
                <a:lnTo>
                  <a:pt x="1514" y="5983"/>
                </a:lnTo>
                <a:lnTo>
                  <a:pt x="1816" y="5483"/>
                </a:lnTo>
                <a:lnTo>
                  <a:pt x="2153" y="4982"/>
                </a:lnTo>
                <a:lnTo>
                  <a:pt x="2514" y="4468"/>
                </a:lnTo>
                <a:lnTo>
                  <a:pt x="2908" y="3993"/>
                </a:lnTo>
                <a:lnTo>
                  <a:pt x="3328" y="3518"/>
                </a:lnTo>
                <a:lnTo>
                  <a:pt x="3767" y="3041"/>
                </a:lnTo>
                <a:lnTo>
                  <a:pt x="4233" y="2579"/>
                </a:lnTo>
                <a:lnTo>
                  <a:pt x="4727" y="2152"/>
                </a:lnTo>
                <a:lnTo>
                  <a:pt x="5232" y="1740"/>
                </a:lnTo>
                <a:lnTo>
                  <a:pt x="5775" y="1367"/>
                </a:lnTo>
                <a:lnTo>
                  <a:pt x="6368" y="1003"/>
                </a:lnTo>
                <a:lnTo>
                  <a:pt x="6987" y="690"/>
                </a:lnTo>
                <a:lnTo>
                  <a:pt x="7664" y="374"/>
                </a:lnTo>
                <a:lnTo>
                  <a:pt x="8375" y="114"/>
                </a:lnTo>
                <a:lnTo>
                  <a:pt x="8758" y="0"/>
                </a:lnTo>
              </a:path>
            </a:pathLst>
          </a:custGeom>
          <a:noFill/>
          <a:ln w="50800" cap="rnd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1719" name="Line 7"/>
          <p:cNvSpPr>
            <a:spLocks noChangeShapeType="1"/>
          </p:cNvSpPr>
          <p:nvPr/>
        </p:nvSpPr>
        <p:spPr bwMode="auto">
          <a:xfrm flipV="1">
            <a:off x="2519363" y="4567238"/>
            <a:ext cx="0" cy="139700"/>
          </a:xfrm>
          <a:prstGeom prst="line">
            <a:avLst/>
          </a:prstGeom>
          <a:noFill/>
          <a:ln w="12700">
            <a:solidFill>
              <a:srgbClr val="13467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1720" name="Freeform 8"/>
          <p:cNvSpPr>
            <a:spLocks/>
          </p:cNvSpPr>
          <p:nvPr/>
        </p:nvSpPr>
        <p:spPr bwMode="auto">
          <a:xfrm>
            <a:off x="3089275" y="4567239"/>
            <a:ext cx="1588" cy="142875"/>
          </a:xfrm>
          <a:custGeom>
            <a:avLst/>
            <a:gdLst/>
            <a:ahLst/>
            <a:cxnLst>
              <a:cxn ang="0">
                <a:pos x="0" y="89"/>
              </a:cxn>
              <a:cxn ang="0">
                <a:pos x="0" y="80"/>
              </a:cxn>
              <a:cxn ang="0">
                <a:pos x="0" y="68"/>
              </a:cxn>
              <a:cxn ang="0">
                <a:pos x="0" y="57"/>
              </a:cxn>
              <a:cxn ang="0">
                <a:pos x="0" y="45"/>
              </a:cxn>
              <a:cxn ang="0">
                <a:pos x="0" y="34"/>
              </a:cxn>
              <a:cxn ang="0">
                <a:pos x="0" y="22"/>
              </a:cxn>
              <a:cxn ang="0">
                <a:pos x="0" y="11"/>
              </a:cxn>
              <a:cxn ang="0">
                <a:pos x="0" y="0"/>
              </a:cxn>
            </a:cxnLst>
            <a:rect l="0" t="0" r="r" b="b"/>
            <a:pathLst>
              <a:path w="1" h="90">
                <a:moveTo>
                  <a:pt x="0" y="89"/>
                </a:moveTo>
                <a:lnTo>
                  <a:pt x="0" y="80"/>
                </a:lnTo>
                <a:lnTo>
                  <a:pt x="0" y="68"/>
                </a:lnTo>
                <a:lnTo>
                  <a:pt x="0" y="57"/>
                </a:lnTo>
                <a:lnTo>
                  <a:pt x="0" y="45"/>
                </a:lnTo>
                <a:lnTo>
                  <a:pt x="0" y="34"/>
                </a:lnTo>
                <a:lnTo>
                  <a:pt x="0" y="22"/>
                </a:lnTo>
                <a:lnTo>
                  <a:pt x="0" y="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13467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1721" name="Freeform 9"/>
          <p:cNvSpPr>
            <a:spLocks/>
          </p:cNvSpPr>
          <p:nvPr/>
        </p:nvSpPr>
        <p:spPr bwMode="auto">
          <a:xfrm>
            <a:off x="3659189" y="4567239"/>
            <a:ext cx="1587" cy="142875"/>
          </a:xfrm>
          <a:custGeom>
            <a:avLst/>
            <a:gdLst/>
            <a:ahLst/>
            <a:cxnLst>
              <a:cxn ang="0">
                <a:pos x="0" y="89"/>
              </a:cxn>
              <a:cxn ang="0">
                <a:pos x="0" y="80"/>
              </a:cxn>
              <a:cxn ang="0">
                <a:pos x="0" y="68"/>
              </a:cxn>
              <a:cxn ang="0">
                <a:pos x="0" y="57"/>
              </a:cxn>
              <a:cxn ang="0">
                <a:pos x="0" y="45"/>
              </a:cxn>
              <a:cxn ang="0">
                <a:pos x="0" y="34"/>
              </a:cxn>
              <a:cxn ang="0">
                <a:pos x="0" y="22"/>
              </a:cxn>
              <a:cxn ang="0">
                <a:pos x="0" y="11"/>
              </a:cxn>
              <a:cxn ang="0">
                <a:pos x="0" y="0"/>
              </a:cxn>
            </a:cxnLst>
            <a:rect l="0" t="0" r="r" b="b"/>
            <a:pathLst>
              <a:path w="1" h="90">
                <a:moveTo>
                  <a:pt x="0" y="89"/>
                </a:moveTo>
                <a:lnTo>
                  <a:pt x="0" y="80"/>
                </a:lnTo>
                <a:lnTo>
                  <a:pt x="0" y="68"/>
                </a:lnTo>
                <a:lnTo>
                  <a:pt x="0" y="57"/>
                </a:lnTo>
                <a:lnTo>
                  <a:pt x="0" y="45"/>
                </a:lnTo>
                <a:lnTo>
                  <a:pt x="0" y="34"/>
                </a:lnTo>
                <a:lnTo>
                  <a:pt x="0" y="22"/>
                </a:lnTo>
                <a:lnTo>
                  <a:pt x="0" y="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13467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1722" name="Freeform 10"/>
          <p:cNvSpPr>
            <a:spLocks/>
          </p:cNvSpPr>
          <p:nvPr/>
        </p:nvSpPr>
        <p:spPr bwMode="auto">
          <a:xfrm>
            <a:off x="4229100" y="4567239"/>
            <a:ext cx="1588" cy="142875"/>
          </a:xfrm>
          <a:custGeom>
            <a:avLst/>
            <a:gdLst/>
            <a:ahLst/>
            <a:cxnLst>
              <a:cxn ang="0">
                <a:pos x="0" y="89"/>
              </a:cxn>
              <a:cxn ang="0">
                <a:pos x="0" y="80"/>
              </a:cxn>
              <a:cxn ang="0">
                <a:pos x="0" y="68"/>
              </a:cxn>
              <a:cxn ang="0">
                <a:pos x="0" y="57"/>
              </a:cxn>
              <a:cxn ang="0">
                <a:pos x="0" y="45"/>
              </a:cxn>
              <a:cxn ang="0">
                <a:pos x="0" y="34"/>
              </a:cxn>
              <a:cxn ang="0">
                <a:pos x="0" y="22"/>
              </a:cxn>
              <a:cxn ang="0">
                <a:pos x="0" y="11"/>
              </a:cxn>
              <a:cxn ang="0">
                <a:pos x="0" y="0"/>
              </a:cxn>
            </a:cxnLst>
            <a:rect l="0" t="0" r="r" b="b"/>
            <a:pathLst>
              <a:path w="1" h="90">
                <a:moveTo>
                  <a:pt x="0" y="89"/>
                </a:moveTo>
                <a:lnTo>
                  <a:pt x="0" y="80"/>
                </a:lnTo>
                <a:lnTo>
                  <a:pt x="0" y="68"/>
                </a:lnTo>
                <a:lnTo>
                  <a:pt x="0" y="57"/>
                </a:lnTo>
                <a:lnTo>
                  <a:pt x="0" y="45"/>
                </a:lnTo>
                <a:lnTo>
                  <a:pt x="0" y="34"/>
                </a:lnTo>
                <a:lnTo>
                  <a:pt x="0" y="22"/>
                </a:lnTo>
                <a:lnTo>
                  <a:pt x="0" y="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13467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1723" name="Line 11"/>
          <p:cNvSpPr>
            <a:spLocks noChangeShapeType="1"/>
          </p:cNvSpPr>
          <p:nvPr/>
        </p:nvSpPr>
        <p:spPr bwMode="auto">
          <a:xfrm flipV="1">
            <a:off x="4783138" y="4567238"/>
            <a:ext cx="0" cy="139700"/>
          </a:xfrm>
          <a:prstGeom prst="line">
            <a:avLst/>
          </a:prstGeom>
          <a:noFill/>
          <a:ln w="12700">
            <a:solidFill>
              <a:srgbClr val="13467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000" name="Rectangle 12"/>
          <p:cNvSpPr>
            <a:spLocks noChangeArrowheads="1"/>
          </p:cNvSpPr>
          <p:nvPr/>
        </p:nvSpPr>
        <p:spPr bwMode="auto">
          <a:xfrm>
            <a:off x="2373314" y="4686300"/>
            <a:ext cx="2873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 eaLnBrk="1" hangingPunct="1"/>
            <a:r>
              <a:rPr lang="en-US" altLang="en-US" sz="1600">
                <a:solidFill>
                  <a:srgbClr val="134679"/>
                </a:solidFill>
              </a:rPr>
              <a:t>1</a:t>
            </a:r>
          </a:p>
        </p:txBody>
      </p:sp>
      <p:sp>
        <p:nvSpPr>
          <p:cNvPr id="42001" name="Rectangle 14"/>
          <p:cNvSpPr>
            <a:spLocks noChangeArrowheads="1"/>
          </p:cNvSpPr>
          <p:nvPr/>
        </p:nvSpPr>
        <p:spPr bwMode="auto">
          <a:xfrm>
            <a:off x="2946400" y="4686300"/>
            <a:ext cx="2873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 eaLnBrk="1" hangingPunct="1"/>
            <a:r>
              <a:rPr lang="en-US" altLang="en-US" sz="1600">
                <a:solidFill>
                  <a:srgbClr val="134679"/>
                </a:solidFill>
              </a:rPr>
              <a:t>2</a:t>
            </a:r>
          </a:p>
        </p:txBody>
      </p:sp>
      <p:sp>
        <p:nvSpPr>
          <p:cNvPr id="42002" name="Rectangle 15"/>
          <p:cNvSpPr>
            <a:spLocks noChangeArrowheads="1"/>
          </p:cNvSpPr>
          <p:nvPr/>
        </p:nvSpPr>
        <p:spPr bwMode="auto">
          <a:xfrm>
            <a:off x="3509964" y="4686300"/>
            <a:ext cx="2873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 eaLnBrk="1" hangingPunct="1"/>
            <a:r>
              <a:rPr lang="en-US" altLang="en-US" sz="1600">
                <a:solidFill>
                  <a:srgbClr val="134679"/>
                </a:solidFill>
              </a:rPr>
              <a:t>3</a:t>
            </a:r>
          </a:p>
        </p:txBody>
      </p:sp>
      <p:sp>
        <p:nvSpPr>
          <p:cNvPr id="42003" name="Rectangle 16"/>
          <p:cNvSpPr>
            <a:spLocks noChangeArrowheads="1"/>
          </p:cNvSpPr>
          <p:nvPr/>
        </p:nvSpPr>
        <p:spPr bwMode="auto">
          <a:xfrm>
            <a:off x="4103689" y="4686300"/>
            <a:ext cx="2873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 eaLnBrk="1" hangingPunct="1"/>
            <a:r>
              <a:rPr lang="en-US" altLang="en-US" sz="1600">
                <a:solidFill>
                  <a:srgbClr val="134679"/>
                </a:solidFill>
              </a:rPr>
              <a:t>4</a:t>
            </a:r>
          </a:p>
        </p:txBody>
      </p:sp>
      <p:sp>
        <p:nvSpPr>
          <p:cNvPr id="42004" name="Rectangle 17"/>
          <p:cNvSpPr>
            <a:spLocks noChangeArrowheads="1"/>
          </p:cNvSpPr>
          <p:nvPr/>
        </p:nvSpPr>
        <p:spPr bwMode="auto">
          <a:xfrm>
            <a:off x="4649789" y="4686300"/>
            <a:ext cx="2873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 eaLnBrk="1" hangingPunct="1"/>
            <a:r>
              <a:rPr lang="en-US" altLang="en-US" sz="1600">
                <a:solidFill>
                  <a:srgbClr val="134679"/>
                </a:solidFill>
              </a:rPr>
              <a:t>5</a:t>
            </a:r>
          </a:p>
        </p:txBody>
      </p:sp>
      <p:sp>
        <p:nvSpPr>
          <p:cNvPr id="42005" name="Rectangle 20"/>
          <p:cNvSpPr>
            <a:spLocks noChangeArrowheads="1"/>
          </p:cNvSpPr>
          <p:nvPr/>
        </p:nvSpPr>
        <p:spPr bwMode="auto">
          <a:xfrm>
            <a:off x="4249738" y="1189038"/>
            <a:ext cx="804862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 eaLnBrk="1" hangingPunct="1"/>
            <a:r>
              <a:rPr lang="en-US" altLang="en-US" sz="1600">
                <a:solidFill>
                  <a:srgbClr val="00B050"/>
                </a:solidFill>
              </a:rPr>
              <a:t>Normal</a:t>
            </a:r>
          </a:p>
        </p:txBody>
      </p:sp>
      <p:sp>
        <p:nvSpPr>
          <p:cNvPr id="42006" name="Rectangle 21"/>
          <p:cNvSpPr>
            <a:spLocks noChangeArrowheads="1"/>
          </p:cNvSpPr>
          <p:nvPr/>
        </p:nvSpPr>
        <p:spPr bwMode="auto">
          <a:xfrm>
            <a:off x="4379914" y="1878013"/>
            <a:ext cx="993775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 eaLnBrk="1" hangingPunct="1"/>
            <a:r>
              <a:rPr lang="en-US" altLang="en-US" sz="1600">
                <a:solidFill>
                  <a:srgbClr val="4E6BFA"/>
                </a:solidFill>
              </a:rPr>
              <a:t>Asthma </a:t>
            </a:r>
            <a:br>
              <a:rPr lang="en-US" altLang="en-US" sz="1600">
                <a:solidFill>
                  <a:srgbClr val="4E6BFA"/>
                </a:solidFill>
              </a:rPr>
            </a:br>
            <a:r>
              <a:rPr lang="en-US" altLang="en-US" sz="1600">
                <a:solidFill>
                  <a:srgbClr val="4E6BFA"/>
                </a:solidFill>
              </a:rPr>
              <a:t>(after BD)</a:t>
            </a:r>
          </a:p>
        </p:txBody>
      </p:sp>
      <p:sp>
        <p:nvSpPr>
          <p:cNvPr id="42007" name="Rectangle 22"/>
          <p:cNvSpPr>
            <a:spLocks noChangeArrowheads="1"/>
          </p:cNvSpPr>
          <p:nvPr/>
        </p:nvSpPr>
        <p:spPr bwMode="auto">
          <a:xfrm>
            <a:off x="3914776" y="2768601"/>
            <a:ext cx="11398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 eaLnBrk="1" hangingPunct="1"/>
            <a:r>
              <a:rPr lang="en-US" altLang="en-US" sz="1600">
                <a:solidFill>
                  <a:srgbClr val="FF0000"/>
                </a:solidFill>
              </a:rPr>
              <a:t>Asthma </a:t>
            </a:r>
            <a:br>
              <a:rPr lang="en-US" altLang="en-US" sz="1600">
                <a:solidFill>
                  <a:srgbClr val="FF0000"/>
                </a:solidFill>
              </a:rPr>
            </a:br>
            <a:r>
              <a:rPr lang="en-US" altLang="en-US" sz="1600">
                <a:solidFill>
                  <a:srgbClr val="FF0000"/>
                </a:solidFill>
              </a:rPr>
              <a:t>(before BD)</a:t>
            </a:r>
          </a:p>
        </p:txBody>
      </p:sp>
      <p:sp>
        <p:nvSpPr>
          <p:cNvPr id="371735" name="Freeform 23"/>
          <p:cNvSpPr>
            <a:spLocks/>
          </p:cNvSpPr>
          <p:nvPr/>
        </p:nvSpPr>
        <p:spPr bwMode="auto">
          <a:xfrm>
            <a:off x="1936751" y="2768600"/>
            <a:ext cx="582613" cy="17716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09" y="0"/>
              </a:cxn>
              <a:cxn ang="0">
                <a:pos x="409" y="1215"/>
              </a:cxn>
            </a:cxnLst>
            <a:rect l="0" t="0" r="r" b="b"/>
            <a:pathLst>
              <a:path w="410" h="1216">
                <a:moveTo>
                  <a:pt x="0" y="0"/>
                </a:moveTo>
                <a:lnTo>
                  <a:pt x="409" y="0"/>
                </a:lnTo>
                <a:lnTo>
                  <a:pt x="409" y="1215"/>
                </a:lnTo>
              </a:path>
            </a:pathLst>
          </a:custGeom>
          <a:noFill/>
          <a:ln w="12700" cap="rnd" cmpd="sng">
            <a:solidFill>
              <a:srgbClr val="134679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1736" name="Line 24"/>
          <p:cNvSpPr>
            <a:spLocks noChangeShapeType="1"/>
          </p:cNvSpPr>
          <p:nvPr/>
        </p:nvSpPr>
        <p:spPr bwMode="auto">
          <a:xfrm>
            <a:off x="1958976" y="3390900"/>
            <a:ext cx="542925" cy="0"/>
          </a:xfrm>
          <a:prstGeom prst="line">
            <a:avLst/>
          </a:prstGeom>
          <a:noFill/>
          <a:ln w="12700">
            <a:solidFill>
              <a:srgbClr val="134679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1737" name="Line 25"/>
          <p:cNvSpPr>
            <a:spLocks noChangeShapeType="1"/>
          </p:cNvSpPr>
          <p:nvPr/>
        </p:nvSpPr>
        <p:spPr bwMode="auto">
          <a:xfrm>
            <a:off x="1958976" y="3783013"/>
            <a:ext cx="542925" cy="0"/>
          </a:xfrm>
          <a:prstGeom prst="line">
            <a:avLst/>
          </a:prstGeom>
          <a:noFill/>
          <a:ln w="12700">
            <a:solidFill>
              <a:srgbClr val="134679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498725" y="1930400"/>
            <a:ext cx="0" cy="50800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5783263" y="914383"/>
            <a:ext cx="4906962" cy="5522930"/>
            <a:chOff x="4317793" y="1074015"/>
            <a:chExt cx="4905699" cy="5523337"/>
          </a:xfrm>
        </p:grpSpPr>
        <p:sp>
          <p:nvSpPr>
            <p:cNvPr id="52" name="ZoneTexte 9"/>
            <p:cNvSpPr txBox="1"/>
            <p:nvPr/>
          </p:nvSpPr>
          <p:spPr>
            <a:xfrm rot="5400000">
              <a:off x="4473275" y="918533"/>
              <a:ext cx="461699" cy="772664"/>
            </a:xfrm>
            <a:prstGeom prst="rect">
              <a:avLst/>
            </a:prstGeom>
            <a:noFill/>
          </p:spPr>
          <p:txBody>
            <a:bodyPr vert="vert270">
              <a:spAutoFit/>
            </a:bodyPr>
            <a:lstStyle/>
            <a:p>
              <a:pPr algn="ctr" eaLnBrk="1" hangingPunct="1">
                <a:defRPr/>
              </a:pPr>
              <a:r>
                <a:rPr lang="fr-CA" b="1" dirty="0">
                  <a:solidFill>
                    <a:srgbClr val="134679"/>
                  </a:solidFill>
                </a:rPr>
                <a:t>Flow</a:t>
              </a:r>
            </a:p>
          </p:txBody>
        </p:sp>
        <p:sp>
          <p:nvSpPr>
            <p:cNvPr id="42017" name="Rectangle 20"/>
            <p:cNvSpPr>
              <a:spLocks noChangeArrowheads="1"/>
            </p:cNvSpPr>
            <p:nvPr/>
          </p:nvSpPr>
          <p:spPr bwMode="auto">
            <a:xfrm>
              <a:off x="8309268" y="4845738"/>
              <a:ext cx="914224" cy="36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pPr algn="r" eaLnBrk="1" hangingPunct="1"/>
              <a:r>
                <a:rPr lang="en-US" altLang="en-US" b="1">
                  <a:solidFill>
                    <a:srgbClr val="134679"/>
                  </a:solidFill>
                </a:rPr>
                <a:t>Volume</a:t>
              </a:r>
            </a:p>
          </p:txBody>
        </p:sp>
        <p:sp>
          <p:nvSpPr>
            <p:cNvPr id="42018" name="ZoneTexte 11"/>
            <p:cNvSpPr txBox="1">
              <a:spLocks noChangeArrowheads="1"/>
            </p:cNvSpPr>
            <p:nvPr/>
          </p:nvSpPr>
          <p:spPr bwMode="auto">
            <a:xfrm>
              <a:off x="6021961" y="2653188"/>
              <a:ext cx="97182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fr-CA" altLang="en-US" sz="1600">
                  <a:solidFill>
                    <a:srgbClr val="00B050"/>
                  </a:solidFill>
                </a:rPr>
                <a:t>Normal</a:t>
              </a:r>
            </a:p>
          </p:txBody>
        </p:sp>
        <p:cxnSp>
          <p:nvCxnSpPr>
            <p:cNvPr id="55" name="Straight Connector 54"/>
            <p:cNvCxnSpPr/>
            <p:nvPr/>
          </p:nvCxnSpPr>
          <p:spPr>
            <a:xfrm>
              <a:off x="4498721" y="1486812"/>
              <a:ext cx="0" cy="4535822"/>
            </a:xfrm>
            <a:prstGeom prst="line">
              <a:avLst/>
            </a:prstGeom>
            <a:ln w="31750">
              <a:solidFill>
                <a:srgbClr val="1346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H="1">
              <a:off x="4519353" y="4730314"/>
              <a:ext cx="4091522" cy="0"/>
            </a:xfrm>
            <a:prstGeom prst="line">
              <a:avLst/>
            </a:prstGeom>
            <a:ln w="31750">
              <a:solidFill>
                <a:srgbClr val="1346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Freeform 56"/>
            <p:cNvSpPr/>
            <p:nvPr/>
          </p:nvSpPr>
          <p:spPr>
            <a:xfrm>
              <a:off x="4503482" y="4700149"/>
              <a:ext cx="3775691" cy="1897203"/>
            </a:xfrm>
            <a:custGeom>
              <a:avLst/>
              <a:gdLst>
                <a:gd name="connsiteX0" fmla="*/ 0 w 4441371"/>
                <a:gd name="connsiteY0" fmla="*/ 58057 h 1654628"/>
                <a:gd name="connsiteX1" fmla="*/ 595086 w 4441371"/>
                <a:gd name="connsiteY1" fmla="*/ 711200 h 1654628"/>
                <a:gd name="connsiteX2" fmla="*/ 595086 w 4441371"/>
                <a:gd name="connsiteY2" fmla="*/ 711200 h 1654628"/>
                <a:gd name="connsiteX3" fmla="*/ 928914 w 4441371"/>
                <a:gd name="connsiteY3" fmla="*/ 1030514 h 1654628"/>
                <a:gd name="connsiteX4" fmla="*/ 1465943 w 4441371"/>
                <a:gd name="connsiteY4" fmla="*/ 1407885 h 1654628"/>
                <a:gd name="connsiteX5" fmla="*/ 2104571 w 4441371"/>
                <a:gd name="connsiteY5" fmla="*/ 1582057 h 1654628"/>
                <a:gd name="connsiteX6" fmla="*/ 2583543 w 4441371"/>
                <a:gd name="connsiteY6" fmla="*/ 1654628 h 1654628"/>
                <a:gd name="connsiteX7" fmla="*/ 3178629 w 4441371"/>
                <a:gd name="connsiteY7" fmla="*/ 1582057 h 1654628"/>
                <a:gd name="connsiteX8" fmla="*/ 3556000 w 4441371"/>
                <a:gd name="connsiteY8" fmla="*/ 1407885 h 1654628"/>
                <a:gd name="connsiteX9" fmla="*/ 3889829 w 4441371"/>
                <a:gd name="connsiteY9" fmla="*/ 1161143 h 1654628"/>
                <a:gd name="connsiteX10" fmla="*/ 4238171 w 4441371"/>
                <a:gd name="connsiteY10" fmla="*/ 653143 h 1654628"/>
                <a:gd name="connsiteX11" fmla="*/ 4368800 w 4441371"/>
                <a:gd name="connsiteY11" fmla="*/ 275771 h 1654628"/>
                <a:gd name="connsiteX12" fmla="*/ 4441371 w 4441371"/>
                <a:gd name="connsiteY12" fmla="*/ 0 h 1654628"/>
                <a:gd name="connsiteX0" fmla="*/ 0 w 4441371"/>
                <a:gd name="connsiteY0" fmla="*/ 58057 h 1659494"/>
                <a:gd name="connsiteX1" fmla="*/ 595086 w 4441371"/>
                <a:gd name="connsiteY1" fmla="*/ 711200 h 1659494"/>
                <a:gd name="connsiteX2" fmla="*/ 595086 w 4441371"/>
                <a:gd name="connsiteY2" fmla="*/ 711200 h 1659494"/>
                <a:gd name="connsiteX3" fmla="*/ 928914 w 4441371"/>
                <a:gd name="connsiteY3" fmla="*/ 1030514 h 1659494"/>
                <a:gd name="connsiteX4" fmla="*/ 1465943 w 4441371"/>
                <a:gd name="connsiteY4" fmla="*/ 1407885 h 1659494"/>
                <a:gd name="connsiteX5" fmla="*/ 2090057 w 4441371"/>
                <a:gd name="connsiteY5" fmla="*/ 1625600 h 1659494"/>
                <a:gd name="connsiteX6" fmla="*/ 2583543 w 4441371"/>
                <a:gd name="connsiteY6" fmla="*/ 1654628 h 1659494"/>
                <a:gd name="connsiteX7" fmla="*/ 3178629 w 4441371"/>
                <a:gd name="connsiteY7" fmla="*/ 1582057 h 1659494"/>
                <a:gd name="connsiteX8" fmla="*/ 3556000 w 4441371"/>
                <a:gd name="connsiteY8" fmla="*/ 1407885 h 1659494"/>
                <a:gd name="connsiteX9" fmla="*/ 3889829 w 4441371"/>
                <a:gd name="connsiteY9" fmla="*/ 1161143 h 1659494"/>
                <a:gd name="connsiteX10" fmla="*/ 4238171 w 4441371"/>
                <a:gd name="connsiteY10" fmla="*/ 653143 h 1659494"/>
                <a:gd name="connsiteX11" fmla="*/ 4368800 w 4441371"/>
                <a:gd name="connsiteY11" fmla="*/ 275771 h 1659494"/>
                <a:gd name="connsiteX12" fmla="*/ 4441371 w 4441371"/>
                <a:gd name="connsiteY12" fmla="*/ 0 h 1659494"/>
                <a:gd name="connsiteX0" fmla="*/ 0 w 4441371"/>
                <a:gd name="connsiteY0" fmla="*/ 58057 h 1659494"/>
                <a:gd name="connsiteX1" fmla="*/ 595086 w 4441371"/>
                <a:gd name="connsiteY1" fmla="*/ 711200 h 1659494"/>
                <a:gd name="connsiteX2" fmla="*/ 595086 w 4441371"/>
                <a:gd name="connsiteY2" fmla="*/ 711200 h 1659494"/>
                <a:gd name="connsiteX3" fmla="*/ 928914 w 4441371"/>
                <a:gd name="connsiteY3" fmla="*/ 1030514 h 1659494"/>
                <a:gd name="connsiteX4" fmla="*/ 1465943 w 4441371"/>
                <a:gd name="connsiteY4" fmla="*/ 1407885 h 1659494"/>
                <a:gd name="connsiteX5" fmla="*/ 2090057 w 4441371"/>
                <a:gd name="connsiteY5" fmla="*/ 1625600 h 1659494"/>
                <a:gd name="connsiteX6" fmla="*/ 2583543 w 4441371"/>
                <a:gd name="connsiteY6" fmla="*/ 1654628 h 1659494"/>
                <a:gd name="connsiteX7" fmla="*/ 3178629 w 4441371"/>
                <a:gd name="connsiteY7" fmla="*/ 1582057 h 1659494"/>
                <a:gd name="connsiteX8" fmla="*/ 3556000 w 4441371"/>
                <a:gd name="connsiteY8" fmla="*/ 1407885 h 1659494"/>
                <a:gd name="connsiteX9" fmla="*/ 3889829 w 4441371"/>
                <a:gd name="connsiteY9" fmla="*/ 1132568 h 1659494"/>
                <a:gd name="connsiteX10" fmla="*/ 4238171 w 4441371"/>
                <a:gd name="connsiteY10" fmla="*/ 653143 h 1659494"/>
                <a:gd name="connsiteX11" fmla="*/ 4368800 w 4441371"/>
                <a:gd name="connsiteY11" fmla="*/ 275771 h 1659494"/>
                <a:gd name="connsiteX12" fmla="*/ 4441371 w 4441371"/>
                <a:gd name="connsiteY12" fmla="*/ 0 h 1659494"/>
                <a:gd name="connsiteX0" fmla="*/ 0 w 4441371"/>
                <a:gd name="connsiteY0" fmla="*/ 58057 h 1659494"/>
                <a:gd name="connsiteX1" fmla="*/ 595086 w 4441371"/>
                <a:gd name="connsiteY1" fmla="*/ 711200 h 1659494"/>
                <a:gd name="connsiteX2" fmla="*/ 595086 w 4441371"/>
                <a:gd name="connsiteY2" fmla="*/ 711200 h 1659494"/>
                <a:gd name="connsiteX3" fmla="*/ 928914 w 4441371"/>
                <a:gd name="connsiteY3" fmla="*/ 1030514 h 1659494"/>
                <a:gd name="connsiteX4" fmla="*/ 1465943 w 4441371"/>
                <a:gd name="connsiteY4" fmla="*/ 1407885 h 1659494"/>
                <a:gd name="connsiteX5" fmla="*/ 2090057 w 4441371"/>
                <a:gd name="connsiteY5" fmla="*/ 1625600 h 1659494"/>
                <a:gd name="connsiteX6" fmla="*/ 2583543 w 4441371"/>
                <a:gd name="connsiteY6" fmla="*/ 1654628 h 1659494"/>
                <a:gd name="connsiteX7" fmla="*/ 3178629 w 4441371"/>
                <a:gd name="connsiteY7" fmla="*/ 1582057 h 1659494"/>
                <a:gd name="connsiteX8" fmla="*/ 3556000 w 4441371"/>
                <a:gd name="connsiteY8" fmla="*/ 1407885 h 1659494"/>
                <a:gd name="connsiteX9" fmla="*/ 3889829 w 4441371"/>
                <a:gd name="connsiteY9" fmla="*/ 1132568 h 1659494"/>
                <a:gd name="connsiteX10" fmla="*/ 4209596 w 4441371"/>
                <a:gd name="connsiteY10" fmla="*/ 634093 h 1659494"/>
                <a:gd name="connsiteX11" fmla="*/ 4368800 w 4441371"/>
                <a:gd name="connsiteY11" fmla="*/ 275771 h 1659494"/>
                <a:gd name="connsiteX12" fmla="*/ 4441371 w 4441371"/>
                <a:gd name="connsiteY12" fmla="*/ 0 h 1659494"/>
                <a:gd name="connsiteX0" fmla="*/ 0 w 4441371"/>
                <a:gd name="connsiteY0" fmla="*/ 58057 h 1684706"/>
                <a:gd name="connsiteX1" fmla="*/ 595086 w 4441371"/>
                <a:gd name="connsiteY1" fmla="*/ 711200 h 1684706"/>
                <a:gd name="connsiteX2" fmla="*/ 595086 w 4441371"/>
                <a:gd name="connsiteY2" fmla="*/ 711200 h 1684706"/>
                <a:gd name="connsiteX3" fmla="*/ 928914 w 4441371"/>
                <a:gd name="connsiteY3" fmla="*/ 1030514 h 1684706"/>
                <a:gd name="connsiteX4" fmla="*/ 1465943 w 4441371"/>
                <a:gd name="connsiteY4" fmla="*/ 1407885 h 1684706"/>
                <a:gd name="connsiteX5" fmla="*/ 2090057 w 4441371"/>
                <a:gd name="connsiteY5" fmla="*/ 1625600 h 1684706"/>
                <a:gd name="connsiteX6" fmla="*/ 2593068 w 4441371"/>
                <a:gd name="connsiteY6" fmla="*/ 1683203 h 1684706"/>
                <a:gd name="connsiteX7" fmla="*/ 3178629 w 4441371"/>
                <a:gd name="connsiteY7" fmla="*/ 1582057 h 1684706"/>
                <a:gd name="connsiteX8" fmla="*/ 3556000 w 4441371"/>
                <a:gd name="connsiteY8" fmla="*/ 1407885 h 1684706"/>
                <a:gd name="connsiteX9" fmla="*/ 3889829 w 4441371"/>
                <a:gd name="connsiteY9" fmla="*/ 1132568 h 1684706"/>
                <a:gd name="connsiteX10" fmla="*/ 4209596 w 4441371"/>
                <a:gd name="connsiteY10" fmla="*/ 634093 h 1684706"/>
                <a:gd name="connsiteX11" fmla="*/ 4368800 w 4441371"/>
                <a:gd name="connsiteY11" fmla="*/ 275771 h 1684706"/>
                <a:gd name="connsiteX12" fmla="*/ 4441371 w 4441371"/>
                <a:gd name="connsiteY12" fmla="*/ 0 h 1684706"/>
                <a:gd name="connsiteX0" fmla="*/ 0 w 4441371"/>
                <a:gd name="connsiteY0" fmla="*/ 58057 h 1684410"/>
                <a:gd name="connsiteX1" fmla="*/ 595086 w 4441371"/>
                <a:gd name="connsiteY1" fmla="*/ 711200 h 1684410"/>
                <a:gd name="connsiteX2" fmla="*/ 595086 w 4441371"/>
                <a:gd name="connsiteY2" fmla="*/ 711200 h 1684410"/>
                <a:gd name="connsiteX3" fmla="*/ 928914 w 4441371"/>
                <a:gd name="connsiteY3" fmla="*/ 1030514 h 1684410"/>
                <a:gd name="connsiteX4" fmla="*/ 1538515 w 4441371"/>
                <a:gd name="connsiteY4" fmla="*/ 1451428 h 1684410"/>
                <a:gd name="connsiteX5" fmla="*/ 2090057 w 4441371"/>
                <a:gd name="connsiteY5" fmla="*/ 1625600 h 1684410"/>
                <a:gd name="connsiteX6" fmla="*/ 2593068 w 4441371"/>
                <a:gd name="connsiteY6" fmla="*/ 1683203 h 1684410"/>
                <a:gd name="connsiteX7" fmla="*/ 3178629 w 4441371"/>
                <a:gd name="connsiteY7" fmla="*/ 1582057 h 1684410"/>
                <a:gd name="connsiteX8" fmla="*/ 3556000 w 4441371"/>
                <a:gd name="connsiteY8" fmla="*/ 1407885 h 1684410"/>
                <a:gd name="connsiteX9" fmla="*/ 3889829 w 4441371"/>
                <a:gd name="connsiteY9" fmla="*/ 1132568 h 1684410"/>
                <a:gd name="connsiteX10" fmla="*/ 4209596 w 4441371"/>
                <a:gd name="connsiteY10" fmla="*/ 634093 h 1684410"/>
                <a:gd name="connsiteX11" fmla="*/ 4368800 w 4441371"/>
                <a:gd name="connsiteY11" fmla="*/ 275771 h 1684410"/>
                <a:gd name="connsiteX12" fmla="*/ 4441371 w 4441371"/>
                <a:gd name="connsiteY12" fmla="*/ 0 h 1684410"/>
                <a:gd name="connsiteX0" fmla="*/ 0 w 4441371"/>
                <a:gd name="connsiteY0" fmla="*/ 58057 h 1696130"/>
                <a:gd name="connsiteX1" fmla="*/ 595086 w 4441371"/>
                <a:gd name="connsiteY1" fmla="*/ 711200 h 1696130"/>
                <a:gd name="connsiteX2" fmla="*/ 595086 w 4441371"/>
                <a:gd name="connsiteY2" fmla="*/ 711200 h 1696130"/>
                <a:gd name="connsiteX3" fmla="*/ 928914 w 4441371"/>
                <a:gd name="connsiteY3" fmla="*/ 1030514 h 1696130"/>
                <a:gd name="connsiteX4" fmla="*/ 1538515 w 4441371"/>
                <a:gd name="connsiteY4" fmla="*/ 1451428 h 1696130"/>
                <a:gd name="connsiteX5" fmla="*/ 2090057 w 4441371"/>
                <a:gd name="connsiteY5" fmla="*/ 1669143 h 1696130"/>
                <a:gd name="connsiteX6" fmla="*/ 2593068 w 4441371"/>
                <a:gd name="connsiteY6" fmla="*/ 1683203 h 1696130"/>
                <a:gd name="connsiteX7" fmla="*/ 3178629 w 4441371"/>
                <a:gd name="connsiteY7" fmla="*/ 1582057 h 1696130"/>
                <a:gd name="connsiteX8" fmla="*/ 3556000 w 4441371"/>
                <a:gd name="connsiteY8" fmla="*/ 1407885 h 1696130"/>
                <a:gd name="connsiteX9" fmla="*/ 3889829 w 4441371"/>
                <a:gd name="connsiteY9" fmla="*/ 1132568 h 1696130"/>
                <a:gd name="connsiteX10" fmla="*/ 4209596 w 4441371"/>
                <a:gd name="connsiteY10" fmla="*/ 634093 h 1696130"/>
                <a:gd name="connsiteX11" fmla="*/ 4368800 w 4441371"/>
                <a:gd name="connsiteY11" fmla="*/ 275771 h 1696130"/>
                <a:gd name="connsiteX12" fmla="*/ 4441371 w 4441371"/>
                <a:gd name="connsiteY12" fmla="*/ 0 h 1696130"/>
                <a:gd name="connsiteX0" fmla="*/ 0 w 4441371"/>
                <a:gd name="connsiteY0" fmla="*/ 58057 h 1695271"/>
                <a:gd name="connsiteX1" fmla="*/ 595086 w 4441371"/>
                <a:gd name="connsiteY1" fmla="*/ 711200 h 1695271"/>
                <a:gd name="connsiteX2" fmla="*/ 595086 w 4441371"/>
                <a:gd name="connsiteY2" fmla="*/ 711200 h 1695271"/>
                <a:gd name="connsiteX3" fmla="*/ 928914 w 4441371"/>
                <a:gd name="connsiteY3" fmla="*/ 1030514 h 1695271"/>
                <a:gd name="connsiteX4" fmla="*/ 1480458 w 4441371"/>
                <a:gd name="connsiteY4" fmla="*/ 1465943 h 1695271"/>
                <a:gd name="connsiteX5" fmla="*/ 2090057 w 4441371"/>
                <a:gd name="connsiteY5" fmla="*/ 1669143 h 1695271"/>
                <a:gd name="connsiteX6" fmla="*/ 2593068 w 4441371"/>
                <a:gd name="connsiteY6" fmla="*/ 1683203 h 1695271"/>
                <a:gd name="connsiteX7" fmla="*/ 3178629 w 4441371"/>
                <a:gd name="connsiteY7" fmla="*/ 1582057 h 1695271"/>
                <a:gd name="connsiteX8" fmla="*/ 3556000 w 4441371"/>
                <a:gd name="connsiteY8" fmla="*/ 1407885 h 1695271"/>
                <a:gd name="connsiteX9" fmla="*/ 3889829 w 4441371"/>
                <a:gd name="connsiteY9" fmla="*/ 1132568 h 1695271"/>
                <a:gd name="connsiteX10" fmla="*/ 4209596 w 4441371"/>
                <a:gd name="connsiteY10" fmla="*/ 634093 h 1695271"/>
                <a:gd name="connsiteX11" fmla="*/ 4368800 w 4441371"/>
                <a:gd name="connsiteY11" fmla="*/ 275771 h 1695271"/>
                <a:gd name="connsiteX12" fmla="*/ 4441371 w 4441371"/>
                <a:gd name="connsiteY12" fmla="*/ 0 h 1695271"/>
                <a:gd name="connsiteX0" fmla="*/ 0 w 4441371"/>
                <a:gd name="connsiteY0" fmla="*/ 58057 h 1695271"/>
                <a:gd name="connsiteX1" fmla="*/ 595086 w 4441371"/>
                <a:gd name="connsiteY1" fmla="*/ 711200 h 1695271"/>
                <a:gd name="connsiteX2" fmla="*/ 595086 w 4441371"/>
                <a:gd name="connsiteY2" fmla="*/ 711200 h 1695271"/>
                <a:gd name="connsiteX3" fmla="*/ 885371 w 4441371"/>
                <a:gd name="connsiteY3" fmla="*/ 1030514 h 1695271"/>
                <a:gd name="connsiteX4" fmla="*/ 1480458 w 4441371"/>
                <a:gd name="connsiteY4" fmla="*/ 1465943 h 1695271"/>
                <a:gd name="connsiteX5" fmla="*/ 2090057 w 4441371"/>
                <a:gd name="connsiteY5" fmla="*/ 1669143 h 1695271"/>
                <a:gd name="connsiteX6" fmla="*/ 2593068 w 4441371"/>
                <a:gd name="connsiteY6" fmla="*/ 1683203 h 1695271"/>
                <a:gd name="connsiteX7" fmla="*/ 3178629 w 4441371"/>
                <a:gd name="connsiteY7" fmla="*/ 1582057 h 1695271"/>
                <a:gd name="connsiteX8" fmla="*/ 3556000 w 4441371"/>
                <a:gd name="connsiteY8" fmla="*/ 1407885 h 1695271"/>
                <a:gd name="connsiteX9" fmla="*/ 3889829 w 4441371"/>
                <a:gd name="connsiteY9" fmla="*/ 1132568 h 1695271"/>
                <a:gd name="connsiteX10" fmla="*/ 4209596 w 4441371"/>
                <a:gd name="connsiteY10" fmla="*/ 634093 h 1695271"/>
                <a:gd name="connsiteX11" fmla="*/ 4368800 w 4441371"/>
                <a:gd name="connsiteY11" fmla="*/ 275771 h 1695271"/>
                <a:gd name="connsiteX12" fmla="*/ 4441371 w 4441371"/>
                <a:gd name="connsiteY12" fmla="*/ 0 h 1695271"/>
                <a:gd name="connsiteX0" fmla="*/ 0 w 4441371"/>
                <a:gd name="connsiteY0" fmla="*/ 58057 h 1695271"/>
                <a:gd name="connsiteX1" fmla="*/ 595086 w 4441371"/>
                <a:gd name="connsiteY1" fmla="*/ 711200 h 1695271"/>
                <a:gd name="connsiteX2" fmla="*/ 551543 w 4441371"/>
                <a:gd name="connsiteY2" fmla="*/ 711200 h 1695271"/>
                <a:gd name="connsiteX3" fmla="*/ 885371 w 4441371"/>
                <a:gd name="connsiteY3" fmla="*/ 1030514 h 1695271"/>
                <a:gd name="connsiteX4" fmla="*/ 1480458 w 4441371"/>
                <a:gd name="connsiteY4" fmla="*/ 1465943 h 1695271"/>
                <a:gd name="connsiteX5" fmla="*/ 2090057 w 4441371"/>
                <a:gd name="connsiteY5" fmla="*/ 1669143 h 1695271"/>
                <a:gd name="connsiteX6" fmla="*/ 2593068 w 4441371"/>
                <a:gd name="connsiteY6" fmla="*/ 1683203 h 1695271"/>
                <a:gd name="connsiteX7" fmla="*/ 3178629 w 4441371"/>
                <a:gd name="connsiteY7" fmla="*/ 1582057 h 1695271"/>
                <a:gd name="connsiteX8" fmla="*/ 3556000 w 4441371"/>
                <a:gd name="connsiteY8" fmla="*/ 1407885 h 1695271"/>
                <a:gd name="connsiteX9" fmla="*/ 3889829 w 4441371"/>
                <a:gd name="connsiteY9" fmla="*/ 1132568 h 1695271"/>
                <a:gd name="connsiteX10" fmla="*/ 4209596 w 4441371"/>
                <a:gd name="connsiteY10" fmla="*/ 634093 h 1695271"/>
                <a:gd name="connsiteX11" fmla="*/ 4368800 w 4441371"/>
                <a:gd name="connsiteY11" fmla="*/ 275771 h 1695271"/>
                <a:gd name="connsiteX12" fmla="*/ 4441371 w 4441371"/>
                <a:gd name="connsiteY12" fmla="*/ 0 h 1695271"/>
                <a:gd name="connsiteX0" fmla="*/ 0 w 4441371"/>
                <a:gd name="connsiteY0" fmla="*/ 58057 h 1695271"/>
                <a:gd name="connsiteX1" fmla="*/ 595086 w 4441371"/>
                <a:gd name="connsiteY1" fmla="*/ 711200 h 1695271"/>
                <a:gd name="connsiteX2" fmla="*/ 885371 w 4441371"/>
                <a:gd name="connsiteY2" fmla="*/ 1030514 h 1695271"/>
                <a:gd name="connsiteX3" fmla="*/ 1480458 w 4441371"/>
                <a:gd name="connsiteY3" fmla="*/ 1465943 h 1695271"/>
                <a:gd name="connsiteX4" fmla="*/ 2090057 w 4441371"/>
                <a:gd name="connsiteY4" fmla="*/ 1669143 h 1695271"/>
                <a:gd name="connsiteX5" fmla="*/ 2593068 w 4441371"/>
                <a:gd name="connsiteY5" fmla="*/ 1683203 h 1695271"/>
                <a:gd name="connsiteX6" fmla="*/ 3178629 w 4441371"/>
                <a:gd name="connsiteY6" fmla="*/ 1582057 h 1695271"/>
                <a:gd name="connsiteX7" fmla="*/ 3556000 w 4441371"/>
                <a:gd name="connsiteY7" fmla="*/ 1407885 h 1695271"/>
                <a:gd name="connsiteX8" fmla="*/ 3889829 w 4441371"/>
                <a:gd name="connsiteY8" fmla="*/ 1132568 h 1695271"/>
                <a:gd name="connsiteX9" fmla="*/ 4209596 w 4441371"/>
                <a:gd name="connsiteY9" fmla="*/ 634093 h 1695271"/>
                <a:gd name="connsiteX10" fmla="*/ 4368800 w 4441371"/>
                <a:gd name="connsiteY10" fmla="*/ 275771 h 1695271"/>
                <a:gd name="connsiteX11" fmla="*/ 4441371 w 4441371"/>
                <a:gd name="connsiteY11" fmla="*/ 0 h 1695271"/>
                <a:gd name="connsiteX0" fmla="*/ 0 w 4441371"/>
                <a:gd name="connsiteY0" fmla="*/ 58057 h 1695271"/>
                <a:gd name="connsiteX1" fmla="*/ 551543 w 4441371"/>
                <a:gd name="connsiteY1" fmla="*/ 740229 h 1695271"/>
                <a:gd name="connsiteX2" fmla="*/ 885371 w 4441371"/>
                <a:gd name="connsiteY2" fmla="*/ 1030514 h 1695271"/>
                <a:gd name="connsiteX3" fmla="*/ 1480458 w 4441371"/>
                <a:gd name="connsiteY3" fmla="*/ 1465943 h 1695271"/>
                <a:gd name="connsiteX4" fmla="*/ 2090057 w 4441371"/>
                <a:gd name="connsiteY4" fmla="*/ 1669143 h 1695271"/>
                <a:gd name="connsiteX5" fmla="*/ 2593068 w 4441371"/>
                <a:gd name="connsiteY5" fmla="*/ 1683203 h 1695271"/>
                <a:gd name="connsiteX6" fmla="*/ 3178629 w 4441371"/>
                <a:gd name="connsiteY6" fmla="*/ 1582057 h 1695271"/>
                <a:gd name="connsiteX7" fmla="*/ 3556000 w 4441371"/>
                <a:gd name="connsiteY7" fmla="*/ 1407885 h 1695271"/>
                <a:gd name="connsiteX8" fmla="*/ 3889829 w 4441371"/>
                <a:gd name="connsiteY8" fmla="*/ 1132568 h 1695271"/>
                <a:gd name="connsiteX9" fmla="*/ 4209596 w 4441371"/>
                <a:gd name="connsiteY9" fmla="*/ 634093 h 1695271"/>
                <a:gd name="connsiteX10" fmla="*/ 4368800 w 4441371"/>
                <a:gd name="connsiteY10" fmla="*/ 275771 h 1695271"/>
                <a:gd name="connsiteX11" fmla="*/ 4441371 w 4441371"/>
                <a:gd name="connsiteY11" fmla="*/ 0 h 1695271"/>
                <a:gd name="connsiteX0" fmla="*/ 0 w 4441371"/>
                <a:gd name="connsiteY0" fmla="*/ 58057 h 1695271"/>
                <a:gd name="connsiteX1" fmla="*/ 551543 w 4441371"/>
                <a:gd name="connsiteY1" fmla="*/ 740229 h 1695271"/>
                <a:gd name="connsiteX2" fmla="*/ 972457 w 4441371"/>
                <a:gd name="connsiteY2" fmla="*/ 1117600 h 1695271"/>
                <a:gd name="connsiteX3" fmla="*/ 1480458 w 4441371"/>
                <a:gd name="connsiteY3" fmla="*/ 1465943 h 1695271"/>
                <a:gd name="connsiteX4" fmla="*/ 2090057 w 4441371"/>
                <a:gd name="connsiteY4" fmla="*/ 1669143 h 1695271"/>
                <a:gd name="connsiteX5" fmla="*/ 2593068 w 4441371"/>
                <a:gd name="connsiteY5" fmla="*/ 1683203 h 1695271"/>
                <a:gd name="connsiteX6" fmla="*/ 3178629 w 4441371"/>
                <a:gd name="connsiteY6" fmla="*/ 1582057 h 1695271"/>
                <a:gd name="connsiteX7" fmla="*/ 3556000 w 4441371"/>
                <a:gd name="connsiteY7" fmla="*/ 1407885 h 1695271"/>
                <a:gd name="connsiteX8" fmla="*/ 3889829 w 4441371"/>
                <a:gd name="connsiteY8" fmla="*/ 1132568 h 1695271"/>
                <a:gd name="connsiteX9" fmla="*/ 4209596 w 4441371"/>
                <a:gd name="connsiteY9" fmla="*/ 634093 h 1695271"/>
                <a:gd name="connsiteX10" fmla="*/ 4368800 w 4441371"/>
                <a:gd name="connsiteY10" fmla="*/ 275771 h 1695271"/>
                <a:gd name="connsiteX11" fmla="*/ 4441371 w 4441371"/>
                <a:gd name="connsiteY11" fmla="*/ 0 h 1695271"/>
                <a:gd name="connsiteX0" fmla="*/ 0 w 4441371"/>
                <a:gd name="connsiteY0" fmla="*/ 58057 h 1695271"/>
                <a:gd name="connsiteX1" fmla="*/ 391886 w 4441371"/>
                <a:gd name="connsiteY1" fmla="*/ 711200 h 1695271"/>
                <a:gd name="connsiteX2" fmla="*/ 972457 w 4441371"/>
                <a:gd name="connsiteY2" fmla="*/ 1117600 h 1695271"/>
                <a:gd name="connsiteX3" fmla="*/ 1480458 w 4441371"/>
                <a:gd name="connsiteY3" fmla="*/ 1465943 h 1695271"/>
                <a:gd name="connsiteX4" fmla="*/ 2090057 w 4441371"/>
                <a:gd name="connsiteY4" fmla="*/ 1669143 h 1695271"/>
                <a:gd name="connsiteX5" fmla="*/ 2593068 w 4441371"/>
                <a:gd name="connsiteY5" fmla="*/ 1683203 h 1695271"/>
                <a:gd name="connsiteX6" fmla="*/ 3178629 w 4441371"/>
                <a:gd name="connsiteY6" fmla="*/ 1582057 h 1695271"/>
                <a:gd name="connsiteX7" fmla="*/ 3556000 w 4441371"/>
                <a:gd name="connsiteY7" fmla="*/ 1407885 h 1695271"/>
                <a:gd name="connsiteX8" fmla="*/ 3889829 w 4441371"/>
                <a:gd name="connsiteY8" fmla="*/ 1132568 h 1695271"/>
                <a:gd name="connsiteX9" fmla="*/ 4209596 w 4441371"/>
                <a:gd name="connsiteY9" fmla="*/ 634093 h 1695271"/>
                <a:gd name="connsiteX10" fmla="*/ 4368800 w 4441371"/>
                <a:gd name="connsiteY10" fmla="*/ 275771 h 1695271"/>
                <a:gd name="connsiteX11" fmla="*/ 4441371 w 4441371"/>
                <a:gd name="connsiteY11" fmla="*/ 0 h 1695271"/>
                <a:gd name="connsiteX0" fmla="*/ 0 w 4441371"/>
                <a:gd name="connsiteY0" fmla="*/ 58057 h 1695271"/>
                <a:gd name="connsiteX1" fmla="*/ 391886 w 4441371"/>
                <a:gd name="connsiteY1" fmla="*/ 711200 h 1695271"/>
                <a:gd name="connsiteX2" fmla="*/ 972457 w 4441371"/>
                <a:gd name="connsiteY2" fmla="*/ 1117600 h 1695271"/>
                <a:gd name="connsiteX3" fmla="*/ 1480458 w 4441371"/>
                <a:gd name="connsiteY3" fmla="*/ 1465943 h 1695271"/>
                <a:gd name="connsiteX4" fmla="*/ 2090057 w 4441371"/>
                <a:gd name="connsiteY4" fmla="*/ 1669143 h 1695271"/>
                <a:gd name="connsiteX5" fmla="*/ 2593068 w 4441371"/>
                <a:gd name="connsiteY5" fmla="*/ 1683203 h 1695271"/>
                <a:gd name="connsiteX6" fmla="*/ 3178629 w 4441371"/>
                <a:gd name="connsiteY6" fmla="*/ 1582057 h 1695271"/>
                <a:gd name="connsiteX7" fmla="*/ 3556000 w 4441371"/>
                <a:gd name="connsiteY7" fmla="*/ 1407885 h 1695271"/>
                <a:gd name="connsiteX8" fmla="*/ 3889829 w 4441371"/>
                <a:gd name="connsiteY8" fmla="*/ 1132568 h 1695271"/>
                <a:gd name="connsiteX9" fmla="*/ 4209596 w 4441371"/>
                <a:gd name="connsiteY9" fmla="*/ 634093 h 1695271"/>
                <a:gd name="connsiteX10" fmla="*/ 4368800 w 4441371"/>
                <a:gd name="connsiteY10" fmla="*/ 275771 h 1695271"/>
                <a:gd name="connsiteX11" fmla="*/ 4441371 w 4441371"/>
                <a:gd name="connsiteY11" fmla="*/ 0 h 1695271"/>
                <a:gd name="connsiteX0" fmla="*/ 0 w 4441371"/>
                <a:gd name="connsiteY0" fmla="*/ 58057 h 1695271"/>
                <a:gd name="connsiteX1" fmla="*/ 391886 w 4441371"/>
                <a:gd name="connsiteY1" fmla="*/ 711200 h 1695271"/>
                <a:gd name="connsiteX2" fmla="*/ 798285 w 4441371"/>
                <a:gd name="connsiteY2" fmla="*/ 1190171 h 1695271"/>
                <a:gd name="connsiteX3" fmla="*/ 1480458 w 4441371"/>
                <a:gd name="connsiteY3" fmla="*/ 1465943 h 1695271"/>
                <a:gd name="connsiteX4" fmla="*/ 2090057 w 4441371"/>
                <a:gd name="connsiteY4" fmla="*/ 1669143 h 1695271"/>
                <a:gd name="connsiteX5" fmla="*/ 2593068 w 4441371"/>
                <a:gd name="connsiteY5" fmla="*/ 1683203 h 1695271"/>
                <a:gd name="connsiteX6" fmla="*/ 3178629 w 4441371"/>
                <a:gd name="connsiteY6" fmla="*/ 1582057 h 1695271"/>
                <a:gd name="connsiteX7" fmla="*/ 3556000 w 4441371"/>
                <a:gd name="connsiteY7" fmla="*/ 1407885 h 1695271"/>
                <a:gd name="connsiteX8" fmla="*/ 3889829 w 4441371"/>
                <a:gd name="connsiteY8" fmla="*/ 1132568 h 1695271"/>
                <a:gd name="connsiteX9" fmla="*/ 4209596 w 4441371"/>
                <a:gd name="connsiteY9" fmla="*/ 634093 h 1695271"/>
                <a:gd name="connsiteX10" fmla="*/ 4368800 w 4441371"/>
                <a:gd name="connsiteY10" fmla="*/ 275771 h 1695271"/>
                <a:gd name="connsiteX11" fmla="*/ 4441371 w 4441371"/>
                <a:gd name="connsiteY11" fmla="*/ 0 h 1695271"/>
                <a:gd name="connsiteX0" fmla="*/ 0 w 4441371"/>
                <a:gd name="connsiteY0" fmla="*/ 58057 h 1690867"/>
                <a:gd name="connsiteX1" fmla="*/ 391886 w 4441371"/>
                <a:gd name="connsiteY1" fmla="*/ 711200 h 1690867"/>
                <a:gd name="connsiteX2" fmla="*/ 798285 w 4441371"/>
                <a:gd name="connsiteY2" fmla="*/ 1190171 h 1690867"/>
                <a:gd name="connsiteX3" fmla="*/ 1407886 w 4441371"/>
                <a:gd name="connsiteY3" fmla="*/ 1553029 h 1690867"/>
                <a:gd name="connsiteX4" fmla="*/ 2090057 w 4441371"/>
                <a:gd name="connsiteY4" fmla="*/ 1669143 h 1690867"/>
                <a:gd name="connsiteX5" fmla="*/ 2593068 w 4441371"/>
                <a:gd name="connsiteY5" fmla="*/ 1683203 h 1690867"/>
                <a:gd name="connsiteX6" fmla="*/ 3178629 w 4441371"/>
                <a:gd name="connsiteY6" fmla="*/ 1582057 h 1690867"/>
                <a:gd name="connsiteX7" fmla="*/ 3556000 w 4441371"/>
                <a:gd name="connsiteY7" fmla="*/ 1407885 h 1690867"/>
                <a:gd name="connsiteX8" fmla="*/ 3889829 w 4441371"/>
                <a:gd name="connsiteY8" fmla="*/ 1132568 h 1690867"/>
                <a:gd name="connsiteX9" fmla="*/ 4209596 w 4441371"/>
                <a:gd name="connsiteY9" fmla="*/ 634093 h 1690867"/>
                <a:gd name="connsiteX10" fmla="*/ 4368800 w 4441371"/>
                <a:gd name="connsiteY10" fmla="*/ 275771 h 1690867"/>
                <a:gd name="connsiteX11" fmla="*/ 4441371 w 4441371"/>
                <a:gd name="connsiteY11" fmla="*/ 0 h 1690867"/>
                <a:gd name="connsiteX0" fmla="*/ 0 w 4441371"/>
                <a:gd name="connsiteY0" fmla="*/ 58057 h 1690867"/>
                <a:gd name="connsiteX1" fmla="*/ 203200 w 4441371"/>
                <a:gd name="connsiteY1" fmla="*/ 493486 h 1690867"/>
                <a:gd name="connsiteX2" fmla="*/ 391886 w 4441371"/>
                <a:gd name="connsiteY2" fmla="*/ 711200 h 1690867"/>
                <a:gd name="connsiteX3" fmla="*/ 798285 w 4441371"/>
                <a:gd name="connsiteY3" fmla="*/ 1190171 h 1690867"/>
                <a:gd name="connsiteX4" fmla="*/ 1407886 w 4441371"/>
                <a:gd name="connsiteY4" fmla="*/ 1553029 h 1690867"/>
                <a:gd name="connsiteX5" fmla="*/ 2090057 w 4441371"/>
                <a:gd name="connsiteY5" fmla="*/ 1669143 h 1690867"/>
                <a:gd name="connsiteX6" fmla="*/ 2593068 w 4441371"/>
                <a:gd name="connsiteY6" fmla="*/ 1683203 h 1690867"/>
                <a:gd name="connsiteX7" fmla="*/ 3178629 w 4441371"/>
                <a:gd name="connsiteY7" fmla="*/ 1582057 h 1690867"/>
                <a:gd name="connsiteX8" fmla="*/ 3556000 w 4441371"/>
                <a:gd name="connsiteY8" fmla="*/ 1407885 h 1690867"/>
                <a:gd name="connsiteX9" fmla="*/ 3889829 w 4441371"/>
                <a:gd name="connsiteY9" fmla="*/ 1132568 h 1690867"/>
                <a:gd name="connsiteX10" fmla="*/ 4209596 w 4441371"/>
                <a:gd name="connsiteY10" fmla="*/ 634093 h 1690867"/>
                <a:gd name="connsiteX11" fmla="*/ 4368800 w 4441371"/>
                <a:gd name="connsiteY11" fmla="*/ 275771 h 1690867"/>
                <a:gd name="connsiteX12" fmla="*/ 4441371 w 4441371"/>
                <a:gd name="connsiteY12" fmla="*/ 0 h 1690867"/>
                <a:gd name="connsiteX0" fmla="*/ 0 w 4441371"/>
                <a:gd name="connsiteY0" fmla="*/ 58057 h 1690867"/>
                <a:gd name="connsiteX1" fmla="*/ 203200 w 4441371"/>
                <a:gd name="connsiteY1" fmla="*/ 493486 h 1690867"/>
                <a:gd name="connsiteX2" fmla="*/ 449944 w 4441371"/>
                <a:gd name="connsiteY2" fmla="*/ 856343 h 1690867"/>
                <a:gd name="connsiteX3" fmla="*/ 798285 w 4441371"/>
                <a:gd name="connsiteY3" fmla="*/ 1190171 h 1690867"/>
                <a:gd name="connsiteX4" fmla="*/ 1407886 w 4441371"/>
                <a:gd name="connsiteY4" fmla="*/ 1553029 h 1690867"/>
                <a:gd name="connsiteX5" fmla="*/ 2090057 w 4441371"/>
                <a:gd name="connsiteY5" fmla="*/ 1669143 h 1690867"/>
                <a:gd name="connsiteX6" fmla="*/ 2593068 w 4441371"/>
                <a:gd name="connsiteY6" fmla="*/ 1683203 h 1690867"/>
                <a:gd name="connsiteX7" fmla="*/ 3178629 w 4441371"/>
                <a:gd name="connsiteY7" fmla="*/ 1582057 h 1690867"/>
                <a:gd name="connsiteX8" fmla="*/ 3556000 w 4441371"/>
                <a:gd name="connsiteY8" fmla="*/ 1407885 h 1690867"/>
                <a:gd name="connsiteX9" fmla="*/ 3889829 w 4441371"/>
                <a:gd name="connsiteY9" fmla="*/ 1132568 h 1690867"/>
                <a:gd name="connsiteX10" fmla="*/ 4209596 w 4441371"/>
                <a:gd name="connsiteY10" fmla="*/ 634093 h 1690867"/>
                <a:gd name="connsiteX11" fmla="*/ 4368800 w 4441371"/>
                <a:gd name="connsiteY11" fmla="*/ 275771 h 1690867"/>
                <a:gd name="connsiteX12" fmla="*/ 4441371 w 4441371"/>
                <a:gd name="connsiteY12" fmla="*/ 0 h 1690867"/>
                <a:gd name="connsiteX0" fmla="*/ 0 w 4441371"/>
                <a:gd name="connsiteY0" fmla="*/ 58057 h 1720293"/>
                <a:gd name="connsiteX1" fmla="*/ 203200 w 4441371"/>
                <a:gd name="connsiteY1" fmla="*/ 493486 h 1720293"/>
                <a:gd name="connsiteX2" fmla="*/ 449944 w 4441371"/>
                <a:gd name="connsiteY2" fmla="*/ 856343 h 1720293"/>
                <a:gd name="connsiteX3" fmla="*/ 798285 w 4441371"/>
                <a:gd name="connsiteY3" fmla="*/ 1190171 h 1720293"/>
                <a:gd name="connsiteX4" fmla="*/ 1407886 w 4441371"/>
                <a:gd name="connsiteY4" fmla="*/ 1553029 h 1720293"/>
                <a:gd name="connsiteX5" fmla="*/ 2090057 w 4441371"/>
                <a:gd name="connsiteY5" fmla="*/ 1712685 h 1720293"/>
                <a:gd name="connsiteX6" fmla="*/ 2593068 w 4441371"/>
                <a:gd name="connsiteY6" fmla="*/ 1683203 h 1720293"/>
                <a:gd name="connsiteX7" fmla="*/ 3178629 w 4441371"/>
                <a:gd name="connsiteY7" fmla="*/ 1582057 h 1720293"/>
                <a:gd name="connsiteX8" fmla="*/ 3556000 w 4441371"/>
                <a:gd name="connsiteY8" fmla="*/ 1407885 h 1720293"/>
                <a:gd name="connsiteX9" fmla="*/ 3889829 w 4441371"/>
                <a:gd name="connsiteY9" fmla="*/ 1132568 h 1720293"/>
                <a:gd name="connsiteX10" fmla="*/ 4209596 w 4441371"/>
                <a:gd name="connsiteY10" fmla="*/ 634093 h 1720293"/>
                <a:gd name="connsiteX11" fmla="*/ 4368800 w 4441371"/>
                <a:gd name="connsiteY11" fmla="*/ 275771 h 1720293"/>
                <a:gd name="connsiteX12" fmla="*/ 4441371 w 4441371"/>
                <a:gd name="connsiteY12" fmla="*/ 0 h 1720293"/>
                <a:gd name="connsiteX0" fmla="*/ 0 w 4441371"/>
                <a:gd name="connsiteY0" fmla="*/ 58057 h 1730634"/>
                <a:gd name="connsiteX1" fmla="*/ 203200 w 4441371"/>
                <a:gd name="connsiteY1" fmla="*/ 493486 h 1730634"/>
                <a:gd name="connsiteX2" fmla="*/ 449944 w 4441371"/>
                <a:gd name="connsiteY2" fmla="*/ 856343 h 1730634"/>
                <a:gd name="connsiteX3" fmla="*/ 798285 w 4441371"/>
                <a:gd name="connsiteY3" fmla="*/ 1190171 h 1730634"/>
                <a:gd name="connsiteX4" fmla="*/ 1407886 w 4441371"/>
                <a:gd name="connsiteY4" fmla="*/ 1553029 h 1730634"/>
                <a:gd name="connsiteX5" fmla="*/ 2090057 w 4441371"/>
                <a:gd name="connsiteY5" fmla="*/ 1712685 h 1730634"/>
                <a:gd name="connsiteX6" fmla="*/ 2636611 w 4441371"/>
                <a:gd name="connsiteY6" fmla="*/ 1712231 h 1730634"/>
                <a:gd name="connsiteX7" fmla="*/ 3178629 w 4441371"/>
                <a:gd name="connsiteY7" fmla="*/ 1582057 h 1730634"/>
                <a:gd name="connsiteX8" fmla="*/ 3556000 w 4441371"/>
                <a:gd name="connsiteY8" fmla="*/ 1407885 h 1730634"/>
                <a:gd name="connsiteX9" fmla="*/ 3889829 w 4441371"/>
                <a:gd name="connsiteY9" fmla="*/ 1132568 h 1730634"/>
                <a:gd name="connsiteX10" fmla="*/ 4209596 w 4441371"/>
                <a:gd name="connsiteY10" fmla="*/ 634093 h 1730634"/>
                <a:gd name="connsiteX11" fmla="*/ 4368800 w 4441371"/>
                <a:gd name="connsiteY11" fmla="*/ 275771 h 1730634"/>
                <a:gd name="connsiteX12" fmla="*/ 4441371 w 4441371"/>
                <a:gd name="connsiteY12" fmla="*/ 0 h 1730634"/>
                <a:gd name="connsiteX0" fmla="*/ 0 w 4454494"/>
                <a:gd name="connsiteY0" fmla="*/ 30063 h 1730634"/>
                <a:gd name="connsiteX1" fmla="*/ 216323 w 4454494"/>
                <a:gd name="connsiteY1" fmla="*/ 493486 h 1730634"/>
                <a:gd name="connsiteX2" fmla="*/ 463067 w 4454494"/>
                <a:gd name="connsiteY2" fmla="*/ 856343 h 1730634"/>
                <a:gd name="connsiteX3" fmla="*/ 811408 w 4454494"/>
                <a:gd name="connsiteY3" fmla="*/ 1190171 h 1730634"/>
                <a:gd name="connsiteX4" fmla="*/ 1421009 w 4454494"/>
                <a:gd name="connsiteY4" fmla="*/ 1553029 h 1730634"/>
                <a:gd name="connsiteX5" fmla="*/ 2103180 w 4454494"/>
                <a:gd name="connsiteY5" fmla="*/ 1712685 h 1730634"/>
                <a:gd name="connsiteX6" fmla="*/ 2649734 w 4454494"/>
                <a:gd name="connsiteY6" fmla="*/ 1712231 h 1730634"/>
                <a:gd name="connsiteX7" fmla="*/ 3191752 w 4454494"/>
                <a:gd name="connsiteY7" fmla="*/ 1582057 h 1730634"/>
                <a:gd name="connsiteX8" fmla="*/ 3569123 w 4454494"/>
                <a:gd name="connsiteY8" fmla="*/ 1407885 h 1730634"/>
                <a:gd name="connsiteX9" fmla="*/ 3902952 w 4454494"/>
                <a:gd name="connsiteY9" fmla="*/ 1132568 h 1730634"/>
                <a:gd name="connsiteX10" fmla="*/ 4222719 w 4454494"/>
                <a:gd name="connsiteY10" fmla="*/ 634093 h 1730634"/>
                <a:gd name="connsiteX11" fmla="*/ 4381923 w 4454494"/>
                <a:gd name="connsiteY11" fmla="*/ 275771 h 1730634"/>
                <a:gd name="connsiteX12" fmla="*/ 4454494 w 4454494"/>
                <a:gd name="connsiteY12" fmla="*/ 0 h 1730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54494" h="1730634">
                  <a:moveTo>
                    <a:pt x="0" y="30063"/>
                  </a:moveTo>
                  <a:cubicBezTo>
                    <a:pt x="41124" y="95378"/>
                    <a:pt x="151009" y="384629"/>
                    <a:pt x="216323" y="493486"/>
                  </a:cubicBezTo>
                  <a:cubicBezTo>
                    <a:pt x="281637" y="602343"/>
                    <a:pt x="363886" y="740229"/>
                    <a:pt x="463067" y="856343"/>
                  </a:cubicBezTo>
                  <a:cubicBezTo>
                    <a:pt x="562248" y="972457"/>
                    <a:pt x="651751" y="1074057"/>
                    <a:pt x="811408" y="1190171"/>
                  </a:cubicBezTo>
                  <a:cubicBezTo>
                    <a:pt x="971065" y="1306285"/>
                    <a:pt x="1205714" y="1465943"/>
                    <a:pt x="1421009" y="1553029"/>
                  </a:cubicBezTo>
                  <a:cubicBezTo>
                    <a:pt x="1636304" y="1640115"/>
                    <a:pt x="1898393" y="1686151"/>
                    <a:pt x="2103180" y="1712685"/>
                  </a:cubicBezTo>
                  <a:cubicBezTo>
                    <a:pt x="2307968" y="1739219"/>
                    <a:pt x="2468305" y="1734002"/>
                    <a:pt x="2649734" y="1712231"/>
                  </a:cubicBezTo>
                  <a:cubicBezTo>
                    <a:pt x="2831163" y="1690460"/>
                    <a:pt x="3038521" y="1632781"/>
                    <a:pt x="3191752" y="1582057"/>
                  </a:cubicBezTo>
                  <a:cubicBezTo>
                    <a:pt x="3344984" y="1531333"/>
                    <a:pt x="3450590" y="1482800"/>
                    <a:pt x="3569123" y="1407885"/>
                  </a:cubicBezTo>
                  <a:cubicBezTo>
                    <a:pt x="3687656" y="1332970"/>
                    <a:pt x="3794019" y="1261533"/>
                    <a:pt x="3902952" y="1132568"/>
                  </a:cubicBezTo>
                  <a:cubicBezTo>
                    <a:pt x="4011885" y="1003603"/>
                    <a:pt x="4142890" y="776893"/>
                    <a:pt x="4222719" y="634093"/>
                  </a:cubicBezTo>
                  <a:cubicBezTo>
                    <a:pt x="4302548" y="491293"/>
                    <a:pt x="4343294" y="381453"/>
                    <a:pt x="4381923" y="275771"/>
                  </a:cubicBezTo>
                  <a:cubicBezTo>
                    <a:pt x="4420552" y="170089"/>
                    <a:pt x="4435142" y="83457"/>
                    <a:pt x="4454494" y="0"/>
                  </a:cubicBezTo>
                </a:path>
              </a:pathLst>
            </a:custGeom>
            <a:noFill/>
            <a:ln w="50800">
              <a:solidFill>
                <a:srgbClr val="4E6B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AU">
                <a:solidFill>
                  <a:prstClr val="white"/>
                </a:solidFill>
              </a:endParaRPr>
            </a:p>
          </p:txBody>
        </p:sp>
        <p:sp>
          <p:nvSpPr>
            <p:cNvPr id="58" name="Freeform 57"/>
            <p:cNvSpPr/>
            <p:nvPr/>
          </p:nvSpPr>
          <p:spPr>
            <a:xfrm>
              <a:off x="4513005" y="1883717"/>
              <a:ext cx="3542388" cy="2846598"/>
            </a:xfrm>
            <a:custGeom>
              <a:avLst/>
              <a:gdLst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377371 w 4412343"/>
                <a:gd name="connsiteY5" fmla="*/ 870857 h 3309257"/>
                <a:gd name="connsiteX6" fmla="*/ 478971 w 4412343"/>
                <a:gd name="connsiteY6" fmla="*/ 1509486 h 3309257"/>
                <a:gd name="connsiteX7" fmla="*/ 682171 w 4412343"/>
                <a:gd name="connsiteY7" fmla="*/ 2032000 h 3309257"/>
                <a:gd name="connsiteX8" fmla="*/ 1103085 w 4412343"/>
                <a:gd name="connsiteY8" fmla="*/ 2525486 h 3309257"/>
                <a:gd name="connsiteX9" fmla="*/ 1625600 w 4412343"/>
                <a:gd name="connsiteY9" fmla="*/ 2801257 h 3309257"/>
                <a:gd name="connsiteX10" fmla="*/ 2249714 w 4412343"/>
                <a:gd name="connsiteY10" fmla="*/ 303348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478971 w 4412343"/>
                <a:gd name="connsiteY6" fmla="*/ 1509486 h 3309257"/>
                <a:gd name="connsiteX7" fmla="*/ 682171 w 4412343"/>
                <a:gd name="connsiteY7" fmla="*/ 2032000 h 3309257"/>
                <a:gd name="connsiteX8" fmla="*/ 1103085 w 4412343"/>
                <a:gd name="connsiteY8" fmla="*/ 2525486 h 3309257"/>
                <a:gd name="connsiteX9" fmla="*/ 1625600 w 4412343"/>
                <a:gd name="connsiteY9" fmla="*/ 2801257 h 3309257"/>
                <a:gd name="connsiteX10" fmla="*/ 2249714 w 4412343"/>
                <a:gd name="connsiteY10" fmla="*/ 303348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583746 w 4412343"/>
                <a:gd name="connsiteY6" fmla="*/ 1490436 h 3309257"/>
                <a:gd name="connsiteX7" fmla="*/ 682171 w 4412343"/>
                <a:gd name="connsiteY7" fmla="*/ 2032000 h 3309257"/>
                <a:gd name="connsiteX8" fmla="*/ 1103085 w 4412343"/>
                <a:gd name="connsiteY8" fmla="*/ 2525486 h 3309257"/>
                <a:gd name="connsiteX9" fmla="*/ 1625600 w 4412343"/>
                <a:gd name="connsiteY9" fmla="*/ 2801257 h 3309257"/>
                <a:gd name="connsiteX10" fmla="*/ 2249714 w 4412343"/>
                <a:gd name="connsiteY10" fmla="*/ 303348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583746 w 4412343"/>
                <a:gd name="connsiteY6" fmla="*/ 1490436 h 3309257"/>
                <a:gd name="connsiteX7" fmla="*/ 682171 w 4412343"/>
                <a:gd name="connsiteY7" fmla="*/ 2032000 h 3309257"/>
                <a:gd name="connsiteX8" fmla="*/ 1103085 w 4412343"/>
                <a:gd name="connsiteY8" fmla="*/ 2525486 h 3309257"/>
                <a:gd name="connsiteX9" fmla="*/ 1625600 w 4412343"/>
                <a:gd name="connsiteY9" fmla="*/ 2801257 h 3309257"/>
                <a:gd name="connsiteX10" fmla="*/ 2249714 w 4412343"/>
                <a:gd name="connsiteY10" fmla="*/ 303348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583746 w 4412343"/>
                <a:gd name="connsiteY6" fmla="*/ 1490436 h 3309257"/>
                <a:gd name="connsiteX7" fmla="*/ 786946 w 4412343"/>
                <a:gd name="connsiteY7" fmla="*/ 2003425 h 3309257"/>
                <a:gd name="connsiteX8" fmla="*/ 1103085 w 4412343"/>
                <a:gd name="connsiteY8" fmla="*/ 2525486 h 3309257"/>
                <a:gd name="connsiteX9" fmla="*/ 1625600 w 4412343"/>
                <a:gd name="connsiteY9" fmla="*/ 2801257 h 3309257"/>
                <a:gd name="connsiteX10" fmla="*/ 2249714 w 4412343"/>
                <a:gd name="connsiteY10" fmla="*/ 303348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583746 w 4412343"/>
                <a:gd name="connsiteY6" fmla="*/ 1490436 h 3309257"/>
                <a:gd name="connsiteX7" fmla="*/ 786946 w 4412343"/>
                <a:gd name="connsiteY7" fmla="*/ 2003425 h 3309257"/>
                <a:gd name="connsiteX8" fmla="*/ 1103085 w 4412343"/>
                <a:gd name="connsiteY8" fmla="*/ 2525486 h 3309257"/>
                <a:gd name="connsiteX9" fmla="*/ 1625600 w 4412343"/>
                <a:gd name="connsiteY9" fmla="*/ 2801257 h 3309257"/>
                <a:gd name="connsiteX10" fmla="*/ 2249714 w 4412343"/>
                <a:gd name="connsiteY10" fmla="*/ 303348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583746 w 4412343"/>
                <a:gd name="connsiteY6" fmla="*/ 1490436 h 3309257"/>
                <a:gd name="connsiteX7" fmla="*/ 786946 w 4412343"/>
                <a:gd name="connsiteY7" fmla="*/ 2003425 h 3309257"/>
                <a:gd name="connsiteX8" fmla="*/ 1198335 w 4412343"/>
                <a:gd name="connsiteY8" fmla="*/ 2477861 h 3309257"/>
                <a:gd name="connsiteX9" fmla="*/ 1625600 w 4412343"/>
                <a:gd name="connsiteY9" fmla="*/ 2801257 h 3309257"/>
                <a:gd name="connsiteX10" fmla="*/ 2249714 w 4412343"/>
                <a:gd name="connsiteY10" fmla="*/ 303348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583746 w 4412343"/>
                <a:gd name="connsiteY6" fmla="*/ 1490436 h 3309257"/>
                <a:gd name="connsiteX7" fmla="*/ 786946 w 4412343"/>
                <a:gd name="connsiteY7" fmla="*/ 2003425 h 3309257"/>
                <a:gd name="connsiteX8" fmla="*/ 1198335 w 4412343"/>
                <a:gd name="connsiteY8" fmla="*/ 2477861 h 3309257"/>
                <a:gd name="connsiteX9" fmla="*/ 1625600 w 4412343"/>
                <a:gd name="connsiteY9" fmla="*/ 2801257 h 3309257"/>
                <a:gd name="connsiteX10" fmla="*/ 2249714 w 4412343"/>
                <a:gd name="connsiteY10" fmla="*/ 303348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583746 w 4412343"/>
                <a:gd name="connsiteY6" fmla="*/ 1490436 h 3309257"/>
                <a:gd name="connsiteX7" fmla="*/ 786946 w 4412343"/>
                <a:gd name="connsiteY7" fmla="*/ 2003425 h 3309257"/>
                <a:gd name="connsiteX8" fmla="*/ 1284060 w 4412343"/>
                <a:gd name="connsiteY8" fmla="*/ 2430236 h 3309257"/>
                <a:gd name="connsiteX9" fmla="*/ 1625600 w 4412343"/>
                <a:gd name="connsiteY9" fmla="*/ 2801257 h 3309257"/>
                <a:gd name="connsiteX10" fmla="*/ 2249714 w 4412343"/>
                <a:gd name="connsiteY10" fmla="*/ 303348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583746 w 4412343"/>
                <a:gd name="connsiteY6" fmla="*/ 1490436 h 3309257"/>
                <a:gd name="connsiteX7" fmla="*/ 786946 w 4412343"/>
                <a:gd name="connsiteY7" fmla="*/ 2003425 h 3309257"/>
                <a:gd name="connsiteX8" fmla="*/ 1284060 w 4412343"/>
                <a:gd name="connsiteY8" fmla="*/ 2430236 h 3309257"/>
                <a:gd name="connsiteX9" fmla="*/ 1625600 w 4412343"/>
                <a:gd name="connsiteY9" fmla="*/ 2801257 h 3309257"/>
                <a:gd name="connsiteX10" fmla="*/ 2249714 w 4412343"/>
                <a:gd name="connsiteY10" fmla="*/ 303348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583746 w 4412343"/>
                <a:gd name="connsiteY6" fmla="*/ 1490436 h 3309257"/>
                <a:gd name="connsiteX7" fmla="*/ 786946 w 4412343"/>
                <a:gd name="connsiteY7" fmla="*/ 2003425 h 3309257"/>
                <a:gd name="connsiteX8" fmla="*/ 1284060 w 4412343"/>
                <a:gd name="connsiteY8" fmla="*/ 2430236 h 3309257"/>
                <a:gd name="connsiteX9" fmla="*/ 1692275 w 4412343"/>
                <a:gd name="connsiteY9" fmla="*/ 2725057 h 3309257"/>
                <a:gd name="connsiteX10" fmla="*/ 2249714 w 4412343"/>
                <a:gd name="connsiteY10" fmla="*/ 303348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583746 w 4412343"/>
                <a:gd name="connsiteY6" fmla="*/ 1490436 h 3309257"/>
                <a:gd name="connsiteX7" fmla="*/ 786946 w 4412343"/>
                <a:gd name="connsiteY7" fmla="*/ 2003425 h 3309257"/>
                <a:gd name="connsiteX8" fmla="*/ 1284060 w 4412343"/>
                <a:gd name="connsiteY8" fmla="*/ 2430236 h 3309257"/>
                <a:gd name="connsiteX9" fmla="*/ 1692275 w 4412343"/>
                <a:gd name="connsiteY9" fmla="*/ 2725057 h 3309257"/>
                <a:gd name="connsiteX10" fmla="*/ 2297339 w 4412343"/>
                <a:gd name="connsiteY10" fmla="*/ 297633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583746 w 4412343"/>
                <a:gd name="connsiteY6" fmla="*/ 1490436 h 3309257"/>
                <a:gd name="connsiteX7" fmla="*/ 786946 w 4412343"/>
                <a:gd name="connsiteY7" fmla="*/ 2003425 h 3309257"/>
                <a:gd name="connsiteX8" fmla="*/ 1284060 w 4412343"/>
                <a:gd name="connsiteY8" fmla="*/ 2430236 h 3309257"/>
                <a:gd name="connsiteX9" fmla="*/ 1692275 w 4412343"/>
                <a:gd name="connsiteY9" fmla="*/ 2725057 h 3309257"/>
                <a:gd name="connsiteX10" fmla="*/ 2297339 w 4412343"/>
                <a:gd name="connsiteY10" fmla="*/ 297633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583746 w 4412343"/>
                <a:gd name="connsiteY6" fmla="*/ 1490436 h 3309257"/>
                <a:gd name="connsiteX7" fmla="*/ 786946 w 4412343"/>
                <a:gd name="connsiteY7" fmla="*/ 2003425 h 3309257"/>
                <a:gd name="connsiteX8" fmla="*/ 890814 w 4412343"/>
                <a:gd name="connsiteY8" fmla="*/ 1983468 h 3309257"/>
                <a:gd name="connsiteX9" fmla="*/ 1284060 w 4412343"/>
                <a:gd name="connsiteY9" fmla="*/ 2430236 h 3309257"/>
                <a:gd name="connsiteX10" fmla="*/ 1692275 w 4412343"/>
                <a:gd name="connsiteY10" fmla="*/ 2725057 h 3309257"/>
                <a:gd name="connsiteX11" fmla="*/ 2297339 w 4412343"/>
                <a:gd name="connsiteY11" fmla="*/ 2976336 h 3309257"/>
                <a:gd name="connsiteX12" fmla="*/ 3004457 w 4412343"/>
                <a:gd name="connsiteY12" fmla="*/ 3178629 h 3309257"/>
                <a:gd name="connsiteX13" fmla="*/ 3875314 w 4412343"/>
                <a:gd name="connsiteY13" fmla="*/ 3265714 h 3309257"/>
                <a:gd name="connsiteX14" fmla="*/ 4412343 w 4412343"/>
                <a:gd name="connsiteY14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583746 w 4412343"/>
                <a:gd name="connsiteY6" fmla="*/ 1490436 h 3309257"/>
                <a:gd name="connsiteX7" fmla="*/ 844096 w 4412343"/>
                <a:gd name="connsiteY7" fmla="*/ 1936750 h 3309257"/>
                <a:gd name="connsiteX8" fmla="*/ 890814 w 4412343"/>
                <a:gd name="connsiteY8" fmla="*/ 1983468 h 3309257"/>
                <a:gd name="connsiteX9" fmla="*/ 1284060 w 4412343"/>
                <a:gd name="connsiteY9" fmla="*/ 2430236 h 3309257"/>
                <a:gd name="connsiteX10" fmla="*/ 1692275 w 4412343"/>
                <a:gd name="connsiteY10" fmla="*/ 2725057 h 3309257"/>
                <a:gd name="connsiteX11" fmla="*/ 2297339 w 4412343"/>
                <a:gd name="connsiteY11" fmla="*/ 2976336 h 3309257"/>
                <a:gd name="connsiteX12" fmla="*/ 3004457 w 4412343"/>
                <a:gd name="connsiteY12" fmla="*/ 3178629 h 3309257"/>
                <a:gd name="connsiteX13" fmla="*/ 3875314 w 4412343"/>
                <a:gd name="connsiteY13" fmla="*/ 3265714 h 3309257"/>
                <a:gd name="connsiteX14" fmla="*/ 4412343 w 4412343"/>
                <a:gd name="connsiteY14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631371 w 4412343"/>
                <a:gd name="connsiteY6" fmla="*/ 1480911 h 3309257"/>
                <a:gd name="connsiteX7" fmla="*/ 844096 w 4412343"/>
                <a:gd name="connsiteY7" fmla="*/ 1936750 h 3309257"/>
                <a:gd name="connsiteX8" fmla="*/ 890814 w 4412343"/>
                <a:gd name="connsiteY8" fmla="*/ 1983468 h 3309257"/>
                <a:gd name="connsiteX9" fmla="*/ 1284060 w 4412343"/>
                <a:gd name="connsiteY9" fmla="*/ 2430236 h 3309257"/>
                <a:gd name="connsiteX10" fmla="*/ 1692275 w 4412343"/>
                <a:gd name="connsiteY10" fmla="*/ 2725057 h 3309257"/>
                <a:gd name="connsiteX11" fmla="*/ 2297339 w 4412343"/>
                <a:gd name="connsiteY11" fmla="*/ 2976336 h 3309257"/>
                <a:gd name="connsiteX12" fmla="*/ 3004457 w 4412343"/>
                <a:gd name="connsiteY12" fmla="*/ 3178629 h 3309257"/>
                <a:gd name="connsiteX13" fmla="*/ 3875314 w 4412343"/>
                <a:gd name="connsiteY13" fmla="*/ 3265714 h 3309257"/>
                <a:gd name="connsiteX14" fmla="*/ 4412343 w 4412343"/>
                <a:gd name="connsiteY14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631371 w 4412343"/>
                <a:gd name="connsiteY6" fmla="*/ 1480911 h 3309257"/>
                <a:gd name="connsiteX7" fmla="*/ 882196 w 4412343"/>
                <a:gd name="connsiteY7" fmla="*/ 1936750 h 3309257"/>
                <a:gd name="connsiteX8" fmla="*/ 890814 w 4412343"/>
                <a:gd name="connsiteY8" fmla="*/ 1983468 h 3309257"/>
                <a:gd name="connsiteX9" fmla="*/ 1284060 w 4412343"/>
                <a:gd name="connsiteY9" fmla="*/ 2430236 h 3309257"/>
                <a:gd name="connsiteX10" fmla="*/ 1692275 w 4412343"/>
                <a:gd name="connsiteY10" fmla="*/ 2725057 h 3309257"/>
                <a:gd name="connsiteX11" fmla="*/ 2297339 w 4412343"/>
                <a:gd name="connsiteY11" fmla="*/ 2976336 h 3309257"/>
                <a:gd name="connsiteX12" fmla="*/ 3004457 w 4412343"/>
                <a:gd name="connsiteY12" fmla="*/ 3178629 h 3309257"/>
                <a:gd name="connsiteX13" fmla="*/ 3875314 w 4412343"/>
                <a:gd name="connsiteY13" fmla="*/ 3265714 h 3309257"/>
                <a:gd name="connsiteX14" fmla="*/ 4412343 w 4412343"/>
                <a:gd name="connsiteY14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631371 w 4412343"/>
                <a:gd name="connsiteY6" fmla="*/ 1480911 h 3309257"/>
                <a:gd name="connsiteX7" fmla="*/ 882196 w 4412343"/>
                <a:gd name="connsiteY7" fmla="*/ 1936750 h 3309257"/>
                <a:gd name="connsiteX8" fmla="*/ 1284060 w 4412343"/>
                <a:gd name="connsiteY8" fmla="*/ 2430236 h 3309257"/>
                <a:gd name="connsiteX9" fmla="*/ 1692275 w 4412343"/>
                <a:gd name="connsiteY9" fmla="*/ 2725057 h 3309257"/>
                <a:gd name="connsiteX10" fmla="*/ 2297339 w 4412343"/>
                <a:gd name="connsiteY10" fmla="*/ 297633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631371 w 4412343"/>
                <a:gd name="connsiteY6" fmla="*/ 1480911 h 3309257"/>
                <a:gd name="connsiteX7" fmla="*/ 882196 w 4412343"/>
                <a:gd name="connsiteY7" fmla="*/ 1936750 h 3309257"/>
                <a:gd name="connsiteX8" fmla="*/ 1284060 w 4412343"/>
                <a:gd name="connsiteY8" fmla="*/ 2430236 h 3309257"/>
                <a:gd name="connsiteX9" fmla="*/ 1692275 w 4412343"/>
                <a:gd name="connsiteY9" fmla="*/ 2725057 h 3309257"/>
                <a:gd name="connsiteX10" fmla="*/ 2297339 w 4412343"/>
                <a:gd name="connsiteY10" fmla="*/ 297633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631371 w 4412343"/>
                <a:gd name="connsiteY6" fmla="*/ 1480911 h 3309257"/>
                <a:gd name="connsiteX7" fmla="*/ 882196 w 4412343"/>
                <a:gd name="connsiteY7" fmla="*/ 1936750 h 3309257"/>
                <a:gd name="connsiteX8" fmla="*/ 1284060 w 4412343"/>
                <a:gd name="connsiteY8" fmla="*/ 2430236 h 3309257"/>
                <a:gd name="connsiteX9" fmla="*/ 1720850 w 4412343"/>
                <a:gd name="connsiteY9" fmla="*/ 2715532 h 3309257"/>
                <a:gd name="connsiteX10" fmla="*/ 2297339 w 4412343"/>
                <a:gd name="connsiteY10" fmla="*/ 297633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631371 w 4412343"/>
                <a:gd name="connsiteY6" fmla="*/ 1480911 h 3309257"/>
                <a:gd name="connsiteX7" fmla="*/ 882196 w 4412343"/>
                <a:gd name="connsiteY7" fmla="*/ 1936750 h 3309257"/>
                <a:gd name="connsiteX8" fmla="*/ 1284060 w 4412343"/>
                <a:gd name="connsiteY8" fmla="*/ 2430236 h 3309257"/>
                <a:gd name="connsiteX9" fmla="*/ 1720850 w 4412343"/>
                <a:gd name="connsiteY9" fmla="*/ 2715532 h 3309257"/>
                <a:gd name="connsiteX10" fmla="*/ 2325914 w 4412343"/>
                <a:gd name="connsiteY10" fmla="*/ 2957286 h 3309257"/>
                <a:gd name="connsiteX11" fmla="*/ 3004457 w 4412343"/>
                <a:gd name="connsiteY11" fmla="*/ 31786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631371 w 4412343"/>
                <a:gd name="connsiteY6" fmla="*/ 1480911 h 3309257"/>
                <a:gd name="connsiteX7" fmla="*/ 882196 w 4412343"/>
                <a:gd name="connsiteY7" fmla="*/ 1936750 h 3309257"/>
                <a:gd name="connsiteX8" fmla="*/ 1284060 w 4412343"/>
                <a:gd name="connsiteY8" fmla="*/ 2430236 h 3309257"/>
                <a:gd name="connsiteX9" fmla="*/ 1720850 w 4412343"/>
                <a:gd name="connsiteY9" fmla="*/ 2715532 h 3309257"/>
                <a:gd name="connsiteX10" fmla="*/ 2325914 w 4412343"/>
                <a:gd name="connsiteY10" fmla="*/ 2957286 h 3309257"/>
                <a:gd name="connsiteX11" fmla="*/ 3013982 w 4412343"/>
                <a:gd name="connsiteY11" fmla="*/ 31405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34521 w 4412343"/>
                <a:gd name="connsiteY5" fmla="*/ 861332 h 3309257"/>
                <a:gd name="connsiteX6" fmla="*/ 707571 w 4412343"/>
                <a:gd name="connsiteY6" fmla="*/ 1461861 h 3309257"/>
                <a:gd name="connsiteX7" fmla="*/ 882196 w 4412343"/>
                <a:gd name="connsiteY7" fmla="*/ 1936750 h 3309257"/>
                <a:gd name="connsiteX8" fmla="*/ 1284060 w 4412343"/>
                <a:gd name="connsiteY8" fmla="*/ 2430236 h 3309257"/>
                <a:gd name="connsiteX9" fmla="*/ 1720850 w 4412343"/>
                <a:gd name="connsiteY9" fmla="*/ 2715532 h 3309257"/>
                <a:gd name="connsiteX10" fmla="*/ 2325914 w 4412343"/>
                <a:gd name="connsiteY10" fmla="*/ 2957286 h 3309257"/>
                <a:gd name="connsiteX11" fmla="*/ 3013982 w 4412343"/>
                <a:gd name="connsiteY11" fmla="*/ 31405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91671 w 4412343"/>
                <a:gd name="connsiteY5" fmla="*/ 832757 h 3309257"/>
                <a:gd name="connsiteX6" fmla="*/ 707571 w 4412343"/>
                <a:gd name="connsiteY6" fmla="*/ 1461861 h 3309257"/>
                <a:gd name="connsiteX7" fmla="*/ 882196 w 4412343"/>
                <a:gd name="connsiteY7" fmla="*/ 1936750 h 3309257"/>
                <a:gd name="connsiteX8" fmla="*/ 1284060 w 4412343"/>
                <a:gd name="connsiteY8" fmla="*/ 2430236 h 3309257"/>
                <a:gd name="connsiteX9" fmla="*/ 1720850 w 4412343"/>
                <a:gd name="connsiteY9" fmla="*/ 2715532 h 3309257"/>
                <a:gd name="connsiteX10" fmla="*/ 2325914 w 4412343"/>
                <a:gd name="connsiteY10" fmla="*/ 2957286 h 3309257"/>
                <a:gd name="connsiteX11" fmla="*/ 3013982 w 4412343"/>
                <a:gd name="connsiteY11" fmla="*/ 31405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91671 w 4412343"/>
                <a:gd name="connsiteY5" fmla="*/ 832757 h 3309257"/>
                <a:gd name="connsiteX6" fmla="*/ 707571 w 4412343"/>
                <a:gd name="connsiteY6" fmla="*/ 1461861 h 3309257"/>
                <a:gd name="connsiteX7" fmla="*/ 948871 w 4412343"/>
                <a:gd name="connsiteY7" fmla="*/ 1908175 h 3309257"/>
                <a:gd name="connsiteX8" fmla="*/ 1284060 w 4412343"/>
                <a:gd name="connsiteY8" fmla="*/ 2430236 h 3309257"/>
                <a:gd name="connsiteX9" fmla="*/ 1720850 w 4412343"/>
                <a:gd name="connsiteY9" fmla="*/ 2715532 h 3309257"/>
                <a:gd name="connsiteX10" fmla="*/ 2325914 w 4412343"/>
                <a:gd name="connsiteY10" fmla="*/ 2957286 h 3309257"/>
                <a:gd name="connsiteX11" fmla="*/ 3013982 w 4412343"/>
                <a:gd name="connsiteY11" fmla="*/ 31405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91671 w 4412343"/>
                <a:gd name="connsiteY5" fmla="*/ 832757 h 3309257"/>
                <a:gd name="connsiteX6" fmla="*/ 707571 w 4412343"/>
                <a:gd name="connsiteY6" fmla="*/ 1461861 h 3309257"/>
                <a:gd name="connsiteX7" fmla="*/ 948871 w 4412343"/>
                <a:gd name="connsiteY7" fmla="*/ 1908175 h 3309257"/>
                <a:gd name="connsiteX8" fmla="*/ 1331685 w 4412343"/>
                <a:gd name="connsiteY8" fmla="*/ 2392136 h 3309257"/>
                <a:gd name="connsiteX9" fmla="*/ 1720850 w 4412343"/>
                <a:gd name="connsiteY9" fmla="*/ 2715532 h 3309257"/>
                <a:gd name="connsiteX10" fmla="*/ 2325914 w 4412343"/>
                <a:gd name="connsiteY10" fmla="*/ 2957286 h 3309257"/>
                <a:gd name="connsiteX11" fmla="*/ 3013982 w 4412343"/>
                <a:gd name="connsiteY11" fmla="*/ 31405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91671 w 4412343"/>
                <a:gd name="connsiteY5" fmla="*/ 832757 h 3309257"/>
                <a:gd name="connsiteX6" fmla="*/ 707571 w 4412343"/>
                <a:gd name="connsiteY6" fmla="*/ 1461861 h 3309257"/>
                <a:gd name="connsiteX7" fmla="*/ 948871 w 4412343"/>
                <a:gd name="connsiteY7" fmla="*/ 1908175 h 3309257"/>
                <a:gd name="connsiteX8" fmla="*/ 1331685 w 4412343"/>
                <a:gd name="connsiteY8" fmla="*/ 2392136 h 3309257"/>
                <a:gd name="connsiteX9" fmla="*/ 1758950 w 4412343"/>
                <a:gd name="connsiteY9" fmla="*/ 2667907 h 3309257"/>
                <a:gd name="connsiteX10" fmla="*/ 2325914 w 4412343"/>
                <a:gd name="connsiteY10" fmla="*/ 2957286 h 3309257"/>
                <a:gd name="connsiteX11" fmla="*/ 3013982 w 4412343"/>
                <a:gd name="connsiteY11" fmla="*/ 31405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91671 w 4412343"/>
                <a:gd name="connsiteY5" fmla="*/ 832757 h 3309257"/>
                <a:gd name="connsiteX6" fmla="*/ 707571 w 4412343"/>
                <a:gd name="connsiteY6" fmla="*/ 1461861 h 3309257"/>
                <a:gd name="connsiteX7" fmla="*/ 948871 w 4412343"/>
                <a:gd name="connsiteY7" fmla="*/ 1908175 h 3309257"/>
                <a:gd name="connsiteX8" fmla="*/ 1388835 w 4412343"/>
                <a:gd name="connsiteY8" fmla="*/ 2363561 h 3309257"/>
                <a:gd name="connsiteX9" fmla="*/ 1758950 w 4412343"/>
                <a:gd name="connsiteY9" fmla="*/ 2667907 h 3309257"/>
                <a:gd name="connsiteX10" fmla="*/ 2325914 w 4412343"/>
                <a:gd name="connsiteY10" fmla="*/ 2957286 h 3309257"/>
                <a:gd name="connsiteX11" fmla="*/ 3013982 w 4412343"/>
                <a:gd name="connsiteY11" fmla="*/ 31405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91671 w 4412343"/>
                <a:gd name="connsiteY5" fmla="*/ 832757 h 3309257"/>
                <a:gd name="connsiteX6" fmla="*/ 707571 w 4412343"/>
                <a:gd name="connsiteY6" fmla="*/ 1461861 h 3309257"/>
                <a:gd name="connsiteX7" fmla="*/ 948871 w 4412343"/>
                <a:gd name="connsiteY7" fmla="*/ 1908175 h 3309257"/>
                <a:gd name="connsiteX8" fmla="*/ 1388835 w 4412343"/>
                <a:gd name="connsiteY8" fmla="*/ 2363561 h 3309257"/>
                <a:gd name="connsiteX9" fmla="*/ 1797050 w 4412343"/>
                <a:gd name="connsiteY9" fmla="*/ 2658382 h 3309257"/>
                <a:gd name="connsiteX10" fmla="*/ 2325914 w 4412343"/>
                <a:gd name="connsiteY10" fmla="*/ 2957286 h 3309257"/>
                <a:gd name="connsiteX11" fmla="*/ 3013982 w 4412343"/>
                <a:gd name="connsiteY11" fmla="*/ 31405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91671 w 4412343"/>
                <a:gd name="connsiteY5" fmla="*/ 832757 h 3309257"/>
                <a:gd name="connsiteX6" fmla="*/ 707571 w 4412343"/>
                <a:gd name="connsiteY6" fmla="*/ 1461861 h 3309257"/>
                <a:gd name="connsiteX7" fmla="*/ 948871 w 4412343"/>
                <a:gd name="connsiteY7" fmla="*/ 1908175 h 3309257"/>
                <a:gd name="connsiteX8" fmla="*/ 1388835 w 4412343"/>
                <a:gd name="connsiteY8" fmla="*/ 2363561 h 3309257"/>
                <a:gd name="connsiteX9" fmla="*/ 1797050 w 4412343"/>
                <a:gd name="connsiteY9" fmla="*/ 2658382 h 3309257"/>
                <a:gd name="connsiteX10" fmla="*/ 2364014 w 4412343"/>
                <a:gd name="connsiteY10" fmla="*/ 2919186 h 3309257"/>
                <a:gd name="connsiteX11" fmla="*/ 3013982 w 4412343"/>
                <a:gd name="connsiteY11" fmla="*/ 3140529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91671 w 4412343"/>
                <a:gd name="connsiteY5" fmla="*/ 832757 h 3309257"/>
                <a:gd name="connsiteX6" fmla="*/ 707571 w 4412343"/>
                <a:gd name="connsiteY6" fmla="*/ 1461861 h 3309257"/>
                <a:gd name="connsiteX7" fmla="*/ 948871 w 4412343"/>
                <a:gd name="connsiteY7" fmla="*/ 1908175 h 3309257"/>
                <a:gd name="connsiteX8" fmla="*/ 1388835 w 4412343"/>
                <a:gd name="connsiteY8" fmla="*/ 2363561 h 3309257"/>
                <a:gd name="connsiteX9" fmla="*/ 1797050 w 4412343"/>
                <a:gd name="connsiteY9" fmla="*/ 2658382 h 3309257"/>
                <a:gd name="connsiteX10" fmla="*/ 2364014 w 4412343"/>
                <a:gd name="connsiteY10" fmla="*/ 2919186 h 3309257"/>
                <a:gd name="connsiteX11" fmla="*/ 3033032 w 4412343"/>
                <a:gd name="connsiteY11" fmla="*/ 3111954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91671 w 4412343"/>
                <a:gd name="connsiteY5" fmla="*/ 832757 h 3309257"/>
                <a:gd name="connsiteX6" fmla="*/ 707571 w 4412343"/>
                <a:gd name="connsiteY6" fmla="*/ 1461861 h 3309257"/>
                <a:gd name="connsiteX7" fmla="*/ 996496 w 4412343"/>
                <a:gd name="connsiteY7" fmla="*/ 1908175 h 3309257"/>
                <a:gd name="connsiteX8" fmla="*/ 1388835 w 4412343"/>
                <a:gd name="connsiteY8" fmla="*/ 2363561 h 3309257"/>
                <a:gd name="connsiteX9" fmla="*/ 1797050 w 4412343"/>
                <a:gd name="connsiteY9" fmla="*/ 2658382 h 3309257"/>
                <a:gd name="connsiteX10" fmla="*/ 2364014 w 4412343"/>
                <a:gd name="connsiteY10" fmla="*/ 2919186 h 3309257"/>
                <a:gd name="connsiteX11" fmla="*/ 3033032 w 4412343"/>
                <a:gd name="connsiteY11" fmla="*/ 3111954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319314 w 4412343"/>
                <a:gd name="connsiteY4" fmla="*/ 348343 h 3309257"/>
                <a:gd name="connsiteX5" fmla="*/ 491671 w 4412343"/>
                <a:gd name="connsiteY5" fmla="*/ 832757 h 3309257"/>
                <a:gd name="connsiteX6" fmla="*/ 745671 w 4412343"/>
                <a:gd name="connsiteY6" fmla="*/ 1461861 h 3309257"/>
                <a:gd name="connsiteX7" fmla="*/ 996496 w 4412343"/>
                <a:gd name="connsiteY7" fmla="*/ 1908175 h 3309257"/>
                <a:gd name="connsiteX8" fmla="*/ 1388835 w 4412343"/>
                <a:gd name="connsiteY8" fmla="*/ 2363561 h 3309257"/>
                <a:gd name="connsiteX9" fmla="*/ 1797050 w 4412343"/>
                <a:gd name="connsiteY9" fmla="*/ 2658382 h 3309257"/>
                <a:gd name="connsiteX10" fmla="*/ 2364014 w 4412343"/>
                <a:gd name="connsiteY10" fmla="*/ 2919186 h 3309257"/>
                <a:gd name="connsiteX11" fmla="*/ 3033032 w 4412343"/>
                <a:gd name="connsiteY11" fmla="*/ 3111954 h 3309257"/>
                <a:gd name="connsiteX12" fmla="*/ 3875314 w 4412343"/>
                <a:gd name="connsiteY12" fmla="*/ 3265714 h 3309257"/>
                <a:gd name="connsiteX13" fmla="*/ 4412343 w 4412343"/>
                <a:gd name="connsiteY13" fmla="*/ 3280229 h 3309257"/>
                <a:gd name="connsiteX0" fmla="*/ 0 w 4412343"/>
                <a:gd name="connsiteY0" fmla="*/ 3309257 h 3309257"/>
                <a:gd name="connsiteX1" fmla="*/ 203200 w 4412343"/>
                <a:gd name="connsiteY1" fmla="*/ 0 h 3309257"/>
                <a:gd name="connsiteX2" fmla="*/ 203200 w 4412343"/>
                <a:gd name="connsiteY2" fmla="*/ 0 h 3309257"/>
                <a:gd name="connsiteX3" fmla="*/ 217714 w 4412343"/>
                <a:gd name="connsiteY3" fmla="*/ 87086 h 3309257"/>
                <a:gd name="connsiteX4" fmla="*/ 252639 w 4412343"/>
                <a:gd name="connsiteY4" fmla="*/ 164193 h 3309257"/>
                <a:gd name="connsiteX5" fmla="*/ 319314 w 4412343"/>
                <a:gd name="connsiteY5" fmla="*/ 348343 h 3309257"/>
                <a:gd name="connsiteX6" fmla="*/ 491671 w 4412343"/>
                <a:gd name="connsiteY6" fmla="*/ 832757 h 3309257"/>
                <a:gd name="connsiteX7" fmla="*/ 745671 w 4412343"/>
                <a:gd name="connsiteY7" fmla="*/ 1461861 h 3309257"/>
                <a:gd name="connsiteX8" fmla="*/ 996496 w 4412343"/>
                <a:gd name="connsiteY8" fmla="*/ 1908175 h 3309257"/>
                <a:gd name="connsiteX9" fmla="*/ 1388835 w 4412343"/>
                <a:gd name="connsiteY9" fmla="*/ 2363561 h 3309257"/>
                <a:gd name="connsiteX10" fmla="*/ 1797050 w 4412343"/>
                <a:gd name="connsiteY10" fmla="*/ 2658382 h 3309257"/>
                <a:gd name="connsiteX11" fmla="*/ 2364014 w 4412343"/>
                <a:gd name="connsiteY11" fmla="*/ 2919186 h 3309257"/>
                <a:gd name="connsiteX12" fmla="*/ 3033032 w 4412343"/>
                <a:gd name="connsiteY12" fmla="*/ 3111954 h 3309257"/>
                <a:gd name="connsiteX13" fmla="*/ 3875314 w 4412343"/>
                <a:gd name="connsiteY13" fmla="*/ 3265714 h 3309257"/>
                <a:gd name="connsiteX14" fmla="*/ 4412343 w 4412343"/>
                <a:gd name="connsiteY14" fmla="*/ 3280229 h 3309257"/>
                <a:gd name="connsiteX0" fmla="*/ 0 w 4412343"/>
                <a:gd name="connsiteY0" fmla="*/ 3309257 h 3309257"/>
                <a:gd name="connsiteX1" fmla="*/ 190727 w 4412343"/>
                <a:gd name="connsiteY1" fmla="*/ 178481 h 3309257"/>
                <a:gd name="connsiteX2" fmla="*/ 203200 w 4412343"/>
                <a:gd name="connsiteY2" fmla="*/ 0 h 3309257"/>
                <a:gd name="connsiteX3" fmla="*/ 203200 w 4412343"/>
                <a:gd name="connsiteY3" fmla="*/ 0 h 3309257"/>
                <a:gd name="connsiteX4" fmla="*/ 217714 w 4412343"/>
                <a:gd name="connsiteY4" fmla="*/ 87086 h 3309257"/>
                <a:gd name="connsiteX5" fmla="*/ 252639 w 4412343"/>
                <a:gd name="connsiteY5" fmla="*/ 164193 h 3309257"/>
                <a:gd name="connsiteX6" fmla="*/ 319314 w 4412343"/>
                <a:gd name="connsiteY6" fmla="*/ 348343 h 3309257"/>
                <a:gd name="connsiteX7" fmla="*/ 491671 w 4412343"/>
                <a:gd name="connsiteY7" fmla="*/ 832757 h 3309257"/>
                <a:gd name="connsiteX8" fmla="*/ 745671 w 4412343"/>
                <a:gd name="connsiteY8" fmla="*/ 1461861 h 3309257"/>
                <a:gd name="connsiteX9" fmla="*/ 996496 w 4412343"/>
                <a:gd name="connsiteY9" fmla="*/ 1908175 h 3309257"/>
                <a:gd name="connsiteX10" fmla="*/ 1388835 w 4412343"/>
                <a:gd name="connsiteY10" fmla="*/ 2363561 h 3309257"/>
                <a:gd name="connsiteX11" fmla="*/ 1797050 w 4412343"/>
                <a:gd name="connsiteY11" fmla="*/ 2658382 h 3309257"/>
                <a:gd name="connsiteX12" fmla="*/ 2364014 w 4412343"/>
                <a:gd name="connsiteY12" fmla="*/ 2919186 h 3309257"/>
                <a:gd name="connsiteX13" fmla="*/ 3033032 w 4412343"/>
                <a:gd name="connsiteY13" fmla="*/ 3111954 h 3309257"/>
                <a:gd name="connsiteX14" fmla="*/ 3875314 w 4412343"/>
                <a:gd name="connsiteY14" fmla="*/ 3265714 h 3309257"/>
                <a:gd name="connsiteX15" fmla="*/ 4412343 w 4412343"/>
                <a:gd name="connsiteY15" fmla="*/ 3280229 h 3309257"/>
                <a:gd name="connsiteX0" fmla="*/ 0 w 4412343"/>
                <a:gd name="connsiteY0" fmla="*/ 3309257 h 3309257"/>
                <a:gd name="connsiteX1" fmla="*/ 157389 w 4412343"/>
                <a:gd name="connsiteY1" fmla="*/ 178481 h 3309257"/>
                <a:gd name="connsiteX2" fmla="*/ 203200 w 4412343"/>
                <a:gd name="connsiteY2" fmla="*/ 0 h 3309257"/>
                <a:gd name="connsiteX3" fmla="*/ 203200 w 4412343"/>
                <a:gd name="connsiteY3" fmla="*/ 0 h 3309257"/>
                <a:gd name="connsiteX4" fmla="*/ 217714 w 4412343"/>
                <a:gd name="connsiteY4" fmla="*/ 87086 h 3309257"/>
                <a:gd name="connsiteX5" fmla="*/ 252639 w 4412343"/>
                <a:gd name="connsiteY5" fmla="*/ 164193 h 3309257"/>
                <a:gd name="connsiteX6" fmla="*/ 319314 w 4412343"/>
                <a:gd name="connsiteY6" fmla="*/ 348343 h 3309257"/>
                <a:gd name="connsiteX7" fmla="*/ 491671 w 4412343"/>
                <a:gd name="connsiteY7" fmla="*/ 832757 h 3309257"/>
                <a:gd name="connsiteX8" fmla="*/ 745671 w 4412343"/>
                <a:gd name="connsiteY8" fmla="*/ 1461861 h 3309257"/>
                <a:gd name="connsiteX9" fmla="*/ 996496 w 4412343"/>
                <a:gd name="connsiteY9" fmla="*/ 1908175 h 3309257"/>
                <a:gd name="connsiteX10" fmla="*/ 1388835 w 4412343"/>
                <a:gd name="connsiteY10" fmla="*/ 2363561 h 3309257"/>
                <a:gd name="connsiteX11" fmla="*/ 1797050 w 4412343"/>
                <a:gd name="connsiteY11" fmla="*/ 2658382 h 3309257"/>
                <a:gd name="connsiteX12" fmla="*/ 2364014 w 4412343"/>
                <a:gd name="connsiteY12" fmla="*/ 2919186 h 3309257"/>
                <a:gd name="connsiteX13" fmla="*/ 3033032 w 4412343"/>
                <a:gd name="connsiteY13" fmla="*/ 3111954 h 3309257"/>
                <a:gd name="connsiteX14" fmla="*/ 3875314 w 4412343"/>
                <a:gd name="connsiteY14" fmla="*/ 3265714 h 3309257"/>
                <a:gd name="connsiteX15" fmla="*/ 4412343 w 4412343"/>
                <a:gd name="connsiteY15" fmla="*/ 3280229 h 3309257"/>
                <a:gd name="connsiteX0" fmla="*/ 0 w 4412343"/>
                <a:gd name="connsiteY0" fmla="*/ 3309257 h 3309257"/>
                <a:gd name="connsiteX1" fmla="*/ 157389 w 4412343"/>
                <a:gd name="connsiteY1" fmla="*/ 178481 h 3309257"/>
                <a:gd name="connsiteX2" fmla="*/ 181202 w 4412343"/>
                <a:gd name="connsiteY2" fmla="*/ 78468 h 3309257"/>
                <a:gd name="connsiteX3" fmla="*/ 203200 w 4412343"/>
                <a:gd name="connsiteY3" fmla="*/ 0 h 3309257"/>
                <a:gd name="connsiteX4" fmla="*/ 203200 w 4412343"/>
                <a:gd name="connsiteY4" fmla="*/ 0 h 3309257"/>
                <a:gd name="connsiteX5" fmla="*/ 217714 w 4412343"/>
                <a:gd name="connsiteY5" fmla="*/ 87086 h 3309257"/>
                <a:gd name="connsiteX6" fmla="*/ 252639 w 4412343"/>
                <a:gd name="connsiteY6" fmla="*/ 164193 h 3309257"/>
                <a:gd name="connsiteX7" fmla="*/ 319314 w 4412343"/>
                <a:gd name="connsiteY7" fmla="*/ 348343 h 3309257"/>
                <a:gd name="connsiteX8" fmla="*/ 491671 w 4412343"/>
                <a:gd name="connsiteY8" fmla="*/ 832757 h 3309257"/>
                <a:gd name="connsiteX9" fmla="*/ 745671 w 4412343"/>
                <a:gd name="connsiteY9" fmla="*/ 1461861 h 3309257"/>
                <a:gd name="connsiteX10" fmla="*/ 996496 w 4412343"/>
                <a:gd name="connsiteY10" fmla="*/ 1908175 h 3309257"/>
                <a:gd name="connsiteX11" fmla="*/ 1388835 w 4412343"/>
                <a:gd name="connsiteY11" fmla="*/ 2363561 h 3309257"/>
                <a:gd name="connsiteX12" fmla="*/ 1797050 w 4412343"/>
                <a:gd name="connsiteY12" fmla="*/ 2658382 h 3309257"/>
                <a:gd name="connsiteX13" fmla="*/ 2364014 w 4412343"/>
                <a:gd name="connsiteY13" fmla="*/ 2919186 h 3309257"/>
                <a:gd name="connsiteX14" fmla="*/ 3033032 w 4412343"/>
                <a:gd name="connsiteY14" fmla="*/ 3111954 h 3309257"/>
                <a:gd name="connsiteX15" fmla="*/ 3875314 w 4412343"/>
                <a:gd name="connsiteY15" fmla="*/ 3265714 h 3309257"/>
                <a:gd name="connsiteX16" fmla="*/ 4412343 w 4412343"/>
                <a:gd name="connsiteY16" fmla="*/ 3280229 h 3309257"/>
                <a:gd name="connsiteX0" fmla="*/ 0 w 4412343"/>
                <a:gd name="connsiteY0" fmla="*/ 3309257 h 3309257"/>
                <a:gd name="connsiteX1" fmla="*/ 157389 w 4412343"/>
                <a:gd name="connsiteY1" fmla="*/ 178481 h 3309257"/>
                <a:gd name="connsiteX2" fmla="*/ 152627 w 4412343"/>
                <a:gd name="connsiteY2" fmla="*/ 64180 h 3309257"/>
                <a:gd name="connsiteX3" fmla="*/ 203200 w 4412343"/>
                <a:gd name="connsiteY3" fmla="*/ 0 h 3309257"/>
                <a:gd name="connsiteX4" fmla="*/ 203200 w 4412343"/>
                <a:gd name="connsiteY4" fmla="*/ 0 h 3309257"/>
                <a:gd name="connsiteX5" fmla="*/ 217714 w 4412343"/>
                <a:gd name="connsiteY5" fmla="*/ 87086 h 3309257"/>
                <a:gd name="connsiteX6" fmla="*/ 252639 w 4412343"/>
                <a:gd name="connsiteY6" fmla="*/ 164193 h 3309257"/>
                <a:gd name="connsiteX7" fmla="*/ 319314 w 4412343"/>
                <a:gd name="connsiteY7" fmla="*/ 348343 h 3309257"/>
                <a:gd name="connsiteX8" fmla="*/ 491671 w 4412343"/>
                <a:gd name="connsiteY8" fmla="*/ 832757 h 3309257"/>
                <a:gd name="connsiteX9" fmla="*/ 745671 w 4412343"/>
                <a:gd name="connsiteY9" fmla="*/ 1461861 h 3309257"/>
                <a:gd name="connsiteX10" fmla="*/ 996496 w 4412343"/>
                <a:gd name="connsiteY10" fmla="*/ 1908175 h 3309257"/>
                <a:gd name="connsiteX11" fmla="*/ 1388835 w 4412343"/>
                <a:gd name="connsiteY11" fmla="*/ 2363561 h 3309257"/>
                <a:gd name="connsiteX12" fmla="*/ 1797050 w 4412343"/>
                <a:gd name="connsiteY12" fmla="*/ 2658382 h 3309257"/>
                <a:gd name="connsiteX13" fmla="*/ 2364014 w 4412343"/>
                <a:gd name="connsiteY13" fmla="*/ 2919186 h 3309257"/>
                <a:gd name="connsiteX14" fmla="*/ 3033032 w 4412343"/>
                <a:gd name="connsiteY14" fmla="*/ 3111954 h 3309257"/>
                <a:gd name="connsiteX15" fmla="*/ 3875314 w 4412343"/>
                <a:gd name="connsiteY15" fmla="*/ 3265714 h 3309257"/>
                <a:gd name="connsiteX16" fmla="*/ 4412343 w 4412343"/>
                <a:gd name="connsiteY16" fmla="*/ 3280229 h 3309257"/>
                <a:gd name="connsiteX0" fmla="*/ 0 w 4412343"/>
                <a:gd name="connsiteY0" fmla="*/ 3309257 h 3309257"/>
                <a:gd name="connsiteX1" fmla="*/ 157389 w 4412343"/>
                <a:gd name="connsiteY1" fmla="*/ 178481 h 3309257"/>
                <a:gd name="connsiteX2" fmla="*/ 152627 w 4412343"/>
                <a:gd name="connsiteY2" fmla="*/ 64180 h 3309257"/>
                <a:gd name="connsiteX3" fmla="*/ 203200 w 4412343"/>
                <a:gd name="connsiteY3" fmla="*/ 0 h 3309257"/>
                <a:gd name="connsiteX4" fmla="*/ 203200 w 4412343"/>
                <a:gd name="connsiteY4" fmla="*/ 0 h 3309257"/>
                <a:gd name="connsiteX5" fmla="*/ 217714 w 4412343"/>
                <a:gd name="connsiteY5" fmla="*/ 87086 h 3309257"/>
                <a:gd name="connsiteX6" fmla="*/ 252639 w 4412343"/>
                <a:gd name="connsiteY6" fmla="*/ 164193 h 3309257"/>
                <a:gd name="connsiteX7" fmla="*/ 319314 w 4412343"/>
                <a:gd name="connsiteY7" fmla="*/ 348343 h 3309257"/>
                <a:gd name="connsiteX8" fmla="*/ 491671 w 4412343"/>
                <a:gd name="connsiteY8" fmla="*/ 832757 h 3309257"/>
                <a:gd name="connsiteX9" fmla="*/ 745671 w 4412343"/>
                <a:gd name="connsiteY9" fmla="*/ 1461861 h 3309257"/>
                <a:gd name="connsiteX10" fmla="*/ 996496 w 4412343"/>
                <a:gd name="connsiteY10" fmla="*/ 1908175 h 3309257"/>
                <a:gd name="connsiteX11" fmla="*/ 1388835 w 4412343"/>
                <a:gd name="connsiteY11" fmla="*/ 2363561 h 3309257"/>
                <a:gd name="connsiteX12" fmla="*/ 1797050 w 4412343"/>
                <a:gd name="connsiteY12" fmla="*/ 2658382 h 3309257"/>
                <a:gd name="connsiteX13" fmla="*/ 2364014 w 4412343"/>
                <a:gd name="connsiteY13" fmla="*/ 2919186 h 3309257"/>
                <a:gd name="connsiteX14" fmla="*/ 3033032 w 4412343"/>
                <a:gd name="connsiteY14" fmla="*/ 3111954 h 3309257"/>
                <a:gd name="connsiteX15" fmla="*/ 3875314 w 4412343"/>
                <a:gd name="connsiteY15" fmla="*/ 3265714 h 3309257"/>
                <a:gd name="connsiteX16" fmla="*/ 4412343 w 4412343"/>
                <a:gd name="connsiteY16" fmla="*/ 3280229 h 3309257"/>
                <a:gd name="connsiteX0" fmla="*/ 0 w 4412343"/>
                <a:gd name="connsiteY0" fmla="*/ 3309257 h 3309257"/>
                <a:gd name="connsiteX1" fmla="*/ 157389 w 4412343"/>
                <a:gd name="connsiteY1" fmla="*/ 178481 h 3309257"/>
                <a:gd name="connsiteX2" fmla="*/ 152627 w 4412343"/>
                <a:gd name="connsiteY2" fmla="*/ 64180 h 3309257"/>
                <a:gd name="connsiteX3" fmla="*/ 203200 w 4412343"/>
                <a:gd name="connsiteY3" fmla="*/ 0 h 3309257"/>
                <a:gd name="connsiteX4" fmla="*/ 203200 w 4412343"/>
                <a:gd name="connsiteY4" fmla="*/ 0 h 3309257"/>
                <a:gd name="connsiteX5" fmla="*/ 251052 w 4412343"/>
                <a:gd name="connsiteY5" fmla="*/ 77561 h 3309257"/>
                <a:gd name="connsiteX6" fmla="*/ 252639 w 4412343"/>
                <a:gd name="connsiteY6" fmla="*/ 164193 h 3309257"/>
                <a:gd name="connsiteX7" fmla="*/ 319314 w 4412343"/>
                <a:gd name="connsiteY7" fmla="*/ 348343 h 3309257"/>
                <a:gd name="connsiteX8" fmla="*/ 491671 w 4412343"/>
                <a:gd name="connsiteY8" fmla="*/ 832757 h 3309257"/>
                <a:gd name="connsiteX9" fmla="*/ 745671 w 4412343"/>
                <a:gd name="connsiteY9" fmla="*/ 1461861 h 3309257"/>
                <a:gd name="connsiteX10" fmla="*/ 996496 w 4412343"/>
                <a:gd name="connsiteY10" fmla="*/ 1908175 h 3309257"/>
                <a:gd name="connsiteX11" fmla="*/ 1388835 w 4412343"/>
                <a:gd name="connsiteY11" fmla="*/ 2363561 h 3309257"/>
                <a:gd name="connsiteX12" fmla="*/ 1797050 w 4412343"/>
                <a:gd name="connsiteY12" fmla="*/ 2658382 h 3309257"/>
                <a:gd name="connsiteX13" fmla="*/ 2364014 w 4412343"/>
                <a:gd name="connsiteY13" fmla="*/ 2919186 h 3309257"/>
                <a:gd name="connsiteX14" fmla="*/ 3033032 w 4412343"/>
                <a:gd name="connsiteY14" fmla="*/ 3111954 h 3309257"/>
                <a:gd name="connsiteX15" fmla="*/ 3875314 w 4412343"/>
                <a:gd name="connsiteY15" fmla="*/ 3265714 h 3309257"/>
                <a:gd name="connsiteX16" fmla="*/ 4412343 w 4412343"/>
                <a:gd name="connsiteY16" fmla="*/ 3280229 h 3309257"/>
                <a:gd name="connsiteX0" fmla="*/ 0 w 4412343"/>
                <a:gd name="connsiteY0" fmla="*/ 3309257 h 3309257"/>
                <a:gd name="connsiteX1" fmla="*/ 157389 w 4412343"/>
                <a:gd name="connsiteY1" fmla="*/ 178481 h 3309257"/>
                <a:gd name="connsiteX2" fmla="*/ 152627 w 4412343"/>
                <a:gd name="connsiteY2" fmla="*/ 64180 h 3309257"/>
                <a:gd name="connsiteX3" fmla="*/ 203200 w 4412343"/>
                <a:gd name="connsiteY3" fmla="*/ 0 h 3309257"/>
                <a:gd name="connsiteX4" fmla="*/ 203200 w 4412343"/>
                <a:gd name="connsiteY4" fmla="*/ 0 h 3309257"/>
                <a:gd name="connsiteX5" fmla="*/ 251052 w 4412343"/>
                <a:gd name="connsiteY5" fmla="*/ 77561 h 3309257"/>
                <a:gd name="connsiteX6" fmla="*/ 285976 w 4412343"/>
                <a:gd name="connsiteY6" fmla="*/ 159431 h 3309257"/>
                <a:gd name="connsiteX7" fmla="*/ 319314 w 4412343"/>
                <a:gd name="connsiteY7" fmla="*/ 348343 h 3309257"/>
                <a:gd name="connsiteX8" fmla="*/ 491671 w 4412343"/>
                <a:gd name="connsiteY8" fmla="*/ 832757 h 3309257"/>
                <a:gd name="connsiteX9" fmla="*/ 745671 w 4412343"/>
                <a:gd name="connsiteY9" fmla="*/ 1461861 h 3309257"/>
                <a:gd name="connsiteX10" fmla="*/ 996496 w 4412343"/>
                <a:gd name="connsiteY10" fmla="*/ 1908175 h 3309257"/>
                <a:gd name="connsiteX11" fmla="*/ 1388835 w 4412343"/>
                <a:gd name="connsiteY11" fmla="*/ 2363561 h 3309257"/>
                <a:gd name="connsiteX12" fmla="*/ 1797050 w 4412343"/>
                <a:gd name="connsiteY12" fmla="*/ 2658382 h 3309257"/>
                <a:gd name="connsiteX13" fmla="*/ 2364014 w 4412343"/>
                <a:gd name="connsiteY13" fmla="*/ 2919186 h 3309257"/>
                <a:gd name="connsiteX14" fmla="*/ 3033032 w 4412343"/>
                <a:gd name="connsiteY14" fmla="*/ 3111954 h 3309257"/>
                <a:gd name="connsiteX15" fmla="*/ 3875314 w 4412343"/>
                <a:gd name="connsiteY15" fmla="*/ 3265714 h 3309257"/>
                <a:gd name="connsiteX16" fmla="*/ 4412343 w 4412343"/>
                <a:gd name="connsiteY16" fmla="*/ 3280229 h 3309257"/>
                <a:gd name="connsiteX0" fmla="*/ 0 w 4412343"/>
                <a:gd name="connsiteY0" fmla="*/ 3309257 h 3309257"/>
                <a:gd name="connsiteX1" fmla="*/ 157389 w 4412343"/>
                <a:gd name="connsiteY1" fmla="*/ 178481 h 3309257"/>
                <a:gd name="connsiteX2" fmla="*/ 152627 w 4412343"/>
                <a:gd name="connsiteY2" fmla="*/ 64180 h 3309257"/>
                <a:gd name="connsiteX3" fmla="*/ 203200 w 4412343"/>
                <a:gd name="connsiteY3" fmla="*/ 0 h 3309257"/>
                <a:gd name="connsiteX4" fmla="*/ 203200 w 4412343"/>
                <a:gd name="connsiteY4" fmla="*/ 0 h 3309257"/>
                <a:gd name="connsiteX5" fmla="*/ 251052 w 4412343"/>
                <a:gd name="connsiteY5" fmla="*/ 77561 h 3309257"/>
                <a:gd name="connsiteX6" fmla="*/ 285976 w 4412343"/>
                <a:gd name="connsiteY6" fmla="*/ 159431 h 3309257"/>
                <a:gd name="connsiteX7" fmla="*/ 347889 w 4412343"/>
                <a:gd name="connsiteY7" fmla="*/ 338818 h 3309257"/>
                <a:gd name="connsiteX8" fmla="*/ 491671 w 4412343"/>
                <a:gd name="connsiteY8" fmla="*/ 832757 h 3309257"/>
                <a:gd name="connsiteX9" fmla="*/ 745671 w 4412343"/>
                <a:gd name="connsiteY9" fmla="*/ 1461861 h 3309257"/>
                <a:gd name="connsiteX10" fmla="*/ 996496 w 4412343"/>
                <a:gd name="connsiteY10" fmla="*/ 1908175 h 3309257"/>
                <a:gd name="connsiteX11" fmla="*/ 1388835 w 4412343"/>
                <a:gd name="connsiteY11" fmla="*/ 2363561 h 3309257"/>
                <a:gd name="connsiteX12" fmla="*/ 1797050 w 4412343"/>
                <a:gd name="connsiteY12" fmla="*/ 2658382 h 3309257"/>
                <a:gd name="connsiteX13" fmla="*/ 2364014 w 4412343"/>
                <a:gd name="connsiteY13" fmla="*/ 2919186 h 3309257"/>
                <a:gd name="connsiteX14" fmla="*/ 3033032 w 4412343"/>
                <a:gd name="connsiteY14" fmla="*/ 3111954 h 3309257"/>
                <a:gd name="connsiteX15" fmla="*/ 3875314 w 4412343"/>
                <a:gd name="connsiteY15" fmla="*/ 3265714 h 3309257"/>
                <a:gd name="connsiteX16" fmla="*/ 4412343 w 4412343"/>
                <a:gd name="connsiteY16" fmla="*/ 3280229 h 3309257"/>
                <a:gd name="connsiteX0" fmla="*/ 0 w 4412343"/>
                <a:gd name="connsiteY0" fmla="*/ 3309257 h 3309257"/>
                <a:gd name="connsiteX1" fmla="*/ 157389 w 4412343"/>
                <a:gd name="connsiteY1" fmla="*/ 178481 h 3309257"/>
                <a:gd name="connsiteX2" fmla="*/ 152627 w 4412343"/>
                <a:gd name="connsiteY2" fmla="*/ 64180 h 3309257"/>
                <a:gd name="connsiteX3" fmla="*/ 203200 w 4412343"/>
                <a:gd name="connsiteY3" fmla="*/ 0 h 3309257"/>
                <a:gd name="connsiteX4" fmla="*/ 203200 w 4412343"/>
                <a:gd name="connsiteY4" fmla="*/ 0 h 3309257"/>
                <a:gd name="connsiteX5" fmla="*/ 251052 w 4412343"/>
                <a:gd name="connsiteY5" fmla="*/ 77561 h 3309257"/>
                <a:gd name="connsiteX6" fmla="*/ 285976 w 4412343"/>
                <a:gd name="connsiteY6" fmla="*/ 159431 h 3309257"/>
                <a:gd name="connsiteX7" fmla="*/ 347889 w 4412343"/>
                <a:gd name="connsiteY7" fmla="*/ 338818 h 3309257"/>
                <a:gd name="connsiteX8" fmla="*/ 520246 w 4412343"/>
                <a:gd name="connsiteY8" fmla="*/ 832757 h 3309257"/>
                <a:gd name="connsiteX9" fmla="*/ 745671 w 4412343"/>
                <a:gd name="connsiteY9" fmla="*/ 1461861 h 3309257"/>
                <a:gd name="connsiteX10" fmla="*/ 996496 w 4412343"/>
                <a:gd name="connsiteY10" fmla="*/ 1908175 h 3309257"/>
                <a:gd name="connsiteX11" fmla="*/ 1388835 w 4412343"/>
                <a:gd name="connsiteY11" fmla="*/ 2363561 h 3309257"/>
                <a:gd name="connsiteX12" fmla="*/ 1797050 w 4412343"/>
                <a:gd name="connsiteY12" fmla="*/ 2658382 h 3309257"/>
                <a:gd name="connsiteX13" fmla="*/ 2364014 w 4412343"/>
                <a:gd name="connsiteY13" fmla="*/ 2919186 h 3309257"/>
                <a:gd name="connsiteX14" fmla="*/ 3033032 w 4412343"/>
                <a:gd name="connsiteY14" fmla="*/ 3111954 h 3309257"/>
                <a:gd name="connsiteX15" fmla="*/ 3875314 w 4412343"/>
                <a:gd name="connsiteY15" fmla="*/ 3265714 h 3309257"/>
                <a:gd name="connsiteX16" fmla="*/ 4412343 w 4412343"/>
                <a:gd name="connsiteY16" fmla="*/ 3280229 h 3309257"/>
                <a:gd name="connsiteX0" fmla="*/ 0 w 4412343"/>
                <a:gd name="connsiteY0" fmla="*/ 3309413 h 3309413"/>
                <a:gd name="connsiteX1" fmla="*/ 157389 w 4412343"/>
                <a:gd name="connsiteY1" fmla="*/ 178637 h 3309413"/>
                <a:gd name="connsiteX2" fmla="*/ 152627 w 4412343"/>
                <a:gd name="connsiteY2" fmla="*/ 64336 h 3309413"/>
                <a:gd name="connsiteX3" fmla="*/ 203200 w 4412343"/>
                <a:gd name="connsiteY3" fmla="*/ 156 h 3309413"/>
                <a:gd name="connsiteX4" fmla="*/ 198438 w 4412343"/>
                <a:gd name="connsiteY4" fmla="*/ 47781 h 3309413"/>
                <a:gd name="connsiteX5" fmla="*/ 251052 w 4412343"/>
                <a:gd name="connsiteY5" fmla="*/ 77717 h 3309413"/>
                <a:gd name="connsiteX6" fmla="*/ 285976 w 4412343"/>
                <a:gd name="connsiteY6" fmla="*/ 159587 h 3309413"/>
                <a:gd name="connsiteX7" fmla="*/ 347889 w 4412343"/>
                <a:gd name="connsiteY7" fmla="*/ 338974 h 3309413"/>
                <a:gd name="connsiteX8" fmla="*/ 520246 w 4412343"/>
                <a:gd name="connsiteY8" fmla="*/ 832913 h 3309413"/>
                <a:gd name="connsiteX9" fmla="*/ 745671 w 4412343"/>
                <a:gd name="connsiteY9" fmla="*/ 1462017 h 3309413"/>
                <a:gd name="connsiteX10" fmla="*/ 996496 w 4412343"/>
                <a:gd name="connsiteY10" fmla="*/ 1908331 h 3309413"/>
                <a:gd name="connsiteX11" fmla="*/ 1388835 w 4412343"/>
                <a:gd name="connsiteY11" fmla="*/ 2363717 h 3309413"/>
                <a:gd name="connsiteX12" fmla="*/ 1797050 w 4412343"/>
                <a:gd name="connsiteY12" fmla="*/ 2658538 h 3309413"/>
                <a:gd name="connsiteX13" fmla="*/ 2364014 w 4412343"/>
                <a:gd name="connsiteY13" fmla="*/ 2919342 h 3309413"/>
                <a:gd name="connsiteX14" fmla="*/ 3033032 w 4412343"/>
                <a:gd name="connsiteY14" fmla="*/ 3112110 h 3309413"/>
                <a:gd name="connsiteX15" fmla="*/ 3875314 w 4412343"/>
                <a:gd name="connsiteY15" fmla="*/ 3265870 h 3309413"/>
                <a:gd name="connsiteX16" fmla="*/ 4412343 w 4412343"/>
                <a:gd name="connsiteY16" fmla="*/ 3280385 h 3309413"/>
                <a:gd name="connsiteX0" fmla="*/ 0 w 4412343"/>
                <a:gd name="connsiteY0" fmla="*/ 3274905 h 3274905"/>
                <a:gd name="connsiteX1" fmla="*/ 157389 w 4412343"/>
                <a:gd name="connsiteY1" fmla="*/ 144129 h 3274905"/>
                <a:gd name="connsiteX2" fmla="*/ 152627 w 4412343"/>
                <a:gd name="connsiteY2" fmla="*/ 29828 h 3274905"/>
                <a:gd name="connsiteX3" fmla="*/ 203200 w 4412343"/>
                <a:gd name="connsiteY3" fmla="*/ 22798 h 3274905"/>
                <a:gd name="connsiteX4" fmla="*/ 198438 w 4412343"/>
                <a:gd name="connsiteY4" fmla="*/ 13273 h 3274905"/>
                <a:gd name="connsiteX5" fmla="*/ 251052 w 4412343"/>
                <a:gd name="connsiteY5" fmla="*/ 43209 h 3274905"/>
                <a:gd name="connsiteX6" fmla="*/ 285976 w 4412343"/>
                <a:gd name="connsiteY6" fmla="*/ 125079 h 3274905"/>
                <a:gd name="connsiteX7" fmla="*/ 347889 w 4412343"/>
                <a:gd name="connsiteY7" fmla="*/ 304466 h 3274905"/>
                <a:gd name="connsiteX8" fmla="*/ 520246 w 4412343"/>
                <a:gd name="connsiteY8" fmla="*/ 798405 h 3274905"/>
                <a:gd name="connsiteX9" fmla="*/ 745671 w 4412343"/>
                <a:gd name="connsiteY9" fmla="*/ 1427509 h 3274905"/>
                <a:gd name="connsiteX10" fmla="*/ 996496 w 4412343"/>
                <a:gd name="connsiteY10" fmla="*/ 1873823 h 3274905"/>
                <a:gd name="connsiteX11" fmla="*/ 1388835 w 4412343"/>
                <a:gd name="connsiteY11" fmla="*/ 2329209 h 3274905"/>
                <a:gd name="connsiteX12" fmla="*/ 1797050 w 4412343"/>
                <a:gd name="connsiteY12" fmla="*/ 2624030 h 3274905"/>
                <a:gd name="connsiteX13" fmla="*/ 2364014 w 4412343"/>
                <a:gd name="connsiteY13" fmla="*/ 2884834 h 3274905"/>
                <a:gd name="connsiteX14" fmla="*/ 3033032 w 4412343"/>
                <a:gd name="connsiteY14" fmla="*/ 3077602 h 3274905"/>
                <a:gd name="connsiteX15" fmla="*/ 3875314 w 4412343"/>
                <a:gd name="connsiteY15" fmla="*/ 3231362 h 3274905"/>
                <a:gd name="connsiteX16" fmla="*/ 4412343 w 4412343"/>
                <a:gd name="connsiteY16" fmla="*/ 3245877 h 3274905"/>
                <a:gd name="connsiteX0" fmla="*/ 0 w 4412343"/>
                <a:gd name="connsiteY0" fmla="*/ 3262595 h 3262595"/>
                <a:gd name="connsiteX1" fmla="*/ 157389 w 4412343"/>
                <a:gd name="connsiteY1" fmla="*/ 131819 h 3262595"/>
                <a:gd name="connsiteX2" fmla="*/ 166915 w 4412343"/>
                <a:gd name="connsiteY2" fmla="*/ 41330 h 3262595"/>
                <a:gd name="connsiteX3" fmla="*/ 203200 w 4412343"/>
                <a:gd name="connsiteY3" fmla="*/ 10488 h 3262595"/>
                <a:gd name="connsiteX4" fmla="*/ 198438 w 4412343"/>
                <a:gd name="connsiteY4" fmla="*/ 963 h 3262595"/>
                <a:gd name="connsiteX5" fmla="*/ 251052 w 4412343"/>
                <a:gd name="connsiteY5" fmla="*/ 30899 h 3262595"/>
                <a:gd name="connsiteX6" fmla="*/ 285976 w 4412343"/>
                <a:gd name="connsiteY6" fmla="*/ 112769 h 3262595"/>
                <a:gd name="connsiteX7" fmla="*/ 347889 w 4412343"/>
                <a:gd name="connsiteY7" fmla="*/ 292156 h 3262595"/>
                <a:gd name="connsiteX8" fmla="*/ 520246 w 4412343"/>
                <a:gd name="connsiteY8" fmla="*/ 786095 h 3262595"/>
                <a:gd name="connsiteX9" fmla="*/ 745671 w 4412343"/>
                <a:gd name="connsiteY9" fmla="*/ 1415199 h 3262595"/>
                <a:gd name="connsiteX10" fmla="*/ 996496 w 4412343"/>
                <a:gd name="connsiteY10" fmla="*/ 1861513 h 3262595"/>
                <a:gd name="connsiteX11" fmla="*/ 1388835 w 4412343"/>
                <a:gd name="connsiteY11" fmla="*/ 2316899 h 3262595"/>
                <a:gd name="connsiteX12" fmla="*/ 1797050 w 4412343"/>
                <a:gd name="connsiteY12" fmla="*/ 2611720 h 3262595"/>
                <a:gd name="connsiteX13" fmla="*/ 2364014 w 4412343"/>
                <a:gd name="connsiteY13" fmla="*/ 2872524 h 3262595"/>
                <a:gd name="connsiteX14" fmla="*/ 3033032 w 4412343"/>
                <a:gd name="connsiteY14" fmla="*/ 3065292 h 3262595"/>
                <a:gd name="connsiteX15" fmla="*/ 3875314 w 4412343"/>
                <a:gd name="connsiteY15" fmla="*/ 3219052 h 3262595"/>
                <a:gd name="connsiteX16" fmla="*/ 4412343 w 4412343"/>
                <a:gd name="connsiteY16" fmla="*/ 3233567 h 3262595"/>
                <a:gd name="connsiteX0" fmla="*/ 0 w 4412343"/>
                <a:gd name="connsiteY0" fmla="*/ 3262595 h 3262595"/>
                <a:gd name="connsiteX1" fmla="*/ 157389 w 4412343"/>
                <a:gd name="connsiteY1" fmla="*/ 131819 h 3262595"/>
                <a:gd name="connsiteX2" fmla="*/ 166915 w 4412343"/>
                <a:gd name="connsiteY2" fmla="*/ 41330 h 3262595"/>
                <a:gd name="connsiteX3" fmla="*/ 203200 w 4412343"/>
                <a:gd name="connsiteY3" fmla="*/ 10488 h 3262595"/>
                <a:gd name="connsiteX4" fmla="*/ 212726 w 4412343"/>
                <a:gd name="connsiteY4" fmla="*/ 963 h 3262595"/>
                <a:gd name="connsiteX5" fmla="*/ 251052 w 4412343"/>
                <a:gd name="connsiteY5" fmla="*/ 30899 h 3262595"/>
                <a:gd name="connsiteX6" fmla="*/ 285976 w 4412343"/>
                <a:gd name="connsiteY6" fmla="*/ 112769 h 3262595"/>
                <a:gd name="connsiteX7" fmla="*/ 347889 w 4412343"/>
                <a:gd name="connsiteY7" fmla="*/ 292156 h 3262595"/>
                <a:gd name="connsiteX8" fmla="*/ 520246 w 4412343"/>
                <a:gd name="connsiteY8" fmla="*/ 786095 h 3262595"/>
                <a:gd name="connsiteX9" fmla="*/ 745671 w 4412343"/>
                <a:gd name="connsiteY9" fmla="*/ 1415199 h 3262595"/>
                <a:gd name="connsiteX10" fmla="*/ 996496 w 4412343"/>
                <a:gd name="connsiteY10" fmla="*/ 1861513 h 3262595"/>
                <a:gd name="connsiteX11" fmla="*/ 1388835 w 4412343"/>
                <a:gd name="connsiteY11" fmla="*/ 2316899 h 3262595"/>
                <a:gd name="connsiteX12" fmla="*/ 1797050 w 4412343"/>
                <a:gd name="connsiteY12" fmla="*/ 2611720 h 3262595"/>
                <a:gd name="connsiteX13" fmla="*/ 2364014 w 4412343"/>
                <a:gd name="connsiteY13" fmla="*/ 2872524 h 3262595"/>
                <a:gd name="connsiteX14" fmla="*/ 3033032 w 4412343"/>
                <a:gd name="connsiteY14" fmla="*/ 3065292 h 3262595"/>
                <a:gd name="connsiteX15" fmla="*/ 3875314 w 4412343"/>
                <a:gd name="connsiteY15" fmla="*/ 3219052 h 3262595"/>
                <a:gd name="connsiteX16" fmla="*/ 4412343 w 4412343"/>
                <a:gd name="connsiteY16" fmla="*/ 3233567 h 3262595"/>
                <a:gd name="connsiteX0" fmla="*/ 0 w 4412343"/>
                <a:gd name="connsiteY0" fmla="*/ 3267638 h 3267638"/>
                <a:gd name="connsiteX1" fmla="*/ 157389 w 4412343"/>
                <a:gd name="connsiteY1" fmla="*/ 136862 h 3267638"/>
                <a:gd name="connsiteX2" fmla="*/ 166915 w 4412343"/>
                <a:gd name="connsiteY2" fmla="*/ 46373 h 3267638"/>
                <a:gd name="connsiteX3" fmla="*/ 196057 w 4412343"/>
                <a:gd name="connsiteY3" fmla="*/ 3625 h 3267638"/>
                <a:gd name="connsiteX4" fmla="*/ 212726 w 4412343"/>
                <a:gd name="connsiteY4" fmla="*/ 6006 h 3267638"/>
                <a:gd name="connsiteX5" fmla="*/ 251052 w 4412343"/>
                <a:gd name="connsiteY5" fmla="*/ 35942 h 3267638"/>
                <a:gd name="connsiteX6" fmla="*/ 285976 w 4412343"/>
                <a:gd name="connsiteY6" fmla="*/ 117812 h 3267638"/>
                <a:gd name="connsiteX7" fmla="*/ 347889 w 4412343"/>
                <a:gd name="connsiteY7" fmla="*/ 297199 h 3267638"/>
                <a:gd name="connsiteX8" fmla="*/ 520246 w 4412343"/>
                <a:gd name="connsiteY8" fmla="*/ 791138 h 3267638"/>
                <a:gd name="connsiteX9" fmla="*/ 745671 w 4412343"/>
                <a:gd name="connsiteY9" fmla="*/ 1420242 h 3267638"/>
                <a:gd name="connsiteX10" fmla="*/ 996496 w 4412343"/>
                <a:gd name="connsiteY10" fmla="*/ 1866556 h 3267638"/>
                <a:gd name="connsiteX11" fmla="*/ 1388835 w 4412343"/>
                <a:gd name="connsiteY11" fmla="*/ 2321942 h 3267638"/>
                <a:gd name="connsiteX12" fmla="*/ 1797050 w 4412343"/>
                <a:gd name="connsiteY12" fmla="*/ 2616763 h 3267638"/>
                <a:gd name="connsiteX13" fmla="*/ 2364014 w 4412343"/>
                <a:gd name="connsiteY13" fmla="*/ 2877567 h 3267638"/>
                <a:gd name="connsiteX14" fmla="*/ 3033032 w 4412343"/>
                <a:gd name="connsiteY14" fmla="*/ 3070335 h 3267638"/>
                <a:gd name="connsiteX15" fmla="*/ 3875314 w 4412343"/>
                <a:gd name="connsiteY15" fmla="*/ 3224095 h 3267638"/>
                <a:gd name="connsiteX16" fmla="*/ 4412343 w 4412343"/>
                <a:gd name="connsiteY16" fmla="*/ 3238610 h 3267638"/>
                <a:gd name="connsiteX0" fmla="*/ 0 w 4412343"/>
                <a:gd name="connsiteY0" fmla="*/ 3266723 h 3266723"/>
                <a:gd name="connsiteX1" fmla="*/ 157389 w 4412343"/>
                <a:gd name="connsiteY1" fmla="*/ 135947 h 3266723"/>
                <a:gd name="connsiteX2" fmla="*/ 166915 w 4412343"/>
                <a:gd name="connsiteY2" fmla="*/ 45458 h 3266723"/>
                <a:gd name="connsiteX3" fmla="*/ 196057 w 4412343"/>
                <a:gd name="connsiteY3" fmla="*/ 2710 h 3266723"/>
                <a:gd name="connsiteX4" fmla="*/ 251052 w 4412343"/>
                <a:gd name="connsiteY4" fmla="*/ 35027 h 3266723"/>
                <a:gd name="connsiteX5" fmla="*/ 285976 w 4412343"/>
                <a:gd name="connsiteY5" fmla="*/ 116897 h 3266723"/>
                <a:gd name="connsiteX6" fmla="*/ 347889 w 4412343"/>
                <a:gd name="connsiteY6" fmla="*/ 296284 h 3266723"/>
                <a:gd name="connsiteX7" fmla="*/ 520246 w 4412343"/>
                <a:gd name="connsiteY7" fmla="*/ 790223 h 3266723"/>
                <a:gd name="connsiteX8" fmla="*/ 745671 w 4412343"/>
                <a:gd name="connsiteY8" fmla="*/ 1419327 h 3266723"/>
                <a:gd name="connsiteX9" fmla="*/ 996496 w 4412343"/>
                <a:gd name="connsiteY9" fmla="*/ 1865641 h 3266723"/>
                <a:gd name="connsiteX10" fmla="*/ 1388835 w 4412343"/>
                <a:gd name="connsiteY10" fmla="*/ 2321027 h 3266723"/>
                <a:gd name="connsiteX11" fmla="*/ 1797050 w 4412343"/>
                <a:gd name="connsiteY11" fmla="*/ 2615848 h 3266723"/>
                <a:gd name="connsiteX12" fmla="*/ 2364014 w 4412343"/>
                <a:gd name="connsiteY12" fmla="*/ 2876652 h 3266723"/>
                <a:gd name="connsiteX13" fmla="*/ 3033032 w 4412343"/>
                <a:gd name="connsiteY13" fmla="*/ 3069420 h 3266723"/>
                <a:gd name="connsiteX14" fmla="*/ 3875314 w 4412343"/>
                <a:gd name="connsiteY14" fmla="*/ 3223180 h 3266723"/>
                <a:gd name="connsiteX15" fmla="*/ 4412343 w 4412343"/>
                <a:gd name="connsiteY15" fmla="*/ 3237695 h 3266723"/>
                <a:gd name="connsiteX0" fmla="*/ 0 w 4412343"/>
                <a:gd name="connsiteY0" fmla="*/ 3264565 h 3264565"/>
                <a:gd name="connsiteX1" fmla="*/ 157389 w 4412343"/>
                <a:gd name="connsiteY1" fmla="*/ 133789 h 3264565"/>
                <a:gd name="connsiteX2" fmla="*/ 166915 w 4412343"/>
                <a:gd name="connsiteY2" fmla="*/ 43300 h 3264565"/>
                <a:gd name="connsiteX3" fmla="*/ 169295 w 4412343"/>
                <a:gd name="connsiteY3" fmla="*/ 14726 h 3264565"/>
                <a:gd name="connsiteX4" fmla="*/ 196057 w 4412343"/>
                <a:gd name="connsiteY4" fmla="*/ 552 h 3264565"/>
                <a:gd name="connsiteX5" fmla="*/ 251052 w 4412343"/>
                <a:gd name="connsiteY5" fmla="*/ 32869 h 3264565"/>
                <a:gd name="connsiteX6" fmla="*/ 285976 w 4412343"/>
                <a:gd name="connsiteY6" fmla="*/ 114739 h 3264565"/>
                <a:gd name="connsiteX7" fmla="*/ 347889 w 4412343"/>
                <a:gd name="connsiteY7" fmla="*/ 294126 h 3264565"/>
                <a:gd name="connsiteX8" fmla="*/ 520246 w 4412343"/>
                <a:gd name="connsiteY8" fmla="*/ 788065 h 3264565"/>
                <a:gd name="connsiteX9" fmla="*/ 745671 w 4412343"/>
                <a:gd name="connsiteY9" fmla="*/ 1417169 h 3264565"/>
                <a:gd name="connsiteX10" fmla="*/ 996496 w 4412343"/>
                <a:gd name="connsiteY10" fmla="*/ 1863483 h 3264565"/>
                <a:gd name="connsiteX11" fmla="*/ 1388835 w 4412343"/>
                <a:gd name="connsiteY11" fmla="*/ 2318869 h 3264565"/>
                <a:gd name="connsiteX12" fmla="*/ 1797050 w 4412343"/>
                <a:gd name="connsiteY12" fmla="*/ 2613690 h 3264565"/>
                <a:gd name="connsiteX13" fmla="*/ 2364014 w 4412343"/>
                <a:gd name="connsiteY13" fmla="*/ 2874494 h 3264565"/>
                <a:gd name="connsiteX14" fmla="*/ 3033032 w 4412343"/>
                <a:gd name="connsiteY14" fmla="*/ 3067262 h 3264565"/>
                <a:gd name="connsiteX15" fmla="*/ 3875314 w 4412343"/>
                <a:gd name="connsiteY15" fmla="*/ 3221022 h 3264565"/>
                <a:gd name="connsiteX16" fmla="*/ 4412343 w 4412343"/>
                <a:gd name="connsiteY16" fmla="*/ 3235537 h 3264565"/>
                <a:gd name="connsiteX0" fmla="*/ 0 w 4412343"/>
                <a:gd name="connsiteY0" fmla="*/ 3265188 h 3265188"/>
                <a:gd name="connsiteX1" fmla="*/ 157389 w 4412343"/>
                <a:gd name="connsiteY1" fmla="*/ 134412 h 3265188"/>
                <a:gd name="connsiteX2" fmla="*/ 166915 w 4412343"/>
                <a:gd name="connsiteY2" fmla="*/ 43923 h 3265188"/>
                <a:gd name="connsiteX3" fmla="*/ 178820 w 4412343"/>
                <a:gd name="connsiteY3" fmla="*/ 10587 h 3265188"/>
                <a:gd name="connsiteX4" fmla="*/ 196057 w 4412343"/>
                <a:gd name="connsiteY4" fmla="*/ 1175 h 3265188"/>
                <a:gd name="connsiteX5" fmla="*/ 251052 w 4412343"/>
                <a:gd name="connsiteY5" fmla="*/ 33492 h 3265188"/>
                <a:gd name="connsiteX6" fmla="*/ 285976 w 4412343"/>
                <a:gd name="connsiteY6" fmla="*/ 115362 h 3265188"/>
                <a:gd name="connsiteX7" fmla="*/ 347889 w 4412343"/>
                <a:gd name="connsiteY7" fmla="*/ 294749 h 3265188"/>
                <a:gd name="connsiteX8" fmla="*/ 520246 w 4412343"/>
                <a:gd name="connsiteY8" fmla="*/ 788688 h 3265188"/>
                <a:gd name="connsiteX9" fmla="*/ 745671 w 4412343"/>
                <a:gd name="connsiteY9" fmla="*/ 1417792 h 3265188"/>
                <a:gd name="connsiteX10" fmla="*/ 996496 w 4412343"/>
                <a:gd name="connsiteY10" fmla="*/ 1864106 h 3265188"/>
                <a:gd name="connsiteX11" fmla="*/ 1388835 w 4412343"/>
                <a:gd name="connsiteY11" fmla="*/ 2319492 h 3265188"/>
                <a:gd name="connsiteX12" fmla="*/ 1797050 w 4412343"/>
                <a:gd name="connsiteY12" fmla="*/ 2614313 h 3265188"/>
                <a:gd name="connsiteX13" fmla="*/ 2364014 w 4412343"/>
                <a:gd name="connsiteY13" fmla="*/ 2875117 h 3265188"/>
                <a:gd name="connsiteX14" fmla="*/ 3033032 w 4412343"/>
                <a:gd name="connsiteY14" fmla="*/ 3067885 h 3265188"/>
                <a:gd name="connsiteX15" fmla="*/ 3875314 w 4412343"/>
                <a:gd name="connsiteY15" fmla="*/ 3221645 h 3265188"/>
                <a:gd name="connsiteX16" fmla="*/ 4412343 w 4412343"/>
                <a:gd name="connsiteY16" fmla="*/ 3236160 h 3265188"/>
                <a:gd name="connsiteX0" fmla="*/ 0 w 4412343"/>
                <a:gd name="connsiteY0" fmla="*/ 3265188 h 3265188"/>
                <a:gd name="connsiteX1" fmla="*/ 157389 w 4412343"/>
                <a:gd name="connsiteY1" fmla="*/ 134412 h 3265188"/>
                <a:gd name="connsiteX2" fmla="*/ 166915 w 4412343"/>
                <a:gd name="connsiteY2" fmla="*/ 43923 h 3265188"/>
                <a:gd name="connsiteX3" fmla="*/ 178820 w 4412343"/>
                <a:gd name="connsiteY3" fmla="*/ 10587 h 3265188"/>
                <a:gd name="connsiteX4" fmla="*/ 196057 w 4412343"/>
                <a:gd name="connsiteY4" fmla="*/ 1175 h 3265188"/>
                <a:gd name="connsiteX5" fmla="*/ 251052 w 4412343"/>
                <a:gd name="connsiteY5" fmla="*/ 33492 h 3265188"/>
                <a:gd name="connsiteX6" fmla="*/ 285976 w 4412343"/>
                <a:gd name="connsiteY6" fmla="*/ 115362 h 3265188"/>
                <a:gd name="connsiteX7" fmla="*/ 347889 w 4412343"/>
                <a:gd name="connsiteY7" fmla="*/ 294749 h 3265188"/>
                <a:gd name="connsiteX8" fmla="*/ 491218 w 4412343"/>
                <a:gd name="connsiteY8" fmla="*/ 832231 h 3265188"/>
                <a:gd name="connsiteX9" fmla="*/ 745671 w 4412343"/>
                <a:gd name="connsiteY9" fmla="*/ 1417792 h 3265188"/>
                <a:gd name="connsiteX10" fmla="*/ 996496 w 4412343"/>
                <a:gd name="connsiteY10" fmla="*/ 1864106 h 3265188"/>
                <a:gd name="connsiteX11" fmla="*/ 1388835 w 4412343"/>
                <a:gd name="connsiteY11" fmla="*/ 2319492 h 3265188"/>
                <a:gd name="connsiteX12" fmla="*/ 1797050 w 4412343"/>
                <a:gd name="connsiteY12" fmla="*/ 2614313 h 3265188"/>
                <a:gd name="connsiteX13" fmla="*/ 2364014 w 4412343"/>
                <a:gd name="connsiteY13" fmla="*/ 2875117 h 3265188"/>
                <a:gd name="connsiteX14" fmla="*/ 3033032 w 4412343"/>
                <a:gd name="connsiteY14" fmla="*/ 3067885 h 3265188"/>
                <a:gd name="connsiteX15" fmla="*/ 3875314 w 4412343"/>
                <a:gd name="connsiteY15" fmla="*/ 3221645 h 3265188"/>
                <a:gd name="connsiteX16" fmla="*/ 4412343 w 4412343"/>
                <a:gd name="connsiteY16" fmla="*/ 3236160 h 3265188"/>
                <a:gd name="connsiteX0" fmla="*/ 0 w 4446464"/>
                <a:gd name="connsiteY0" fmla="*/ 3252464 h 3252464"/>
                <a:gd name="connsiteX1" fmla="*/ 191510 w 4446464"/>
                <a:gd name="connsiteY1" fmla="*/ 134412 h 3252464"/>
                <a:gd name="connsiteX2" fmla="*/ 201036 w 4446464"/>
                <a:gd name="connsiteY2" fmla="*/ 43923 h 3252464"/>
                <a:gd name="connsiteX3" fmla="*/ 212941 w 4446464"/>
                <a:gd name="connsiteY3" fmla="*/ 10587 h 3252464"/>
                <a:gd name="connsiteX4" fmla="*/ 230178 w 4446464"/>
                <a:gd name="connsiteY4" fmla="*/ 1175 h 3252464"/>
                <a:gd name="connsiteX5" fmla="*/ 285173 w 4446464"/>
                <a:gd name="connsiteY5" fmla="*/ 33492 h 3252464"/>
                <a:gd name="connsiteX6" fmla="*/ 320097 w 4446464"/>
                <a:gd name="connsiteY6" fmla="*/ 115362 h 3252464"/>
                <a:gd name="connsiteX7" fmla="*/ 382010 w 4446464"/>
                <a:gd name="connsiteY7" fmla="*/ 294749 h 3252464"/>
                <a:gd name="connsiteX8" fmla="*/ 525339 w 4446464"/>
                <a:gd name="connsiteY8" fmla="*/ 832231 h 3252464"/>
                <a:gd name="connsiteX9" fmla="*/ 779792 w 4446464"/>
                <a:gd name="connsiteY9" fmla="*/ 1417792 h 3252464"/>
                <a:gd name="connsiteX10" fmla="*/ 1030617 w 4446464"/>
                <a:gd name="connsiteY10" fmla="*/ 1864106 h 3252464"/>
                <a:gd name="connsiteX11" fmla="*/ 1422956 w 4446464"/>
                <a:gd name="connsiteY11" fmla="*/ 2319492 h 3252464"/>
                <a:gd name="connsiteX12" fmla="*/ 1831171 w 4446464"/>
                <a:gd name="connsiteY12" fmla="*/ 2614313 h 3252464"/>
                <a:gd name="connsiteX13" fmla="*/ 2398135 w 4446464"/>
                <a:gd name="connsiteY13" fmla="*/ 2875117 h 3252464"/>
                <a:gd name="connsiteX14" fmla="*/ 3067153 w 4446464"/>
                <a:gd name="connsiteY14" fmla="*/ 3067885 h 3252464"/>
                <a:gd name="connsiteX15" fmla="*/ 3909435 w 4446464"/>
                <a:gd name="connsiteY15" fmla="*/ 3221645 h 3252464"/>
                <a:gd name="connsiteX16" fmla="*/ 4446464 w 4446464"/>
                <a:gd name="connsiteY16" fmla="*/ 3236160 h 325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446464" h="3252464">
                  <a:moveTo>
                    <a:pt x="0" y="3252464"/>
                  </a:moveTo>
                  <a:lnTo>
                    <a:pt x="191510" y="134412"/>
                  </a:lnTo>
                  <a:lnTo>
                    <a:pt x="201036" y="43923"/>
                  </a:lnTo>
                  <a:cubicBezTo>
                    <a:pt x="203020" y="24079"/>
                    <a:pt x="208084" y="17712"/>
                    <a:pt x="212941" y="10587"/>
                  </a:cubicBezTo>
                  <a:cubicBezTo>
                    <a:pt x="217798" y="3462"/>
                    <a:pt x="218139" y="-2643"/>
                    <a:pt x="230178" y="1175"/>
                  </a:cubicBezTo>
                  <a:cubicBezTo>
                    <a:pt x="242217" y="4993"/>
                    <a:pt x="270187" y="14461"/>
                    <a:pt x="285173" y="33492"/>
                  </a:cubicBezTo>
                  <a:cubicBezTo>
                    <a:pt x="300159" y="52523"/>
                    <a:pt x="303164" y="71819"/>
                    <a:pt x="320097" y="115362"/>
                  </a:cubicBezTo>
                  <a:cubicBezTo>
                    <a:pt x="337030" y="158905"/>
                    <a:pt x="347803" y="175271"/>
                    <a:pt x="382010" y="294749"/>
                  </a:cubicBezTo>
                  <a:cubicBezTo>
                    <a:pt x="416217" y="414227"/>
                    <a:pt x="459042" y="645057"/>
                    <a:pt x="525339" y="832231"/>
                  </a:cubicBezTo>
                  <a:cubicBezTo>
                    <a:pt x="591636" y="1019405"/>
                    <a:pt x="695579" y="1245813"/>
                    <a:pt x="779792" y="1417792"/>
                  </a:cubicBezTo>
                  <a:cubicBezTo>
                    <a:pt x="864005" y="1589771"/>
                    <a:pt x="923423" y="1713823"/>
                    <a:pt x="1030617" y="1864106"/>
                  </a:cubicBezTo>
                  <a:cubicBezTo>
                    <a:pt x="1137811" y="2014389"/>
                    <a:pt x="1289530" y="2194458"/>
                    <a:pt x="1422956" y="2319492"/>
                  </a:cubicBezTo>
                  <a:cubicBezTo>
                    <a:pt x="1556382" y="2444526"/>
                    <a:pt x="1668641" y="2521709"/>
                    <a:pt x="1831171" y="2614313"/>
                  </a:cubicBezTo>
                  <a:cubicBezTo>
                    <a:pt x="1993701" y="2706917"/>
                    <a:pt x="2192138" y="2799522"/>
                    <a:pt x="2398135" y="2875117"/>
                  </a:cubicBezTo>
                  <a:cubicBezTo>
                    <a:pt x="2604132" y="2950712"/>
                    <a:pt x="2815270" y="3010130"/>
                    <a:pt x="3067153" y="3067885"/>
                  </a:cubicBezTo>
                  <a:cubicBezTo>
                    <a:pt x="3319036" y="3125640"/>
                    <a:pt x="3679550" y="3193599"/>
                    <a:pt x="3909435" y="3221645"/>
                  </a:cubicBezTo>
                  <a:cubicBezTo>
                    <a:pt x="4139320" y="3249691"/>
                    <a:pt x="4356959" y="3233741"/>
                    <a:pt x="4446464" y="3236160"/>
                  </a:cubicBezTo>
                </a:path>
              </a:pathLst>
            </a:cu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AU">
                <a:solidFill>
                  <a:prstClr val="white"/>
                </a:solidFill>
              </a:endParaRPr>
            </a:p>
          </p:txBody>
        </p:sp>
        <p:sp>
          <p:nvSpPr>
            <p:cNvPr id="59" name="Freeform 58"/>
            <p:cNvSpPr/>
            <p:nvPr/>
          </p:nvSpPr>
          <p:spPr>
            <a:xfrm>
              <a:off x="4508244" y="1780522"/>
              <a:ext cx="3728077" cy="2930741"/>
            </a:xfrm>
            <a:custGeom>
              <a:avLst/>
              <a:gdLst>
                <a:gd name="connsiteX0" fmla="*/ 0 w 4397828"/>
                <a:gd name="connsiteY0" fmla="*/ 3338286 h 3338286"/>
                <a:gd name="connsiteX1" fmla="*/ 203200 w 4397828"/>
                <a:gd name="connsiteY1" fmla="*/ 0 h 3338286"/>
                <a:gd name="connsiteX2" fmla="*/ 203200 w 4397828"/>
                <a:gd name="connsiteY2" fmla="*/ 0 h 3338286"/>
                <a:gd name="connsiteX3" fmla="*/ 856343 w 4397828"/>
                <a:gd name="connsiteY3" fmla="*/ 1001486 h 3338286"/>
                <a:gd name="connsiteX4" fmla="*/ 856343 w 4397828"/>
                <a:gd name="connsiteY4" fmla="*/ 1001486 h 3338286"/>
                <a:gd name="connsiteX5" fmla="*/ 1219200 w 4397828"/>
                <a:gd name="connsiteY5" fmla="*/ 1509486 h 3338286"/>
                <a:gd name="connsiteX6" fmla="*/ 1814285 w 4397828"/>
                <a:gd name="connsiteY6" fmla="*/ 2075543 h 3338286"/>
                <a:gd name="connsiteX7" fmla="*/ 2757714 w 4397828"/>
                <a:gd name="connsiteY7" fmla="*/ 2699657 h 3338286"/>
                <a:gd name="connsiteX8" fmla="*/ 3468914 w 4397828"/>
                <a:gd name="connsiteY8" fmla="*/ 3048000 h 3338286"/>
                <a:gd name="connsiteX9" fmla="*/ 4397828 w 4397828"/>
                <a:gd name="connsiteY9" fmla="*/ 3294743 h 3338286"/>
                <a:gd name="connsiteX0" fmla="*/ 0 w 4397828"/>
                <a:gd name="connsiteY0" fmla="*/ 3338286 h 3338286"/>
                <a:gd name="connsiteX1" fmla="*/ 203200 w 4397828"/>
                <a:gd name="connsiteY1" fmla="*/ 0 h 3338286"/>
                <a:gd name="connsiteX2" fmla="*/ 203200 w 4397828"/>
                <a:gd name="connsiteY2" fmla="*/ 0 h 3338286"/>
                <a:gd name="connsiteX3" fmla="*/ 245495 w 4397828"/>
                <a:gd name="connsiteY3" fmla="*/ 69624 h 3338286"/>
                <a:gd name="connsiteX4" fmla="*/ 856343 w 4397828"/>
                <a:gd name="connsiteY4" fmla="*/ 1001486 h 3338286"/>
                <a:gd name="connsiteX5" fmla="*/ 856343 w 4397828"/>
                <a:gd name="connsiteY5" fmla="*/ 1001486 h 3338286"/>
                <a:gd name="connsiteX6" fmla="*/ 1219200 w 4397828"/>
                <a:gd name="connsiteY6" fmla="*/ 1509486 h 3338286"/>
                <a:gd name="connsiteX7" fmla="*/ 1814285 w 4397828"/>
                <a:gd name="connsiteY7" fmla="*/ 2075543 h 3338286"/>
                <a:gd name="connsiteX8" fmla="*/ 2757714 w 4397828"/>
                <a:gd name="connsiteY8" fmla="*/ 2699657 h 3338286"/>
                <a:gd name="connsiteX9" fmla="*/ 3468914 w 4397828"/>
                <a:gd name="connsiteY9" fmla="*/ 3048000 h 3338286"/>
                <a:gd name="connsiteX10" fmla="*/ 4397828 w 4397828"/>
                <a:gd name="connsiteY10" fmla="*/ 3294743 h 3338286"/>
                <a:gd name="connsiteX0" fmla="*/ 0 w 4397828"/>
                <a:gd name="connsiteY0" fmla="*/ 3338286 h 3338286"/>
                <a:gd name="connsiteX1" fmla="*/ 195489 w 4397828"/>
                <a:gd name="connsiteY1" fmla="*/ 45811 h 3338286"/>
                <a:gd name="connsiteX2" fmla="*/ 203200 w 4397828"/>
                <a:gd name="connsiteY2" fmla="*/ 0 h 3338286"/>
                <a:gd name="connsiteX3" fmla="*/ 203200 w 4397828"/>
                <a:gd name="connsiteY3" fmla="*/ 0 h 3338286"/>
                <a:gd name="connsiteX4" fmla="*/ 245495 w 4397828"/>
                <a:gd name="connsiteY4" fmla="*/ 69624 h 3338286"/>
                <a:gd name="connsiteX5" fmla="*/ 856343 w 4397828"/>
                <a:gd name="connsiteY5" fmla="*/ 1001486 h 3338286"/>
                <a:gd name="connsiteX6" fmla="*/ 856343 w 4397828"/>
                <a:gd name="connsiteY6" fmla="*/ 1001486 h 3338286"/>
                <a:gd name="connsiteX7" fmla="*/ 1219200 w 4397828"/>
                <a:gd name="connsiteY7" fmla="*/ 1509486 h 3338286"/>
                <a:gd name="connsiteX8" fmla="*/ 1814285 w 4397828"/>
                <a:gd name="connsiteY8" fmla="*/ 2075543 h 3338286"/>
                <a:gd name="connsiteX9" fmla="*/ 2757714 w 4397828"/>
                <a:gd name="connsiteY9" fmla="*/ 2699657 h 3338286"/>
                <a:gd name="connsiteX10" fmla="*/ 3468914 w 4397828"/>
                <a:gd name="connsiteY10" fmla="*/ 3048000 h 3338286"/>
                <a:gd name="connsiteX11" fmla="*/ 4397828 w 4397828"/>
                <a:gd name="connsiteY11" fmla="*/ 3294743 h 3338286"/>
                <a:gd name="connsiteX0" fmla="*/ 0 w 4397828"/>
                <a:gd name="connsiteY0" fmla="*/ 3338286 h 3338286"/>
                <a:gd name="connsiteX1" fmla="*/ 181202 w 4397828"/>
                <a:gd name="connsiteY1" fmla="*/ 36286 h 3338286"/>
                <a:gd name="connsiteX2" fmla="*/ 203200 w 4397828"/>
                <a:gd name="connsiteY2" fmla="*/ 0 h 3338286"/>
                <a:gd name="connsiteX3" fmla="*/ 203200 w 4397828"/>
                <a:gd name="connsiteY3" fmla="*/ 0 h 3338286"/>
                <a:gd name="connsiteX4" fmla="*/ 245495 w 4397828"/>
                <a:gd name="connsiteY4" fmla="*/ 69624 h 3338286"/>
                <a:gd name="connsiteX5" fmla="*/ 856343 w 4397828"/>
                <a:gd name="connsiteY5" fmla="*/ 1001486 h 3338286"/>
                <a:gd name="connsiteX6" fmla="*/ 856343 w 4397828"/>
                <a:gd name="connsiteY6" fmla="*/ 1001486 h 3338286"/>
                <a:gd name="connsiteX7" fmla="*/ 1219200 w 4397828"/>
                <a:gd name="connsiteY7" fmla="*/ 1509486 h 3338286"/>
                <a:gd name="connsiteX8" fmla="*/ 1814285 w 4397828"/>
                <a:gd name="connsiteY8" fmla="*/ 2075543 h 3338286"/>
                <a:gd name="connsiteX9" fmla="*/ 2757714 w 4397828"/>
                <a:gd name="connsiteY9" fmla="*/ 2699657 h 3338286"/>
                <a:gd name="connsiteX10" fmla="*/ 3468914 w 4397828"/>
                <a:gd name="connsiteY10" fmla="*/ 3048000 h 3338286"/>
                <a:gd name="connsiteX11" fmla="*/ 4397828 w 4397828"/>
                <a:gd name="connsiteY11" fmla="*/ 3294743 h 3338286"/>
                <a:gd name="connsiteX0" fmla="*/ 0 w 4397828"/>
                <a:gd name="connsiteY0" fmla="*/ 3338286 h 3338286"/>
                <a:gd name="connsiteX1" fmla="*/ 181202 w 4397828"/>
                <a:gd name="connsiteY1" fmla="*/ 36286 h 3338286"/>
                <a:gd name="connsiteX2" fmla="*/ 203200 w 4397828"/>
                <a:gd name="connsiteY2" fmla="*/ 0 h 3338286"/>
                <a:gd name="connsiteX3" fmla="*/ 203200 w 4397828"/>
                <a:gd name="connsiteY3" fmla="*/ 0 h 3338286"/>
                <a:gd name="connsiteX4" fmla="*/ 255020 w 4397828"/>
                <a:gd name="connsiteY4" fmla="*/ 14856 h 3338286"/>
                <a:gd name="connsiteX5" fmla="*/ 856343 w 4397828"/>
                <a:gd name="connsiteY5" fmla="*/ 1001486 h 3338286"/>
                <a:gd name="connsiteX6" fmla="*/ 856343 w 4397828"/>
                <a:gd name="connsiteY6" fmla="*/ 1001486 h 3338286"/>
                <a:gd name="connsiteX7" fmla="*/ 1219200 w 4397828"/>
                <a:gd name="connsiteY7" fmla="*/ 1509486 h 3338286"/>
                <a:gd name="connsiteX8" fmla="*/ 1814285 w 4397828"/>
                <a:gd name="connsiteY8" fmla="*/ 2075543 h 3338286"/>
                <a:gd name="connsiteX9" fmla="*/ 2757714 w 4397828"/>
                <a:gd name="connsiteY9" fmla="*/ 2699657 h 3338286"/>
                <a:gd name="connsiteX10" fmla="*/ 3468914 w 4397828"/>
                <a:gd name="connsiteY10" fmla="*/ 3048000 h 3338286"/>
                <a:gd name="connsiteX11" fmla="*/ 4397828 w 4397828"/>
                <a:gd name="connsiteY11" fmla="*/ 3294743 h 3338286"/>
                <a:gd name="connsiteX0" fmla="*/ 0 w 4397828"/>
                <a:gd name="connsiteY0" fmla="*/ 3338286 h 3338286"/>
                <a:gd name="connsiteX1" fmla="*/ 181202 w 4397828"/>
                <a:gd name="connsiteY1" fmla="*/ 36286 h 3338286"/>
                <a:gd name="connsiteX2" fmla="*/ 203200 w 4397828"/>
                <a:gd name="connsiteY2" fmla="*/ 0 h 3338286"/>
                <a:gd name="connsiteX3" fmla="*/ 203200 w 4397828"/>
                <a:gd name="connsiteY3" fmla="*/ 0 h 3338286"/>
                <a:gd name="connsiteX4" fmla="*/ 255020 w 4397828"/>
                <a:gd name="connsiteY4" fmla="*/ 14856 h 3338286"/>
                <a:gd name="connsiteX5" fmla="*/ 856343 w 4397828"/>
                <a:gd name="connsiteY5" fmla="*/ 1001486 h 3338286"/>
                <a:gd name="connsiteX6" fmla="*/ 856343 w 4397828"/>
                <a:gd name="connsiteY6" fmla="*/ 1001486 h 3338286"/>
                <a:gd name="connsiteX7" fmla="*/ 1219200 w 4397828"/>
                <a:gd name="connsiteY7" fmla="*/ 1509486 h 3338286"/>
                <a:gd name="connsiteX8" fmla="*/ 1814285 w 4397828"/>
                <a:gd name="connsiteY8" fmla="*/ 2075543 h 3338286"/>
                <a:gd name="connsiteX9" fmla="*/ 2757714 w 4397828"/>
                <a:gd name="connsiteY9" fmla="*/ 2699657 h 3338286"/>
                <a:gd name="connsiteX10" fmla="*/ 3468914 w 4397828"/>
                <a:gd name="connsiteY10" fmla="*/ 3048000 h 3338286"/>
                <a:gd name="connsiteX11" fmla="*/ 4397828 w 4397828"/>
                <a:gd name="connsiteY11" fmla="*/ 3294743 h 3338286"/>
                <a:gd name="connsiteX0" fmla="*/ 0 w 4397828"/>
                <a:gd name="connsiteY0" fmla="*/ 3400025 h 3400025"/>
                <a:gd name="connsiteX1" fmla="*/ 181202 w 4397828"/>
                <a:gd name="connsiteY1" fmla="*/ 98025 h 3400025"/>
                <a:gd name="connsiteX2" fmla="*/ 203200 w 4397828"/>
                <a:gd name="connsiteY2" fmla="*/ 61739 h 3400025"/>
                <a:gd name="connsiteX3" fmla="*/ 203200 w 4397828"/>
                <a:gd name="connsiteY3" fmla="*/ 61739 h 3400025"/>
                <a:gd name="connsiteX4" fmla="*/ 226445 w 4397828"/>
                <a:gd name="connsiteY4" fmla="*/ 64688 h 3400025"/>
                <a:gd name="connsiteX5" fmla="*/ 255020 w 4397828"/>
                <a:gd name="connsiteY5" fmla="*/ 76595 h 3400025"/>
                <a:gd name="connsiteX6" fmla="*/ 856343 w 4397828"/>
                <a:gd name="connsiteY6" fmla="*/ 1063225 h 3400025"/>
                <a:gd name="connsiteX7" fmla="*/ 856343 w 4397828"/>
                <a:gd name="connsiteY7" fmla="*/ 1063225 h 3400025"/>
                <a:gd name="connsiteX8" fmla="*/ 1219200 w 4397828"/>
                <a:gd name="connsiteY8" fmla="*/ 1571225 h 3400025"/>
                <a:gd name="connsiteX9" fmla="*/ 1814285 w 4397828"/>
                <a:gd name="connsiteY9" fmla="*/ 2137282 h 3400025"/>
                <a:gd name="connsiteX10" fmla="*/ 2757714 w 4397828"/>
                <a:gd name="connsiteY10" fmla="*/ 2761396 h 3400025"/>
                <a:gd name="connsiteX11" fmla="*/ 3468914 w 4397828"/>
                <a:gd name="connsiteY11" fmla="*/ 3109739 h 3400025"/>
                <a:gd name="connsiteX12" fmla="*/ 4397828 w 4397828"/>
                <a:gd name="connsiteY12" fmla="*/ 3356482 h 3400025"/>
                <a:gd name="connsiteX0" fmla="*/ 0 w 4397828"/>
                <a:gd name="connsiteY0" fmla="*/ 3422824 h 3422824"/>
                <a:gd name="connsiteX1" fmla="*/ 181202 w 4397828"/>
                <a:gd name="connsiteY1" fmla="*/ 120824 h 3422824"/>
                <a:gd name="connsiteX2" fmla="*/ 203200 w 4397828"/>
                <a:gd name="connsiteY2" fmla="*/ 84538 h 3422824"/>
                <a:gd name="connsiteX3" fmla="*/ 203200 w 4397828"/>
                <a:gd name="connsiteY3" fmla="*/ 84538 h 3422824"/>
                <a:gd name="connsiteX4" fmla="*/ 226445 w 4397828"/>
                <a:gd name="connsiteY4" fmla="*/ 87487 h 3422824"/>
                <a:gd name="connsiteX5" fmla="*/ 212158 w 4397828"/>
                <a:gd name="connsiteY5" fmla="*/ 32719 h 3422824"/>
                <a:gd name="connsiteX6" fmla="*/ 255020 w 4397828"/>
                <a:gd name="connsiteY6" fmla="*/ 99394 h 3422824"/>
                <a:gd name="connsiteX7" fmla="*/ 856343 w 4397828"/>
                <a:gd name="connsiteY7" fmla="*/ 1086024 h 3422824"/>
                <a:gd name="connsiteX8" fmla="*/ 856343 w 4397828"/>
                <a:gd name="connsiteY8" fmla="*/ 1086024 h 3422824"/>
                <a:gd name="connsiteX9" fmla="*/ 1219200 w 4397828"/>
                <a:gd name="connsiteY9" fmla="*/ 1594024 h 3422824"/>
                <a:gd name="connsiteX10" fmla="*/ 1814285 w 4397828"/>
                <a:gd name="connsiteY10" fmla="*/ 2160081 h 3422824"/>
                <a:gd name="connsiteX11" fmla="*/ 2757714 w 4397828"/>
                <a:gd name="connsiteY11" fmla="*/ 2784195 h 3422824"/>
                <a:gd name="connsiteX12" fmla="*/ 3468914 w 4397828"/>
                <a:gd name="connsiteY12" fmla="*/ 3132538 h 3422824"/>
                <a:gd name="connsiteX13" fmla="*/ 4397828 w 4397828"/>
                <a:gd name="connsiteY13" fmla="*/ 3379281 h 3422824"/>
                <a:gd name="connsiteX0" fmla="*/ 0 w 4397828"/>
                <a:gd name="connsiteY0" fmla="*/ 3406101 h 3406101"/>
                <a:gd name="connsiteX1" fmla="*/ 181202 w 4397828"/>
                <a:gd name="connsiteY1" fmla="*/ 104101 h 3406101"/>
                <a:gd name="connsiteX2" fmla="*/ 203200 w 4397828"/>
                <a:gd name="connsiteY2" fmla="*/ 67815 h 3406101"/>
                <a:gd name="connsiteX3" fmla="*/ 203200 w 4397828"/>
                <a:gd name="connsiteY3" fmla="*/ 67815 h 3406101"/>
                <a:gd name="connsiteX4" fmla="*/ 226445 w 4397828"/>
                <a:gd name="connsiteY4" fmla="*/ 70764 h 3406101"/>
                <a:gd name="connsiteX5" fmla="*/ 212158 w 4397828"/>
                <a:gd name="connsiteY5" fmla="*/ 15996 h 3406101"/>
                <a:gd name="connsiteX6" fmla="*/ 255020 w 4397828"/>
                <a:gd name="connsiteY6" fmla="*/ 82671 h 3406101"/>
                <a:gd name="connsiteX7" fmla="*/ 856343 w 4397828"/>
                <a:gd name="connsiteY7" fmla="*/ 1069301 h 3406101"/>
                <a:gd name="connsiteX8" fmla="*/ 856343 w 4397828"/>
                <a:gd name="connsiteY8" fmla="*/ 1069301 h 3406101"/>
                <a:gd name="connsiteX9" fmla="*/ 1219200 w 4397828"/>
                <a:gd name="connsiteY9" fmla="*/ 1577301 h 3406101"/>
                <a:gd name="connsiteX10" fmla="*/ 1814285 w 4397828"/>
                <a:gd name="connsiteY10" fmla="*/ 2143358 h 3406101"/>
                <a:gd name="connsiteX11" fmla="*/ 2757714 w 4397828"/>
                <a:gd name="connsiteY11" fmla="*/ 2767472 h 3406101"/>
                <a:gd name="connsiteX12" fmla="*/ 3468914 w 4397828"/>
                <a:gd name="connsiteY12" fmla="*/ 3115815 h 3406101"/>
                <a:gd name="connsiteX13" fmla="*/ 4397828 w 4397828"/>
                <a:gd name="connsiteY13" fmla="*/ 3362558 h 3406101"/>
                <a:gd name="connsiteX0" fmla="*/ 0 w 4397828"/>
                <a:gd name="connsiteY0" fmla="*/ 3400026 h 3400026"/>
                <a:gd name="connsiteX1" fmla="*/ 181202 w 4397828"/>
                <a:gd name="connsiteY1" fmla="*/ 98026 h 3400026"/>
                <a:gd name="connsiteX2" fmla="*/ 203200 w 4397828"/>
                <a:gd name="connsiteY2" fmla="*/ 61740 h 3400026"/>
                <a:gd name="connsiteX3" fmla="*/ 203200 w 4397828"/>
                <a:gd name="connsiteY3" fmla="*/ 61740 h 3400026"/>
                <a:gd name="connsiteX4" fmla="*/ 226445 w 4397828"/>
                <a:gd name="connsiteY4" fmla="*/ 64689 h 3400026"/>
                <a:gd name="connsiteX5" fmla="*/ 255020 w 4397828"/>
                <a:gd name="connsiteY5" fmla="*/ 76596 h 3400026"/>
                <a:gd name="connsiteX6" fmla="*/ 856343 w 4397828"/>
                <a:gd name="connsiteY6" fmla="*/ 1063226 h 3400026"/>
                <a:gd name="connsiteX7" fmla="*/ 856343 w 4397828"/>
                <a:gd name="connsiteY7" fmla="*/ 1063226 h 3400026"/>
                <a:gd name="connsiteX8" fmla="*/ 1219200 w 4397828"/>
                <a:gd name="connsiteY8" fmla="*/ 1571226 h 3400026"/>
                <a:gd name="connsiteX9" fmla="*/ 1814285 w 4397828"/>
                <a:gd name="connsiteY9" fmla="*/ 2137283 h 3400026"/>
                <a:gd name="connsiteX10" fmla="*/ 2757714 w 4397828"/>
                <a:gd name="connsiteY10" fmla="*/ 2761397 h 3400026"/>
                <a:gd name="connsiteX11" fmla="*/ 3468914 w 4397828"/>
                <a:gd name="connsiteY11" fmla="*/ 3109740 h 3400026"/>
                <a:gd name="connsiteX12" fmla="*/ 4397828 w 4397828"/>
                <a:gd name="connsiteY12" fmla="*/ 3356483 h 3400026"/>
                <a:gd name="connsiteX0" fmla="*/ 0 w 4397828"/>
                <a:gd name="connsiteY0" fmla="*/ 3398313 h 3398313"/>
                <a:gd name="connsiteX1" fmla="*/ 181202 w 4397828"/>
                <a:gd name="connsiteY1" fmla="*/ 96313 h 3398313"/>
                <a:gd name="connsiteX2" fmla="*/ 203200 w 4397828"/>
                <a:gd name="connsiteY2" fmla="*/ 60027 h 3398313"/>
                <a:gd name="connsiteX3" fmla="*/ 203200 w 4397828"/>
                <a:gd name="connsiteY3" fmla="*/ 60027 h 3398313"/>
                <a:gd name="connsiteX4" fmla="*/ 226445 w 4397828"/>
                <a:gd name="connsiteY4" fmla="*/ 62976 h 3398313"/>
                <a:gd name="connsiteX5" fmla="*/ 285976 w 4397828"/>
                <a:gd name="connsiteY5" fmla="*/ 77264 h 3398313"/>
                <a:gd name="connsiteX6" fmla="*/ 856343 w 4397828"/>
                <a:gd name="connsiteY6" fmla="*/ 1061513 h 3398313"/>
                <a:gd name="connsiteX7" fmla="*/ 856343 w 4397828"/>
                <a:gd name="connsiteY7" fmla="*/ 1061513 h 3398313"/>
                <a:gd name="connsiteX8" fmla="*/ 1219200 w 4397828"/>
                <a:gd name="connsiteY8" fmla="*/ 1569513 h 3398313"/>
                <a:gd name="connsiteX9" fmla="*/ 1814285 w 4397828"/>
                <a:gd name="connsiteY9" fmla="*/ 2135570 h 3398313"/>
                <a:gd name="connsiteX10" fmla="*/ 2757714 w 4397828"/>
                <a:gd name="connsiteY10" fmla="*/ 2759684 h 3398313"/>
                <a:gd name="connsiteX11" fmla="*/ 3468914 w 4397828"/>
                <a:gd name="connsiteY11" fmla="*/ 3108027 h 3398313"/>
                <a:gd name="connsiteX12" fmla="*/ 4397828 w 4397828"/>
                <a:gd name="connsiteY12" fmla="*/ 3354770 h 3398313"/>
                <a:gd name="connsiteX0" fmla="*/ 0 w 4397828"/>
                <a:gd name="connsiteY0" fmla="*/ 3338286 h 3338286"/>
                <a:gd name="connsiteX1" fmla="*/ 181202 w 4397828"/>
                <a:gd name="connsiteY1" fmla="*/ 36286 h 3338286"/>
                <a:gd name="connsiteX2" fmla="*/ 203200 w 4397828"/>
                <a:gd name="connsiteY2" fmla="*/ 0 h 3338286"/>
                <a:gd name="connsiteX3" fmla="*/ 203200 w 4397828"/>
                <a:gd name="connsiteY3" fmla="*/ 0 h 3338286"/>
                <a:gd name="connsiteX4" fmla="*/ 226445 w 4397828"/>
                <a:gd name="connsiteY4" fmla="*/ 2949 h 3338286"/>
                <a:gd name="connsiteX5" fmla="*/ 285976 w 4397828"/>
                <a:gd name="connsiteY5" fmla="*/ 17237 h 3338286"/>
                <a:gd name="connsiteX6" fmla="*/ 856343 w 4397828"/>
                <a:gd name="connsiteY6" fmla="*/ 1001486 h 3338286"/>
                <a:gd name="connsiteX7" fmla="*/ 856343 w 4397828"/>
                <a:gd name="connsiteY7" fmla="*/ 1001486 h 3338286"/>
                <a:gd name="connsiteX8" fmla="*/ 1219200 w 4397828"/>
                <a:gd name="connsiteY8" fmla="*/ 1509486 h 3338286"/>
                <a:gd name="connsiteX9" fmla="*/ 1814285 w 4397828"/>
                <a:gd name="connsiteY9" fmla="*/ 2075543 h 3338286"/>
                <a:gd name="connsiteX10" fmla="*/ 2757714 w 4397828"/>
                <a:gd name="connsiteY10" fmla="*/ 2699657 h 3338286"/>
                <a:gd name="connsiteX11" fmla="*/ 3468914 w 4397828"/>
                <a:gd name="connsiteY11" fmla="*/ 3048000 h 3338286"/>
                <a:gd name="connsiteX12" fmla="*/ 4397828 w 4397828"/>
                <a:gd name="connsiteY12" fmla="*/ 3294743 h 3338286"/>
                <a:gd name="connsiteX0" fmla="*/ 0 w 4397828"/>
                <a:gd name="connsiteY0" fmla="*/ 3338286 h 3338286"/>
                <a:gd name="connsiteX1" fmla="*/ 181202 w 4397828"/>
                <a:gd name="connsiteY1" fmla="*/ 36286 h 3338286"/>
                <a:gd name="connsiteX2" fmla="*/ 203200 w 4397828"/>
                <a:gd name="connsiteY2" fmla="*/ 0 h 3338286"/>
                <a:gd name="connsiteX3" fmla="*/ 203200 w 4397828"/>
                <a:gd name="connsiteY3" fmla="*/ 0 h 3338286"/>
                <a:gd name="connsiteX4" fmla="*/ 226445 w 4397828"/>
                <a:gd name="connsiteY4" fmla="*/ 2949 h 3338286"/>
                <a:gd name="connsiteX5" fmla="*/ 288357 w 4397828"/>
                <a:gd name="connsiteY5" fmla="*/ 29143 h 3338286"/>
                <a:gd name="connsiteX6" fmla="*/ 856343 w 4397828"/>
                <a:gd name="connsiteY6" fmla="*/ 1001486 h 3338286"/>
                <a:gd name="connsiteX7" fmla="*/ 856343 w 4397828"/>
                <a:gd name="connsiteY7" fmla="*/ 1001486 h 3338286"/>
                <a:gd name="connsiteX8" fmla="*/ 1219200 w 4397828"/>
                <a:gd name="connsiteY8" fmla="*/ 1509486 h 3338286"/>
                <a:gd name="connsiteX9" fmla="*/ 1814285 w 4397828"/>
                <a:gd name="connsiteY9" fmla="*/ 2075543 h 3338286"/>
                <a:gd name="connsiteX10" fmla="*/ 2757714 w 4397828"/>
                <a:gd name="connsiteY10" fmla="*/ 2699657 h 3338286"/>
                <a:gd name="connsiteX11" fmla="*/ 3468914 w 4397828"/>
                <a:gd name="connsiteY11" fmla="*/ 3048000 h 3338286"/>
                <a:gd name="connsiteX12" fmla="*/ 4397828 w 4397828"/>
                <a:gd name="connsiteY12" fmla="*/ 3294743 h 3338286"/>
                <a:gd name="connsiteX0" fmla="*/ 0 w 4397828"/>
                <a:gd name="connsiteY0" fmla="*/ 3338286 h 3338286"/>
                <a:gd name="connsiteX1" fmla="*/ 181202 w 4397828"/>
                <a:gd name="connsiteY1" fmla="*/ 36286 h 3338286"/>
                <a:gd name="connsiteX2" fmla="*/ 203200 w 4397828"/>
                <a:gd name="connsiteY2" fmla="*/ 0 h 3338286"/>
                <a:gd name="connsiteX3" fmla="*/ 203200 w 4397828"/>
                <a:gd name="connsiteY3" fmla="*/ 0 h 3338286"/>
                <a:gd name="connsiteX4" fmla="*/ 226445 w 4397828"/>
                <a:gd name="connsiteY4" fmla="*/ 2949 h 3338286"/>
                <a:gd name="connsiteX5" fmla="*/ 278832 w 4397828"/>
                <a:gd name="connsiteY5" fmla="*/ 36287 h 3338286"/>
                <a:gd name="connsiteX6" fmla="*/ 856343 w 4397828"/>
                <a:gd name="connsiteY6" fmla="*/ 1001486 h 3338286"/>
                <a:gd name="connsiteX7" fmla="*/ 856343 w 4397828"/>
                <a:gd name="connsiteY7" fmla="*/ 1001486 h 3338286"/>
                <a:gd name="connsiteX8" fmla="*/ 1219200 w 4397828"/>
                <a:gd name="connsiteY8" fmla="*/ 1509486 h 3338286"/>
                <a:gd name="connsiteX9" fmla="*/ 1814285 w 4397828"/>
                <a:gd name="connsiteY9" fmla="*/ 2075543 h 3338286"/>
                <a:gd name="connsiteX10" fmla="*/ 2757714 w 4397828"/>
                <a:gd name="connsiteY10" fmla="*/ 2699657 h 3338286"/>
                <a:gd name="connsiteX11" fmla="*/ 3468914 w 4397828"/>
                <a:gd name="connsiteY11" fmla="*/ 3048000 h 3338286"/>
                <a:gd name="connsiteX12" fmla="*/ 4397828 w 4397828"/>
                <a:gd name="connsiteY12" fmla="*/ 3294743 h 3338286"/>
                <a:gd name="connsiteX0" fmla="*/ 0 w 4397828"/>
                <a:gd name="connsiteY0" fmla="*/ 3338286 h 3338286"/>
                <a:gd name="connsiteX1" fmla="*/ 181202 w 4397828"/>
                <a:gd name="connsiteY1" fmla="*/ 36286 h 3338286"/>
                <a:gd name="connsiteX2" fmla="*/ 203200 w 4397828"/>
                <a:gd name="connsiteY2" fmla="*/ 0 h 3338286"/>
                <a:gd name="connsiteX3" fmla="*/ 203200 w 4397828"/>
                <a:gd name="connsiteY3" fmla="*/ 0 h 3338286"/>
                <a:gd name="connsiteX4" fmla="*/ 226445 w 4397828"/>
                <a:gd name="connsiteY4" fmla="*/ 2949 h 3338286"/>
                <a:gd name="connsiteX5" fmla="*/ 278832 w 4397828"/>
                <a:gd name="connsiteY5" fmla="*/ 36287 h 3338286"/>
                <a:gd name="connsiteX6" fmla="*/ 856343 w 4397828"/>
                <a:gd name="connsiteY6" fmla="*/ 1001486 h 3338286"/>
                <a:gd name="connsiteX7" fmla="*/ 856343 w 4397828"/>
                <a:gd name="connsiteY7" fmla="*/ 1001486 h 3338286"/>
                <a:gd name="connsiteX8" fmla="*/ 1219200 w 4397828"/>
                <a:gd name="connsiteY8" fmla="*/ 1509486 h 3338286"/>
                <a:gd name="connsiteX9" fmla="*/ 1814285 w 4397828"/>
                <a:gd name="connsiteY9" fmla="*/ 2075543 h 3338286"/>
                <a:gd name="connsiteX10" fmla="*/ 2757714 w 4397828"/>
                <a:gd name="connsiteY10" fmla="*/ 2699657 h 3338286"/>
                <a:gd name="connsiteX11" fmla="*/ 3468914 w 4397828"/>
                <a:gd name="connsiteY11" fmla="*/ 3048000 h 3338286"/>
                <a:gd name="connsiteX12" fmla="*/ 4397828 w 4397828"/>
                <a:gd name="connsiteY12" fmla="*/ 3294743 h 3338286"/>
                <a:gd name="connsiteX0" fmla="*/ 0 w 4397828"/>
                <a:gd name="connsiteY0" fmla="*/ 3339349 h 3339349"/>
                <a:gd name="connsiteX1" fmla="*/ 181202 w 4397828"/>
                <a:gd name="connsiteY1" fmla="*/ 37349 h 3339349"/>
                <a:gd name="connsiteX2" fmla="*/ 203200 w 4397828"/>
                <a:gd name="connsiteY2" fmla="*/ 1063 h 3339349"/>
                <a:gd name="connsiteX3" fmla="*/ 191294 w 4397828"/>
                <a:gd name="connsiteY3" fmla="*/ 10588 h 3339349"/>
                <a:gd name="connsiteX4" fmla="*/ 226445 w 4397828"/>
                <a:gd name="connsiteY4" fmla="*/ 4012 h 3339349"/>
                <a:gd name="connsiteX5" fmla="*/ 278832 w 4397828"/>
                <a:gd name="connsiteY5" fmla="*/ 37350 h 3339349"/>
                <a:gd name="connsiteX6" fmla="*/ 856343 w 4397828"/>
                <a:gd name="connsiteY6" fmla="*/ 1002549 h 3339349"/>
                <a:gd name="connsiteX7" fmla="*/ 856343 w 4397828"/>
                <a:gd name="connsiteY7" fmla="*/ 1002549 h 3339349"/>
                <a:gd name="connsiteX8" fmla="*/ 1219200 w 4397828"/>
                <a:gd name="connsiteY8" fmla="*/ 1510549 h 3339349"/>
                <a:gd name="connsiteX9" fmla="*/ 1814285 w 4397828"/>
                <a:gd name="connsiteY9" fmla="*/ 2076606 h 3339349"/>
                <a:gd name="connsiteX10" fmla="*/ 2757714 w 4397828"/>
                <a:gd name="connsiteY10" fmla="*/ 2700720 h 3339349"/>
                <a:gd name="connsiteX11" fmla="*/ 3468914 w 4397828"/>
                <a:gd name="connsiteY11" fmla="*/ 3049063 h 3339349"/>
                <a:gd name="connsiteX12" fmla="*/ 4397828 w 4397828"/>
                <a:gd name="connsiteY12" fmla="*/ 3295806 h 3339349"/>
                <a:gd name="connsiteX0" fmla="*/ 0 w 4397828"/>
                <a:gd name="connsiteY0" fmla="*/ 3341392 h 3341392"/>
                <a:gd name="connsiteX1" fmla="*/ 181202 w 4397828"/>
                <a:gd name="connsiteY1" fmla="*/ 39392 h 3341392"/>
                <a:gd name="connsiteX2" fmla="*/ 203200 w 4397828"/>
                <a:gd name="connsiteY2" fmla="*/ 3106 h 3341392"/>
                <a:gd name="connsiteX3" fmla="*/ 226445 w 4397828"/>
                <a:gd name="connsiteY3" fmla="*/ 6055 h 3341392"/>
                <a:gd name="connsiteX4" fmla="*/ 278832 w 4397828"/>
                <a:gd name="connsiteY4" fmla="*/ 39393 h 3341392"/>
                <a:gd name="connsiteX5" fmla="*/ 856343 w 4397828"/>
                <a:gd name="connsiteY5" fmla="*/ 1004592 h 3341392"/>
                <a:gd name="connsiteX6" fmla="*/ 856343 w 4397828"/>
                <a:gd name="connsiteY6" fmla="*/ 1004592 h 3341392"/>
                <a:gd name="connsiteX7" fmla="*/ 1219200 w 4397828"/>
                <a:gd name="connsiteY7" fmla="*/ 1512592 h 3341392"/>
                <a:gd name="connsiteX8" fmla="*/ 1814285 w 4397828"/>
                <a:gd name="connsiteY8" fmla="*/ 2078649 h 3341392"/>
                <a:gd name="connsiteX9" fmla="*/ 2757714 w 4397828"/>
                <a:gd name="connsiteY9" fmla="*/ 2702763 h 3341392"/>
                <a:gd name="connsiteX10" fmla="*/ 3468914 w 4397828"/>
                <a:gd name="connsiteY10" fmla="*/ 3051106 h 3341392"/>
                <a:gd name="connsiteX11" fmla="*/ 4397828 w 4397828"/>
                <a:gd name="connsiteY11" fmla="*/ 3297849 h 3341392"/>
                <a:gd name="connsiteX0" fmla="*/ 0 w 4397828"/>
                <a:gd name="connsiteY0" fmla="*/ 3342510 h 3342510"/>
                <a:gd name="connsiteX1" fmla="*/ 181202 w 4397828"/>
                <a:gd name="connsiteY1" fmla="*/ 40510 h 3342510"/>
                <a:gd name="connsiteX2" fmla="*/ 203200 w 4397828"/>
                <a:gd name="connsiteY2" fmla="*/ 4224 h 3342510"/>
                <a:gd name="connsiteX3" fmla="*/ 240732 w 4397828"/>
                <a:gd name="connsiteY3" fmla="*/ 4792 h 3342510"/>
                <a:gd name="connsiteX4" fmla="*/ 278832 w 4397828"/>
                <a:gd name="connsiteY4" fmla="*/ 40511 h 3342510"/>
                <a:gd name="connsiteX5" fmla="*/ 856343 w 4397828"/>
                <a:gd name="connsiteY5" fmla="*/ 1005710 h 3342510"/>
                <a:gd name="connsiteX6" fmla="*/ 856343 w 4397828"/>
                <a:gd name="connsiteY6" fmla="*/ 1005710 h 3342510"/>
                <a:gd name="connsiteX7" fmla="*/ 1219200 w 4397828"/>
                <a:gd name="connsiteY7" fmla="*/ 1513710 h 3342510"/>
                <a:gd name="connsiteX8" fmla="*/ 1814285 w 4397828"/>
                <a:gd name="connsiteY8" fmla="*/ 2079767 h 3342510"/>
                <a:gd name="connsiteX9" fmla="*/ 2757714 w 4397828"/>
                <a:gd name="connsiteY9" fmla="*/ 2703881 h 3342510"/>
                <a:gd name="connsiteX10" fmla="*/ 3468914 w 4397828"/>
                <a:gd name="connsiteY10" fmla="*/ 3052224 h 3342510"/>
                <a:gd name="connsiteX11" fmla="*/ 4397828 w 4397828"/>
                <a:gd name="connsiteY11" fmla="*/ 3298967 h 3342510"/>
                <a:gd name="connsiteX0" fmla="*/ 0 w 4397828"/>
                <a:gd name="connsiteY0" fmla="*/ 3342510 h 3342510"/>
                <a:gd name="connsiteX1" fmla="*/ 181202 w 4397828"/>
                <a:gd name="connsiteY1" fmla="*/ 40510 h 3342510"/>
                <a:gd name="connsiteX2" fmla="*/ 203200 w 4397828"/>
                <a:gd name="connsiteY2" fmla="*/ 4224 h 3342510"/>
                <a:gd name="connsiteX3" fmla="*/ 240732 w 4397828"/>
                <a:gd name="connsiteY3" fmla="*/ 4792 h 3342510"/>
                <a:gd name="connsiteX4" fmla="*/ 278832 w 4397828"/>
                <a:gd name="connsiteY4" fmla="*/ 40511 h 3342510"/>
                <a:gd name="connsiteX5" fmla="*/ 856343 w 4397828"/>
                <a:gd name="connsiteY5" fmla="*/ 1005710 h 3342510"/>
                <a:gd name="connsiteX6" fmla="*/ 856343 w 4397828"/>
                <a:gd name="connsiteY6" fmla="*/ 1005710 h 3342510"/>
                <a:gd name="connsiteX7" fmla="*/ 1219200 w 4397828"/>
                <a:gd name="connsiteY7" fmla="*/ 1513710 h 3342510"/>
                <a:gd name="connsiteX8" fmla="*/ 1974269 w 4397828"/>
                <a:gd name="connsiteY8" fmla="*/ 2203863 h 3342510"/>
                <a:gd name="connsiteX9" fmla="*/ 2757714 w 4397828"/>
                <a:gd name="connsiteY9" fmla="*/ 2703881 h 3342510"/>
                <a:gd name="connsiteX10" fmla="*/ 3468914 w 4397828"/>
                <a:gd name="connsiteY10" fmla="*/ 3052224 h 3342510"/>
                <a:gd name="connsiteX11" fmla="*/ 4397828 w 4397828"/>
                <a:gd name="connsiteY11" fmla="*/ 3298967 h 3342510"/>
                <a:gd name="connsiteX0" fmla="*/ 0 w 4397828"/>
                <a:gd name="connsiteY0" fmla="*/ 3342510 h 3342510"/>
                <a:gd name="connsiteX1" fmla="*/ 181202 w 4397828"/>
                <a:gd name="connsiteY1" fmla="*/ 40510 h 3342510"/>
                <a:gd name="connsiteX2" fmla="*/ 203200 w 4397828"/>
                <a:gd name="connsiteY2" fmla="*/ 4224 h 3342510"/>
                <a:gd name="connsiteX3" fmla="*/ 240732 w 4397828"/>
                <a:gd name="connsiteY3" fmla="*/ 4792 h 3342510"/>
                <a:gd name="connsiteX4" fmla="*/ 278832 w 4397828"/>
                <a:gd name="connsiteY4" fmla="*/ 40511 h 3342510"/>
                <a:gd name="connsiteX5" fmla="*/ 856343 w 4397828"/>
                <a:gd name="connsiteY5" fmla="*/ 1005710 h 3342510"/>
                <a:gd name="connsiteX6" fmla="*/ 856343 w 4397828"/>
                <a:gd name="connsiteY6" fmla="*/ 1005710 h 3342510"/>
                <a:gd name="connsiteX7" fmla="*/ 1219200 w 4397828"/>
                <a:gd name="connsiteY7" fmla="*/ 1513710 h 3342510"/>
                <a:gd name="connsiteX8" fmla="*/ 1974269 w 4397828"/>
                <a:gd name="connsiteY8" fmla="*/ 2203863 h 3342510"/>
                <a:gd name="connsiteX9" fmla="*/ 2757714 w 4397828"/>
                <a:gd name="connsiteY9" fmla="*/ 2719394 h 3342510"/>
                <a:gd name="connsiteX10" fmla="*/ 3468914 w 4397828"/>
                <a:gd name="connsiteY10" fmla="*/ 3052224 h 3342510"/>
                <a:gd name="connsiteX11" fmla="*/ 4397828 w 4397828"/>
                <a:gd name="connsiteY11" fmla="*/ 3298967 h 3342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97828" h="3342510">
                  <a:moveTo>
                    <a:pt x="0" y="3342510"/>
                  </a:moveTo>
                  <a:lnTo>
                    <a:pt x="181202" y="40510"/>
                  </a:lnTo>
                  <a:cubicBezTo>
                    <a:pt x="188535" y="28415"/>
                    <a:pt x="193278" y="10177"/>
                    <a:pt x="203200" y="4224"/>
                  </a:cubicBezTo>
                  <a:cubicBezTo>
                    <a:pt x="213122" y="-1729"/>
                    <a:pt x="228127" y="-1256"/>
                    <a:pt x="240732" y="4792"/>
                  </a:cubicBezTo>
                  <a:cubicBezTo>
                    <a:pt x="249369" y="7268"/>
                    <a:pt x="257192" y="14581"/>
                    <a:pt x="278832" y="40511"/>
                  </a:cubicBezTo>
                  <a:lnTo>
                    <a:pt x="856343" y="1005710"/>
                  </a:lnTo>
                  <a:lnTo>
                    <a:pt x="856343" y="1005710"/>
                  </a:lnTo>
                  <a:cubicBezTo>
                    <a:pt x="916819" y="1090377"/>
                    <a:pt x="1032879" y="1314018"/>
                    <a:pt x="1219200" y="1513710"/>
                  </a:cubicBezTo>
                  <a:cubicBezTo>
                    <a:pt x="1405521" y="1713402"/>
                    <a:pt x="1717850" y="2002916"/>
                    <a:pt x="1974269" y="2203863"/>
                  </a:cubicBezTo>
                  <a:cubicBezTo>
                    <a:pt x="2230688" y="2404810"/>
                    <a:pt x="2508607" y="2578001"/>
                    <a:pt x="2757714" y="2719394"/>
                  </a:cubicBezTo>
                  <a:cubicBezTo>
                    <a:pt x="3006821" y="2860787"/>
                    <a:pt x="3195562" y="2955629"/>
                    <a:pt x="3468914" y="3052224"/>
                  </a:cubicBezTo>
                  <a:cubicBezTo>
                    <a:pt x="3742266" y="3148819"/>
                    <a:pt x="4262361" y="3255424"/>
                    <a:pt x="4397828" y="3298967"/>
                  </a:cubicBezTo>
                </a:path>
              </a:pathLst>
            </a:custGeom>
            <a:noFill/>
            <a:ln w="50800">
              <a:solidFill>
                <a:srgbClr val="4E6B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AU">
                <a:solidFill>
                  <a:prstClr val="white"/>
                </a:solidFill>
              </a:endParaRPr>
            </a:p>
          </p:txBody>
        </p:sp>
        <p:sp>
          <p:nvSpPr>
            <p:cNvPr id="42024" name="Rectangle 21"/>
            <p:cNvSpPr>
              <a:spLocks noChangeArrowheads="1"/>
            </p:cNvSpPr>
            <p:nvPr/>
          </p:nvSpPr>
          <p:spPr bwMode="auto">
            <a:xfrm>
              <a:off x="5673750" y="3242243"/>
              <a:ext cx="810928" cy="4924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 eaLnBrk="1" hangingPunct="1"/>
              <a:r>
                <a:rPr lang="en-US" altLang="en-US" sz="1600">
                  <a:solidFill>
                    <a:srgbClr val="4E6BFA"/>
                  </a:solidFill>
                </a:rPr>
                <a:t>Asthma </a:t>
              </a:r>
              <a:br>
                <a:rPr lang="en-US" altLang="en-US" sz="1600">
                  <a:solidFill>
                    <a:srgbClr val="4E6BFA"/>
                  </a:solidFill>
                </a:rPr>
              </a:br>
              <a:r>
                <a:rPr lang="en-US" altLang="en-US" sz="1600">
                  <a:solidFill>
                    <a:srgbClr val="4E6BFA"/>
                  </a:solidFill>
                </a:rPr>
                <a:t>(after BD)</a:t>
              </a:r>
            </a:p>
          </p:txBody>
        </p:sp>
        <p:sp>
          <p:nvSpPr>
            <p:cNvPr id="42025" name="Rectangle 22"/>
            <p:cNvSpPr>
              <a:spLocks noChangeArrowheads="1"/>
            </p:cNvSpPr>
            <p:nvPr/>
          </p:nvSpPr>
          <p:spPr bwMode="auto">
            <a:xfrm>
              <a:off x="5386474" y="3917744"/>
              <a:ext cx="957826" cy="4924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 eaLnBrk="1" hangingPunct="1"/>
              <a:r>
                <a:rPr lang="en-US" altLang="en-US" sz="1600">
                  <a:solidFill>
                    <a:srgbClr val="FF0000"/>
                  </a:solidFill>
                </a:rPr>
                <a:t>Asthma </a:t>
              </a:r>
              <a:br>
                <a:rPr lang="en-US" altLang="en-US" sz="1600">
                  <a:solidFill>
                    <a:srgbClr val="FF0000"/>
                  </a:solidFill>
                </a:rPr>
              </a:br>
              <a:r>
                <a:rPr lang="en-US" altLang="en-US" sz="1600">
                  <a:solidFill>
                    <a:srgbClr val="FF0000"/>
                  </a:solidFill>
                </a:rPr>
                <a:t>(before BD)</a:t>
              </a:r>
            </a:p>
          </p:txBody>
        </p:sp>
        <p:sp>
          <p:nvSpPr>
            <p:cNvPr id="62" name="Freeform 61"/>
            <p:cNvSpPr/>
            <p:nvPr/>
          </p:nvSpPr>
          <p:spPr>
            <a:xfrm>
              <a:off x="4508244" y="1809099"/>
              <a:ext cx="3770929" cy="2910101"/>
            </a:xfrm>
            <a:custGeom>
              <a:avLst/>
              <a:gdLst>
                <a:gd name="connsiteX0" fmla="*/ 0 w 4706509"/>
                <a:gd name="connsiteY0" fmla="*/ 3323771 h 3553385"/>
                <a:gd name="connsiteX1" fmla="*/ 217714 w 4706509"/>
                <a:gd name="connsiteY1" fmla="*/ 0 h 3553385"/>
                <a:gd name="connsiteX2" fmla="*/ 217714 w 4706509"/>
                <a:gd name="connsiteY2" fmla="*/ 0 h 3553385"/>
                <a:gd name="connsiteX3" fmla="*/ 4412343 w 4706509"/>
                <a:gd name="connsiteY3" fmla="*/ 3294743 h 3553385"/>
                <a:gd name="connsiteX4" fmla="*/ 4397829 w 4706509"/>
                <a:gd name="connsiteY4" fmla="*/ 3294743 h 3553385"/>
                <a:gd name="connsiteX0" fmla="*/ 0 w 4706509"/>
                <a:gd name="connsiteY0" fmla="*/ 3323771 h 3553385"/>
                <a:gd name="connsiteX1" fmla="*/ 217714 w 4706509"/>
                <a:gd name="connsiteY1" fmla="*/ 0 h 3553385"/>
                <a:gd name="connsiteX2" fmla="*/ 217714 w 4706509"/>
                <a:gd name="connsiteY2" fmla="*/ 0 h 3553385"/>
                <a:gd name="connsiteX3" fmla="*/ 249743 w 4706509"/>
                <a:gd name="connsiteY3" fmla="*/ 23134 h 3553385"/>
                <a:gd name="connsiteX4" fmla="*/ 4412343 w 4706509"/>
                <a:gd name="connsiteY4" fmla="*/ 3294743 h 3553385"/>
                <a:gd name="connsiteX5" fmla="*/ 4397829 w 4706509"/>
                <a:gd name="connsiteY5" fmla="*/ 3294743 h 3553385"/>
                <a:gd name="connsiteX0" fmla="*/ 0 w 4706509"/>
                <a:gd name="connsiteY0" fmla="*/ 3323771 h 3553385"/>
                <a:gd name="connsiteX1" fmla="*/ 208968 w 4706509"/>
                <a:gd name="connsiteY1" fmla="*/ 51260 h 3553385"/>
                <a:gd name="connsiteX2" fmla="*/ 217714 w 4706509"/>
                <a:gd name="connsiteY2" fmla="*/ 0 h 3553385"/>
                <a:gd name="connsiteX3" fmla="*/ 217714 w 4706509"/>
                <a:gd name="connsiteY3" fmla="*/ 0 h 3553385"/>
                <a:gd name="connsiteX4" fmla="*/ 249743 w 4706509"/>
                <a:gd name="connsiteY4" fmla="*/ 23134 h 3553385"/>
                <a:gd name="connsiteX5" fmla="*/ 4412343 w 4706509"/>
                <a:gd name="connsiteY5" fmla="*/ 3294743 h 3553385"/>
                <a:gd name="connsiteX6" fmla="*/ 4397829 w 4706509"/>
                <a:gd name="connsiteY6" fmla="*/ 3294743 h 3553385"/>
                <a:gd name="connsiteX0" fmla="*/ 0 w 4706509"/>
                <a:gd name="connsiteY0" fmla="*/ 3323771 h 3553385"/>
                <a:gd name="connsiteX1" fmla="*/ 188581 w 4706509"/>
                <a:gd name="connsiteY1" fmla="*/ 46145 h 3553385"/>
                <a:gd name="connsiteX2" fmla="*/ 217714 w 4706509"/>
                <a:gd name="connsiteY2" fmla="*/ 0 h 3553385"/>
                <a:gd name="connsiteX3" fmla="*/ 217714 w 4706509"/>
                <a:gd name="connsiteY3" fmla="*/ 0 h 3553385"/>
                <a:gd name="connsiteX4" fmla="*/ 249743 w 4706509"/>
                <a:gd name="connsiteY4" fmla="*/ 23134 h 3553385"/>
                <a:gd name="connsiteX5" fmla="*/ 4412343 w 4706509"/>
                <a:gd name="connsiteY5" fmla="*/ 3294743 h 3553385"/>
                <a:gd name="connsiteX6" fmla="*/ 4397829 w 4706509"/>
                <a:gd name="connsiteY6" fmla="*/ 3294743 h 3553385"/>
                <a:gd name="connsiteX0" fmla="*/ 0 w 4706509"/>
                <a:gd name="connsiteY0" fmla="*/ 3323771 h 3553385"/>
                <a:gd name="connsiteX1" fmla="*/ 188581 w 4706509"/>
                <a:gd name="connsiteY1" fmla="*/ 46145 h 3553385"/>
                <a:gd name="connsiteX2" fmla="*/ 217714 w 4706509"/>
                <a:gd name="connsiteY2" fmla="*/ 0 h 3553385"/>
                <a:gd name="connsiteX3" fmla="*/ 196226 w 4706509"/>
                <a:gd name="connsiteY3" fmla="*/ 23134 h 3553385"/>
                <a:gd name="connsiteX4" fmla="*/ 217714 w 4706509"/>
                <a:gd name="connsiteY4" fmla="*/ 0 h 3553385"/>
                <a:gd name="connsiteX5" fmla="*/ 249743 w 4706509"/>
                <a:gd name="connsiteY5" fmla="*/ 23134 h 3553385"/>
                <a:gd name="connsiteX6" fmla="*/ 4412343 w 4706509"/>
                <a:gd name="connsiteY6" fmla="*/ 3294743 h 3553385"/>
                <a:gd name="connsiteX7" fmla="*/ 4397829 w 4706509"/>
                <a:gd name="connsiteY7" fmla="*/ 3294743 h 3553385"/>
                <a:gd name="connsiteX0" fmla="*/ 0 w 4706509"/>
                <a:gd name="connsiteY0" fmla="*/ 3325669 h 3555283"/>
                <a:gd name="connsiteX1" fmla="*/ 188581 w 4706509"/>
                <a:gd name="connsiteY1" fmla="*/ 48043 h 3555283"/>
                <a:gd name="connsiteX2" fmla="*/ 217714 w 4706509"/>
                <a:gd name="connsiteY2" fmla="*/ 1898 h 3555283"/>
                <a:gd name="connsiteX3" fmla="*/ 188581 w 4706509"/>
                <a:gd name="connsiteY3" fmla="*/ 9690 h 3555283"/>
                <a:gd name="connsiteX4" fmla="*/ 217714 w 4706509"/>
                <a:gd name="connsiteY4" fmla="*/ 1898 h 3555283"/>
                <a:gd name="connsiteX5" fmla="*/ 249743 w 4706509"/>
                <a:gd name="connsiteY5" fmla="*/ 25032 h 3555283"/>
                <a:gd name="connsiteX6" fmla="*/ 4412343 w 4706509"/>
                <a:gd name="connsiteY6" fmla="*/ 3296641 h 3555283"/>
                <a:gd name="connsiteX7" fmla="*/ 4397829 w 4706509"/>
                <a:gd name="connsiteY7" fmla="*/ 3296641 h 3555283"/>
                <a:gd name="connsiteX0" fmla="*/ 0 w 4706509"/>
                <a:gd name="connsiteY0" fmla="*/ 3325669 h 3555283"/>
                <a:gd name="connsiteX1" fmla="*/ 178388 w 4706509"/>
                <a:gd name="connsiteY1" fmla="*/ 48043 h 3555283"/>
                <a:gd name="connsiteX2" fmla="*/ 217714 w 4706509"/>
                <a:gd name="connsiteY2" fmla="*/ 1898 h 3555283"/>
                <a:gd name="connsiteX3" fmla="*/ 188581 w 4706509"/>
                <a:gd name="connsiteY3" fmla="*/ 9690 h 3555283"/>
                <a:gd name="connsiteX4" fmla="*/ 217714 w 4706509"/>
                <a:gd name="connsiteY4" fmla="*/ 1898 h 3555283"/>
                <a:gd name="connsiteX5" fmla="*/ 249743 w 4706509"/>
                <a:gd name="connsiteY5" fmla="*/ 25032 h 3555283"/>
                <a:gd name="connsiteX6" fmla="*/ 4412343 w 4706509"/>
                <a:gd name="connsiteY6" fmla="*/ 3296641 h 3555283"/>
                <a:gd name="connsiteX7" fmla="*/ 4397829 w 4706509"/>
                <a:gd name="connsiteY7" fmla="*/ 3296641 h 3555283"/>
                <a:gd name="connsiteX0" fmla="*/ 0 w 4706509"/>
                <a:gd name="connsiteY0" fmla="*/ 3325669 h 3555283"/>
                <a:gd name="connsiteX1" fmla="*/ 178388 w 4706509"/>
                <a:gd name="connsiteY1" fmla="*/ 48043 h 3555283"/>
                <a:gd name="connsiteX2" fmla="*/ 217714 w 4706509"/>
                <a:gd name="connsiteY2" fmla="*/ 1898 h 3555283"/>
                <a:gd name="connsiteX3" fmla="*/ 188581 w 4706509"/>
                <a:gd name="connsiteY3" fmla="*/ 9690 h 3555283"/>
                <a:gd name="connsiteX4" fmla="*/ 217714 w 4706509"/>
                <a:gd name="connsiteY4" fmla="*/ 1898 h 3555283"/>
                <a:gd name="connsiteX5" fmla="*/ 249743 w 4706509"/>
                <a:gd name="connsiteY5" fmla="*/ 25032 h 3555283"/>
                <a:gd name="connsiteX6" fmla="*/ 4412343 w 4706509"/>
                <a:gd name="connsiteY6" fmla="*/ 3296641 h 3555283"/>
                <a:gd name="connsiteX7" fmla="*/ 4397829 w 4706509"/>
                <a:gd name="connsiteY7" fmla="*/ 3296641 h 3555283"/>
                <a:gd name="connsiteX0" fmla="*/ 0 w 4706509"/>
                <a:gd name="connsiteY0" fmla="*/ 3324441 h 3554055"/>
                <a:gd name="connsiteX1" fmla="*/ 178388 w 4706509"/>
                <a:gd name="connsiteY1" fmla="*/ 46815 h 3554055"/>
                <a:gd name="connsiteX2" fmla="*/ 217714 w 4706509"/>
                <a:gd name="connsiteY2" fmla="*/ 670 h 3554055"/>
                <a:gd name="connsiteX3" fmla="*/ 165645 w 4706509"/>
                <a:gd name="connsiteY3" fmla="*/ 18690 h 3554055"/>
                <a:gd name="connsiteX4" fmla="*/ 188581 w 4706509"/>
                <a:gd name="connsiteY4" fmla="*/ 8462 h 3554055"/>
                <a:gd name="connsiteX5" fmla="*/ 217714 w 4706509"/>
                <a:gd name="connsiteY5" fmla="*/ 670 h 3554055"/>
                <a:gd name="connsiteX6" fmla="*/ 249743 w 4706509"/>
                <a:gd name="connsiteY6" fmla="*/ 23804 h 3554055"/>
                <a:gd name="connsiteX7" fmla="*/ 4412343 w 4706509"/>
                <a:gd name="connsiteY7" fmla="*/ 3295413 h 3554055"/>
                <a:gd name="connsiteX8" fmla="*/ 4397829 w 4706509"/>
                <a:gd name="connsiteY8" fmla="*/ 3295413 h 3554055"/>
                <a:gd name="connsiteX0" fmla="*/ 0 w 4706509"/>
                <a:gd name="connsiteY0" fmla="*/ 3325426 h 3555040"/>
                <a:gd name="connsiteX1" fmla="*/ 178388 w 4706509"/>
                <a:gd name="connsiteY1" fmla="*/ 47800 h 3555040"/>
                <a:gd name="connsiteX2" fmla="*/ 217714 w 4706509"/>
                <a:gd name="connsiteY2" fmla="*/ 1655 h 3555040"/>
                <a:gd name="connsiteX3" fmla="*/ 188581 w 4706509"/>
                <a:gd name="connsiteY3" fmla="*/ 9447 h 3555040"/>
                <a:gd name="connsiteX4" fmla="*/ 217714 w 4706509"/>
                <a:gd name="connsiteY4" fmla="*/ 1655 h 3555040"/>
                <a:gd name="connsiteX5" fmla="*/ 249743 w 4706509"/>
                <a:gd name="connsiteY5" fmla="*/ 24789 h 3555040"/>
                <a:gd name="connsiteX6" fmla="*/ 4412343 w 4706509"/>
                <a:gd name="connsiteY6" fmla="*/ 3296398 h 3555040"/>
                <a:gd name="connsiteX7" fmla="*/ 4397829 w 4706509"/>
                <a:gd name="connsiteY7" fmla="*/ 3296398 h 3555040"/>
                <a:gd name="connsiteX0" fmla="*/ 0 w 4703011"/>
                <a:gd name="connsiteY0" fmla="*/ 3325426 h 3553898"/>
                <a:gd name="connsiteX1" fmla="*/ 178388 w 4703011"/>
                <a:gd name="connsiteY1" fmla="*/ 47800 h 3553898"/>
                <a:gd name="connsiteX2" fmla="*/ 217714 w 4703011"/>
                <a:gd name="connsiteY2" fmla="*/ 1655 h 3553898"/>
                <a:gd name="connsiteX3" fmla="*/ 188581 w 4703011"/>
                <a:gd name="connsiteY3" fmla="*/ 9447 h 3553898"/>
                <a:gd name="connsiteX4" fmla="*/ 217714 w 4703011"/>
                <a:gd name="connsiteY4" fmla="*/ 1655 h 3553898"/>
                <a:gd name="connsiteX5" fmla="*/ 265033 w 4703011"/>
                <a:gd name="connsiteY5" fmla="*/ 17118 h 3553898"/>
                <a:gd name="connsiteX6" fmla="*/ 4412343 w 4703011"/>
                <a:gd name="connsiteY6" fmla="*/ 3296398 h 3553898"/>
                <a:gd name="connsiteX7" fmla="*/ 4397829 w 4703011"/>
                <a:gd name="connsiteY7" fmla="*/ 3296398 h 3553898"/>
                <a:gd name="connsiteX0" fmla="*/ 0 w 4703011"/>
                <a:gd name="connsiteY0" fmla="*/ 3324588 h 3553060"/>
                <a:gd name="connsiteX1" fmla="*/ 178388 w 4703011"/>
                <a:gd name="connsiteY1" fmla="*/ 46962 h 3553060"/>
                <a:gd name="connsiteX2" fmla="*/ 217714 w 4703011"/>
                <a:gd name="connsiteY2" fmla="*/ 817 h 3553060"/>
                <a:gd name="connsiteX3" fmla="*/ 191130 w 4703011"/>
                <a:gd name="connsiteY3" fmla="*/ 16280 h 3553060"/>
                <a:gd name="connsiteX4" fmla="*/ 217714 w 4703011"/>
                <a:gd name="connsiteY4" fmla="*/ 817 h 3553060"/>
                <a:gd name="connsiteX5" fmla="*/ 265033 w 4703011"/>
                <a:gd name="connsiteY5" fmla="*/ 16280 h 3553060"/>
                <a:gd name="connsiteX6" fmla="*/ 4412343 w 4703011"/>
                <a:gd name="connsiteY6" fmla="*/ 3295560 h 3553060"/>
                <a:gd name="connsiteX7" fmla="*/ 4397829 w 4703011"/>
                <a:gd name="connsiteY7" fmla="*/ 3295560 h 3553060"/>
                <a:gd name="connsiteX0" fmla="*/ 0 w 4412343"/>
                <a:gd name="connsiteY0" fmla="*/ 3324588 h 3324588"/>
                <a:gd name="connsiteX1" fmla="*/ 178388 w 4412343"/>
                <a:gd name="connsiteY1" fmla="*/ 46962 h 3324588"/>
                <a:gd name="connsiteX2" fmla="*/ 217714 w 4412343"/>
                <a:gd name="connsiteY2" fmla="*/ 817 h 3324588"/>
                <a:gd name="connsiteX3" fmla="*/ 191130 w 4412343"/>
                <a:gd name="connsiteY3" fmla="*/ 16280 h 3324588"/>
                <a:gd name="connsiteX4" fmla="*/ 217714 w 4412343"/>
                <a:gd name="connsiteY4" fmla="*/ 817 h 3324588"/>
                <a:gd name="connsiteX5" fmla="*/ 265033 w 4412343"/>
                <a:gd name="connsiteY5" fmla="*/ 16280 h 3324588"/>
                <a:gd name="connsiteX6" fmla="*/ 4412343 w 4412343"/>
                <a:gd name="connsiteY6" fmla="*/ 3295560 h 3324588"/>
                <a:gd name="connsiteX0" fmla="*/ 0 w 4754069"/>
                <a:gd name="connsiteY0" fmla="*/ 3324588 h 3560505"/>
                <a:gd name="connsiteX1" fmla="*/ 178388 w 4754069"/>
                <a:gd name="connsiteY1" fmla="*/ 46962 h 3560505"/>
                <a:gd name="connsiteX2" fmla="*/ 217714 w 4754069"/>
                <a:gd name="connsiteY2" fmla="*/ 817 h 3560505"/>
                <a:gd name="connsiteX3" fmla="*/ 191130 w 4754069"/>
                <a:gd name="connsiteY3" fmla="*/ 16280 h 3560505"/>
                <a:gd name="connsiteX4" fmla="*/ 217714 w 4754069"/>
                <a:gd name="connsiteY4" fmla="*/ 817 h 3560505"/>
                <a:gd name="connsiteX5" fmla="*/ 265033 w 4754069"/>
                <a:gd name="connsiteY5" fmla="*/ 16280 h 3560505"/>
                <a:gd name="connsiteX6" fmla="*/ 4754069 w 4754069"/>
                <a:gd name="connsiteY6" fmla="*/ 3560505 h 3560505"/>
                <a:gd name="connsiteX0" fmla="*/ 0 w 4770923"/>
                <a:gd name="connsiteY0" fmla="*/ 3565061 h 3565061"/>
                <a:gd name="connsiteX1" fmla="*/ 195242 w 4770923"/>
                <a:gd name="connsiteY1" fmla="*/ 46962 h 3565061"/>
                <a:gd name="connsiteX2" fmla="*/ 234568 w 4770923"/>
                <a:gd name="connsiteY2" fmla="*/ 817 h 3565061"/>
                <a:gd name="connsiteX3" fmla="*/ 207984 w 4770923"/>
                <a:gd name="connsiteY3" fmla="*/ 16280 h 3565061"/>
                <a:gd name="connsiteX4" fmla="*/ 234568 w 4770923"/>
                <a:gd name="connsiteY4" fmla="*/ 817 h 3565061"/>
                <a:gd name="connsiteX5" fmla="*/ 281887 w 4770923"/>
                <a:gd name="connsiteY5" fmla="*/ 16280 h 3565061"/>
                <a:gd name="connsiteX6" fmla="*/ 4770923 w 4770923"/>
                <a:gd name="connsiteY6" fmla="*/ 3560505 h 356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70923" h="3565061">
                  <a:moveTo>
                    <a:pt x="0" y="3565061"/>
                  </a:moveTo>
                  <a:lnTo>
                    <a:pt x="195242" y="46962"/>
                  </a:lnTo>
                  <a:cubicBezTo>
                    <a:pt x="187115" y="21352"/>
                    <a:pt x="232444" y="5931"/>
                    <a:pt x="234568" y="817"/>
                  </a:cubicBezTo>
                  <a:cubicBezTo>
                    <a:pt x="236692" y="-4297"/>
                    <a:pt x="207984" y="16280"/>
                    <a:pt x="207984" y="16280"/>
                  </a:cubicBezTo>
                  <a:cubicBezTo>
                    <a:pt x="207984" y="16280"/>
                    <a:pt x="222251" y="817"/>
                    <a:pt x="234568" y="817"/>
                  </a:cubicBezTo>
                  <a:cubicBezTo>
                    <a:pt x="246885" y="817"/>
                    <a:pt x="271211" y="8569"/>
                    <a:pt x="281887" y="16280"/>
                  </a:cubicBezTo>
                  <a:lnTo>
                    <a:pt x="4770923" y="3560505"/>
                  </a:lnTo>
                </a:path>
              </a:pathLst>
            </a:custGeom>
            <a:noFill/>
            <a:ln w="508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AU">
                <a:solidFill>
                  <a:prstClr val="white"/>
                </a:solidFill>
              </a:endParaRPr>
            </a:p>
          </p:txBody>
        </p:sp>
        <p:sp>
          <p:nvSpPr>
            <p:cNvPr id="63" name="Freeform 62"/>
            <p:cNvSpPr/>
            <p:nvPr/>
          </p:nvSpPr>
          <p:spPr>
            <a:xfrm>
              <a:off x="4524115" y="4739840"/>
              <a:ext cx="3531278" cy="1857512"/>
            </a:xfrm>
            <a:custGeom>
              <a:avLst/>
              <a:gdLst>
                <a:gd name="connsiteX0" fmla="*/ 0 w 4441371"/>
                <a:gd name="connsiteY0" fmla="*/ 58057 h 1654628"/>
                <a:gd name="connsiteX1" fmla="*/ 595086 w 4441371"/>
                <a:gd name="connsiteY1" fmla="*/ 711200 h 1654628"/>
                <a:gd name="connsiteX2" fmla="*/ 595086 w 4441371"/>
                <a:gd name="connsiteY2" fmla="*/ 711200 h 1654628"/>
                <a:gd name="connsiteX3" fmla="*/ 928914 w 4441371"/>
                <a:gd name="connsiteY3" fmla="*/ 1030514 h 1654628"/>
                <a:gd name="connsiteX4" fmla="*/ 1465943 w 4441371"/>
                <a:gd name="connsiteY4" fmla="*/ 1407885 h 1654628"/>
                <a:gd name="connsiteX5" fmla="*/ 2104571 w 4441371"/>
                <a:gd name="connsiteY5" fmla="*/ 1582057 h 1654628"/>
                <a:gd name="connsiteX6" fmla="*/ 2583543 w 4441371"/>
                <a:gd name="connsiteY6" fmla="*/ 1654628 h 1654628"/>
                <a:gd name="connsiteX7" fmla="*/ 3178629 w 4441371"/>
                <a:gd name="connsiteY7" fmla="*/ 1582057 h 1654628"/>
                <a:gd name="connsiteX8" fmla="*/ 3556000 w 4441371"/>
                <a:gd name="connsiteY8" fmla="*/ 1407885 h 1654628"/>
                <a:gd name="connsiteX9" fmla="*/ 3889829 w 4441371"/>
                <a:gd name="connsiteY9" fmla="*/ 1161143 h 1654628"/>
                <a:gd name="connsiteX10" fmla="*/ 4238171 w 4441371"/>
                <a:gd name="connsiteY10" fmla="*/ 653143 h 1654628"/>
                <a:gd name="connsiteX11" fmla="*/ 4368800 w 4441371"/>
                <a:gd name="connsiteY11" fmla="*/ 275771 h 1654628"/>
                <a:gd name="connsiteX12" fmla="*/ 4441371 w 4441371"/>
                <a:gd name="connsiteY12" fmla="*/ 0 h 1654628"/>
                <a:gd name="connsiteX0" fmla="*/ 0 w 4441371"/>
                <a:gd name="connsiteY0" fmla="*/ 58057 h 1659494"/>
                <a:gd name="connsiteX1" fmla="*/ 595086 w 4441371"/>
                <a:gd name="connsiteY1" fmla="*/ 711200 h 1659494"/>
                <a:gd name="connsiteX2" fmla="*/ 595086 w 4441371"/>
                <a:gd name="connsiteY2" fmla="*/ 711200 h 1659494"/>
                <a:gd name="connsiteX3" fmla="*/ 928914 w 4441371"/>
                <a:gd name="connsiteY3" fmla="*/ 1030514 h 1659494"/>
                <a:gd name="connsiteX4" fmla="*/ 1465943 w 4441371"/>
                <a:gd name="connsiteY4" fmla="*/ 1407885 h 1659494"/>
                <a:gd name="connsiteX5" fmla="*/ 2090057 w 4441371"/>
                <a:gd name="connsiteY5" fmla="*/ 1625600 h 1659494"/>
                <a:gd name="connsiteX6" fmla="*/ 2583543 w 4441371"/>
                <a:gd name="connsiteY6" fmla="*/ 1654628 h 1659494"/>
                <a:gd name="connsiteX7" fmla="*/ 3178629 w 4441371"/>
                <a:gd name="connsiteY7" fmla="*/ 1582057 h 1659494"/>
                <a:gd name="connsiteX8" fmla="*/ 3556000 w 4441371"/>
                <a:gd name="connsiteY8" fmla="*/ 1407885 h 1659494"/>
                <a:gd name="connsiteX9" fmla="*/ 3889829 w 4441371"/>
                <a:gd name="connsiteY9" fmla="*/ 1161143 h 1659494"/>
                <a:gd name="connsiteX10" fmla="*/ 4238171 w 4441371"/>
                <a:gd name="connsiteY10" fmla="*/ 653143 h 1659494"/>
                <a:gd name="connsiteX11" fmla="*/ 4368800 w 4441371"/>
                <a:gd name="connsiteY11" fmla="*/ 275771 h 1659494"/>
                <a:gd name="connsiteX12" fmla="*/ 4441371 w 4441371"/>
                <a:gd name="connsiteY12" fmla="*/ 0 h 1659494"/>
                <a:gd name="connsiteX0" fmla="*/ 0 w 4441371"/>
                <a:gd name="connsiteY0" fmla="*/ 58057 h 1659494"/>
                <a:gd name="connsiteX1" fmla="*/ 595086 w 4441371"/>
                <a:gd name="connsiteY1" fmla="*/ 711200 h 1659494"/>
                <a:gd name="connsiteX2" fmla="*/ 595086 w 4441371"/>
                <a:gd name="connsiteY2" fmla="*/ 711200 h 1659494"/>
                <a:gd name="connsiteX3" fmla="*/ 928914 w 4441371"/>
                <a:gd name="connsiteY3" fmla="*/ 1030514 h 1659494"/>
                <a:gd name="connsiteX4" fmla="*/ 1465943 w 4441371"/>
                <a:gd name="connsiteY4" fmla="*/ 1407885 h 1659494"/>
                <a:gd name="connsiteX5" fmla="*/ 2090057 w 4441371"/>
                <a:gd name="connsiteY5" fmla="*/ 1625600 h 1659494"/>
                <a:gd name="connsiteX6" fmla="*/ 2583543 w 4441371"/>
                <a:gd name="connsiteY6" fmla="*/ 1654628 h 1659494"/>
                <a:gd name="connsiteX7" fmla="*/ 3178629 w 4441371"/>
                <a:gd name="connsiteY7" fmla="*/ 1582057 h 1659494"/>
                <a:gd name="connsiteX8" fmla="*/ 3556000 w 4441371"/>
                <a:gd name="connsiteY8" fmla="*/ 1407885 h 1659494"/>
                <a:gd name="connsiteX9" fmla="*/ 3889829 w 4441371"/>
                <a:gd name="connsiteY9" fmla="*/ 1132568 h 1659494"/>
                <a:gd name="connsiteX10" fmla="*/ 4238171 w 4441371"/>
                <a:gd name="connsiteY10" fmla="*/ 653143 h 1659494"/>
                <a:gd name="connsiteX11" fmla="*/ 4368800 w 4441371"/>
                <a:gd name="connsiteY11" fmla="*/ 275771 h 1659494"/>
                <a:gd name="connsiteX12" fmla="*/ 4441371 w 4441371"/>
                <a:gd name="connsiteY12" fmla="*/ 0 h 1659494"/>
                <a:gd name="connsiteX0" fmla="*/ 0 w 4441371"/>
                <a:gd name="connsiteY0" fmla="*/ 58057 h 1659494"/>
                <a:gd name="connsiteX1" fmla="*/ 595086 w 4441371"/>
                <a:gd name="connsiteY1" fmla="*/ 711200 h 1659494"/>
                <a:gd name="connsiteX2" fmla="*/ 595086 w 4441371"/>
                <a:gd name="connsiteY2" fmla="*/ 711200 h 1659494"/>
                <a:gd name="connsiteX3" fmla="*/ 928914 w 4441371"/>
                <a:gd name="connsiteY3" fmla="*/ 1030514 h 1659494"/>
                <a:gd name="connsiteX4" fmla="*/ 1465943 w 4441371"/>
                <a:gd name="connsiteY4" fmla="*/ 1407885 h 1659494"/>
                <a:gd name="connsiteX5" fmla="*/ 2090057 w 4441371"/>
                <a:gd name="connsiteY5" fmla="*/ 1625600 h 1659494"/>
                <a:gd name="connsiteX6" fmla="*/ 2583543 w 4441371"/>
                <a:gd name="connsiteY6" fmla="*/ 1654628 h 1659494"/>
                <a:gd name="connsiteX7" fmla="*/ 3178629 w 4441371"/>
                <a:gd name="connsiteY7" fmla="*/ 1582057 h 1659494"/>
                <a:gd name="connsiteX8" fmla="*/ 3556000 w 4441371"/>
                <a:gd name="connsiteY8" fmla="*/ 1407885 h 1659494"/>
                <a:gd name="connsiteX9" fmla="*/ 3889829 w 4441371"/>
                <a:gd name="connsiteY9" fmla="*/ 1132568 h 1659494"/>
                <a:gd name="connsiteX10" fmla="*/ 4209596 w 4441371"/>
                <a:gd name="connsiteY10" fmla="*/ 634093 h 1659494"/>
                <a:gd name="connsiteX11" fmla="*/ 4368800 w 4441371"/>
                <a:gd name="connsiteY11" fmla="*/ 275771 h 1659494"/>
                <a:gd name="connsiteX12" fmla="*/ 4441371 w 4441371"/>
                <a:gd name="connsiteY12" fmla="*/ 0 h 1659494"/>
                <a:gd name="connsiteX0" fmla="*/ 0 w 4441371"/>
                <a:gd name="connsiteY0" fmla="*/ 58057 h 1684706"/>
                <a:gd name="connsiteX1" fmla="*/ 595086 w 4441371"/>
                <a:gd name="connsiteY1" fmla="*/ 711200 h 1684706"/>
                <a:gd name="connsiteX2" fmla="*/ 595086 w 4441371"/>
                <a:gd name="connsiteY2" fmla="*/ 711200 h 1684706"/>
                <a:gd name="connsiteX3" fmla="*/ 928914 w 4441371"/>
                <a:gd name="connsiteY3" fmla="*/ 1030514 h 1684706"/>
                <a:gd name="connsiteX4" fmla="*/ 1465943 w 4441371"/>
                <a:gd name="connsiteY4" fmla="*/ 1407885 h 1684706"/>
                <a:gd name="connsiteX5" fmla="*/ 2090057 w 4441371"/>
                <a:gd name="connsiteY5" fmla="*/ 1625600 h 1684706"/>
                <a:gd name="connsiteX6" fmla="*/ 2593068 w 4441371"/>
                <a:gd name="connsiteY6" fmla="*/ 1683203 h 1684706"/>
                <a:gd name="connsiteX7" fmla="*/ 3178629 w 4441371"/>
                <a:gd name="connsiteY7" fmla="*/ 1582057 h 1684706"/>
                <a:gd name="connsiteX8" fmla="*/ 3556000 w 4441371"/>
                <a:gd name="connsiteY8" fmla="*/ 1407885 h 1684706"/>
                <a:gd name="connsiteX9" fmla="*/ 3889829 w 4441371"/>
                <a:gd name="connsiteY9" fmla="*/ 1132568 h 1684706"/>
                <a:gd name="connsiteX10" fmla="*/ 4209596 w 4441371"/>
                <a:gd name="connsiteY10" fmla="*/ 634093 h 1684706"/>
                <a:gd name="connsiteX11" fmla="*/ 4368800 w 4441371"/>
                <a:gd name="connsiteY11" fmla="*/ 275771 h 1684706"/>
                <a:gd name="connsiteX12" fmla="*/ 4441371 w 4441371"/>
                <a:gd name="connsiteY12" fmla="*/ 0 h 1684706"/>
                <a:gd name="connsiteX0" fmla="*/ 0 w 4441371"/>
                <a:gd name="connsiteY0" fmla="*/ 58057 h 1684410"/>
                <a:gd name="connsiteX1" fmla="*/ 595086 w 4441371"/>
                <a:gd name="connsiteY1" fmla="*/ 711200 h 1684410"/>
                <a:gd name="connsiteX2" fmla="*/ 595086 w 4441371"/>
                <a:gd name="connsiteY2" fmla="*/ 711200 h 1684410"/>
                <a:gd name="connsiteX3" fmla="*/ 928914 w 4441371"/>
                <a:gd name="connsiteY3" fmla="*/ 1030514 h 1684410"/>
                <a:gd name="connsiteX4" fmla="*/ 1538515 w 4441371"/>
                <a:gd name="connsiteY4" fmla="*/ 1451428 h 1684410"/>
                <a:gd name="connsiteX5" fmla="*/ 2090057 w 4441371"/>
                <a:gd name="connsiteY5" fmla="*/ 1625600 h 1684410"/>
                <a:gd name="connsiteX6" fmla="*/ 2593068 w 4441371"/>
                <a:gd name="connsiteY6" fmla="*/ 1683203 h 1684410"/>
                <a:gd name="connsiteX7" fmla="*/ 3178629 w 4441371"/>
                <a:gd name="connsiteY7" fmla="*/ 1582057 h 1684410"/>
                <a:gd name="connsiteX8" fmla="*/ 3556000 w 4441371"/>
                <a:gd name="connsiteY8" fmla="*/ 1407885 h 1684410"/>
                <a:gd name="connsiteX9" fmla="*/ 3889829 w 4441371"/>
                <a:gd name="connsiteY9" fmla="*/ 1132568 h 1684410"/>
                <a:gd name="connsiteX10" fmla="*/ 4209596 w 4441371"/>
                <a:gd name="connsiteY10" fmla="*/ 634093 h 1684410"/>
                <a:gd name="connsiteX11" fmla="*/ 4368800 w 4441371"/>
                <a:gd name="connsiteY11" fmla="*/ 275771 h 1684410"/>
                <a:gd name="connsiteX12" fmla="*/ 4441371 w 4441371"/>
                <a:gd name="connsiteY12" fmla="*/ 0 h 1684410"/>
                <a:gd name="connsiteX0" fmla="*/ 0 w 4441371"/>
                <a:gd name="connsiteY0" fmla="*/ 58057 h 1696130"/>
                <a:gd name="connsiteX1" fmla="*/ 595086 w 4441371"/>
                <a:gd name="connsiteY1" fmla="*/ 711200 h 1696130"/>
                <a:gd name="connsiteX2" fmla="*/ 595086 w 4441371"/>
                <a:gd name="connsiteY2" fmla="*/ 711200 h 1696130"/>
                <a:gd name="connsiteX3" fmla="*/ 928914 w 4441371"/>
                <a:gd name="connsiteY3" fmla="*/ 1030514 h 1696130"/>
                <a:gd name="connsiteX4" fmla="*/ 1538515 w 4441371"/>
                <a:gd name="connsiteY4" fmla="*/ 1451428 h 1696130"/>
                <a:gd name="connsiteX5" fmla="*/ 2090057 w 4441371"/>
                <a:gd name="connsiteY5" fmla="*/ 1669143 h 1696130"/>
                <a:gd name="connsiteX6" fmla="*/ 2593068 w 4441371"/>
                <a:gd name="connsiteY6" fmla="*/ 1683203 h 1696130"/>
                <a:gd name="connsiteX7" fmla="*/ 3178629 w 4441371"/>
                <a:gd name="connsiteY7" fmla="*/ 1582057 h 1696130"/>
                <a:gd name="connsiteX8" fmla="*/ 3556000 w 4441371"/>
                <a:gd name="connsiteY8" fmla="*/ 1407885 h 1696130"/>
                <a:gd name="connsiteX9" fmla="*/ 3889829 w 4441371"/>
                <a:gd name="connsiteY9" fmla="*/ 1132568 h 1696130"/>
                <a:gd name="connsiteX10" fmla="*/ 4209596 w 4441371"/>
                <a:gd name="connsiteY10" fmla="*/ 634093 h 1696130"/>
                <a:gd name="connsiteX11" fmla="*/ 4368800 w 4441371"/>
                <a:gd name="connsiteY11" fmla="*/ 275771 h 1696130"/>
                <a:gd name="connsiteX12" fmla="*/ 4441371 w 4441371"/>
                <a:gd name="connsiteY12" fmla="*/ 0 h 1696130"/>
                <a:gd name="connsiteX0" fmla="*/ 0 w 4441371"/>
                <a:gd name="connsiteY0" fmla="*/ 58057 h 1695271"/>
                <a:gd name="connsiteX1" fmla="*/ 595086 w 4441371"/>
                <a:gd name="connsiteY1" fmla="*/ 711200 h 1695271"/>
                <a:gd name="connsiteX2" fmla="*/ 595086 w 4441371"/>
                <a:gd name="connsiteY2" fmla="*/ 711200 h 1695271"/>
                <a:gd name="connsiteX3" fmla="*/ 928914 w 4441371"/>
                <a:gd name="connsiteY3" fmla="*/ 1030514 h 1695271"/>
                <a:gd name="connsiteX4" fmla="*/ 1480458 w 4441371"/>
                <a:gd name="connsiteY4" fmla="*/ 1465943 h 1695271"/>
                <a:gd name="connsiteX5" fmla="*/ 2090057 w 4441371"/>
                <a:gd name="connsiteY5" fmla="*/ 1669143 h 1695271"/>
                <a:gd name="connsiteX6" fmla="*/ 2593068 w 4441371"/>
                <a:gd name="connsiteY6" fmla="*/ 1683203 h 1695271"/>
                <a:gd name="connsiteX7" fmla="*/ 3178629 w 4441371"/>
                <a:gd name="connsiteY7" fmla="*/ 1582057 h 1695271"/>
                <a:gd name="connsiteX8" fmla="*/ 3556000 w 4441371"/>
                <a:gd name="connsiteY8" fmla="*/ 1407885 h 1695271"/>
                <a:gd name="connsiteX9" fmla="*/ 3889829 w 4441371"/>
                <a:gd name="connsiteY9" fmla="*/ 1132568 h 1695271"/>
                <a:gd name="connsiteX10" fmla="*/ 4209596 w 4441371"/>
                <a:gd name="connsiteY10" fmla="*/ 634093 h 1695271"/>
                <a:gd name="connsiteX11" fmla="*/ 4368800 w 4441371"/>
                <a:gd name="connsiteY11" fmla="*/ 275771 h 1695271"/>
                <a:gd name="connsiteX12" fmla="*/ 4441371 w 4441371"/>
                <a:gd name="connsiteY12" fmla="*/ 0 h 1695271"/>
                <a:gd name="connsiteX0" fmla="*/ 0 w 4441371"/>
                <a:gd name="connsiteY0" fmla="*/ 58057 h 1695271"/>
                <a:gd name="connsiteX1" fmla="*/ 595086 w 4441371"/>
                <a:gd name="connsiteY1" fmla="*/ 711200 h 1695271"/>
                <a:gd name="connsiteX2" fmla="*/ 595086 w 4441371"/>
                <a:gd name="connsiteY2" fmla="*/ 711200 h 1695271"/>
                <a:gd name="connsiteX3" fmla="*/ 885371 w 4441371"/>
                <a:gd name="connsiteY3" fmla="*/ 1030514 h 1695271"/>
                <a:gd name="connsiteX4" fmla="*/ 1480458 w 4441371"/>
                <a:gd name="connsiteY4" fmla="*/ 1465943 h 1695271"/>
                <a:gd name="connsiteX5" fmla="*/ 2090057 w 4441371"/>
                <a:gd name="connsiteY5" fmla="*/ 1669143 h 1695271"/>
                <a:gd name="connsiteX6" fmla="*/ 2593068 w 4441371"/>
                <a:gd name="connsiteY6" fmla="*/ 1683203 h 1695271"/>
                <a:gd name="connsiteX7" fmla="*/ 3178629 w 4441371"/>
                <a:gd name="connsiteY7" fmla="*/ 1582057 h 1695271"/>
                <a:gd name="connsiteX8" fmla="*/ 3556000 w 4441371"/>
                <a:gd name="connsiteY8" fmla="*/ 1407885 h 1695271"/>
                <a:gd name="connsiteX9" fmla="*/ 3889829 w 4441371"/>
                <a:gd name="connsiteY9" fmla="*/ 1132568 h 1695271"/>
                <a:gd name="connsiteX10" fmla="*/ 4209596 w 4441371"/>
                <a:gd name="connsiteY10" fmla="*/ 634093 h 1695271"/>
                <a:gd name="connsiteX11" fmla="*/ 4368800 w 4441371"/>
                <a:gd name="connsiteY11" fmla="*/ 275771 h 1695271"/>
                <a:gd name="connsiteX12" fmla="*/ 4441371 w 4441371"/>
                <a:gd name="connsiteY12" fmla="*/ 0 h 1695271"/>
                <a:gd name="connsiteX0" fmla="*/ 0 w 4441371"/>
                <a:gd name="connsiteY0" fmla="*/ 58057 h 1695271"/>
                <a:gd name="connsiteX1" fmla="*/ 595086 w 4441371"/>
                <a:gd name="connsiteY1" fmla="*/ 711200 h 1695271"/>
                <a:gd name="connsiteX2" fmla="*/ 551543 w 4441371"/>
                <a:gd name="connsiteY2" fmla="*/ 711200 h 1695271"/>
                <a:gd name="connsiteX3" fmla="*/ 885371 w 4441371"/>
                <a:gd name="connsiteY3" fmla="*/ 1030514 h 1695271"/>
                <a:gd name="connsiteX4" fmla="*/ 1480458 w 4441371"/>
                <a:gd name="connsiteY4" fmla="*/ 1465943 h 1695271"/>
                <a:gd name="connsiteX5" fmla="*/ 2090057 w 4441371"/>
                <a:gd name="connsiteY5" fmla="*/ 1669143 h 1695271"/>
                <a:gd name="connsiteX6" fmla="*/ 2593068 w 4441371"/>
                <a:gd name="connsiteY6" fmla="*/ 1683203 h 1695271"/>
                <a:gd name="connsiteX7" fmla="*/ 3178629 w 4441371"/>
                <a:gd name="connsiteY7" fmla="*/ 1582057 h 1695271"/>
                <a:gd name="connsiteX8" fmla="*/ 3556000 w 4441371"/>
                <a:gd name="connsiteY8" fmla="*/ 1407885 h 1695271"/>
                <a:gd name="connsiteX9" fmla="*/ 3889829 w 4441371"/>
                <a:gd name="connsiteY9" fmla="*/ 1132568 h 1695271"/>
                <a:gd name="connsiteX10" fmla="*/ 4209596 w 4441371"/>
                <a:gd name="connsiteY10" fmla="*/ 634093 h 1695271"/>
                <a:gd name="connsiteX11" fmla="*/ 4368800 w 4441371"/>
                <a:gd name="connsiteY11" fmla="*/ 275771 h 1695271"/>
                <a:gd name="connsiteX12" fmla="*/ 4441371 w 4441371"/>
                <a:gd name="connsiteY12" fmla="*/ 0 h 1695271"/>
                <a:gd name="connsiteX0" fmla="*/ 0 w 4441371"/>
                <a:gd name="connsiteY0" fmla="*/ 58057 h 1695271"/>
                <a:gd name="connsiteX1" fmla="*/ 595086 w 4441371"/>
                <a:gd name="connsiteY1" fmla="*/ 711200 h 1695271"/>
                <a:gd name="connsiteX2" fmla="*/ 885371 w 4441371"/>
                <a:gd name="connsiteY2" fmla="*/ 1030514 h 1695271"/>
                <a:gd name="connsiteX3" fmla="*/ 1480458 w 4441371"/>
                <a:gd name="connsiteY3" fmla="*/ 1465943 h 1695271"/>
                <a:gd name="connsiteX4" fmla="*/ 2090057 w 4441371"/>
                <a:gd name="connsiteY4" fmla="*/ 1669143 h 1695271"/>
                <a:gd name="connsiteX5" fmla="*/ 2593068 w 4441371"/>
                <a:gd name="connsiteY5" fmla="*/ 1683203 h 1695271"/>
                <a:gd name="connsiteX6" fmla="*/ 3178629 w 4441371"/>
                <a:gd name="connsiteY6" fmla="*/ 1582057 h 1695271"/>
                <a:gd name="connsiteX7" fmla="*/ 3556000 w 4441371"/>
                <a:gd name="connsiteY7" fmla="*/ 1407885 h 1695271"/>
                <a:gd name="connsiteX8" fmla="*/ 3889829 w 4441371"/>
                <a:gd name="connsiteY8" fmla="*/ 1132568 h 1695271"/>
                <a:gd name="connsiteX9" fmla="*/ 4209596 w 4441371"/>
                <a:gd name="connsiteY9" fmla="*/ 634093 h 1695271"/>
                <a:gd name="connsiteX10" fmla="*/ 4368800 w 4441371"/>
                <a:gd name="connsiteY10" fmla="*/ 275771 h 1695271"/>
                <a:gd name="connsiteX11" fmla="*/ 4441371 w 4441371"/>
                <a:gd name="connsiteY11" fmla="*/ 0 h 1695271"/>
                <a:gd name="connsiteX0" fmla="*/ 0 w 4441371"/>
                <a:gd name="connsiteY0" fmla="*/ 58057 h 1695271"/>
                <a:gd name="connsiteX1" fmla="*/ 551543 w 4441371"/>
                <a:gd name="connsiteY1" fmla="*/ 740229 h 1695271"/>
                <a:gd name="connsiteX2" fmla="*/ 885371 w 4441371"/>
                <a:gd name="connsiteY2" fmla="*/ 1030514 h 1695271"/>
                <a:gd name="connsiteX3" fmla="*/ 1480458 w 4441371"/>
                <a:gd name="connsiteY3" fmla="*/ 1465943 h 1695271"/>
                <a:gd name="connsiteX4" fmla="*/ 2090057 w 4441371"/>
                <a:gd name="connsiteY4" fmla="*/ 1669143 h 1695271"/>
                <a:gd name="connsiteX5" fmla="*/ 2593068 w 4441371"/>
                <a:gd name="connsiteY5" fmla="*/ 1683203 h 1695271"/>
                <a:gd name="connsiteX6" fmla="*/ 3178629 w 4441371"/>
                <a:gd name="connsiteY6" fmla="*/ 1582057 h 1695271"/>
                <a:gd name="connsiteX7" fmla="*/ 3556000 w 4441371"/>
                <a:gd name="connsiteY7" fmla="*/ 1407885 h 1695271"/>
                <a:gd name="connsiteX8" fmla="*/ 3889829 w 4441371"/>
                <a:gd name="connsiteY8" fmla="*/ 1132568 h 1695271"/>
                <a:gd name="connsiteX9" fmla="*/ 4209596 w 4441371"/>
                <a:gd name="connsiteY9" fmla="*/ 634093 h 1695271"/>
                <a:gd name="connsiteX10" fmla="*/ 4368800 w 4441371"/>
                <a:gd name="connsiteY10" fmla="*/ 275771 h 1695271"/>
                <a:gd name="connsiteX11" fmla="*/ 4441371 w 4441371"/>
                <a:gd name="connsiteY11" fmla="*/ 0 h 1695271"/>
                <a:gd name="connsiteX0" fmla="*/ 0 w 4441371"/>
                <a:gd name="connsiteY0" fmla="*/ 58057 h 1695271"/>
                <a:gd name="connsiteX1" fmla="*/ 551543 w 4441371"/>
                <a:gd name="connsiteY1" fmla="*/ 740229 h 1695271"/>
                <a:gd name="connsiteX2" fmla="*/ 972457 w 4441371"/>
                <a:gd name="connsiteY2" fmla="*/ 1117600 h 1695271"/>
                <a:gd name="connsiteX3" fmla="*/ 1480458 w 4441371"/>
                <a:gd name="connsiteY3" fmla="*/ 1465943 h 1695271"/>
                <a:gd name="connsiteX4" fmla="*/ 2090057 w 4441371"/>
                <a:gd name="connsiteY4" fmla="*/ 1669143 h 1695271"/>
                <a:gd name="connsiteX5" fmla="*/ 2593068 w 4441371"/>
                <a:gd name="connsiteY5" fmla="*/ 1683203 h 1695271"/>
                <a:gd name="connsiteX6" fmla="*/ 3178629 w 4441371"/>
                <a:gd name="connsiteY6" fmla="*/ 1582057 h 1695271"/>
                <a:gd name="connsiteX7" fmla="*/ 3556000 w 4441371"/>
                <a:gd name="connsiteY7" fmla="*/ 1407885 h 1695271"/>
                <a:gd name="connsiteX8" fmla="*/ 3889829 w 4441371"/>
                <a:gd name="connsiteY8" fmla="*/ 1132568 h 1695271"/>
                <a:gd name="connsiteX9" fmla="*/ 4209596 w 4441371"/>
                <a:gd name="connsiteY9" fmla="*/ 634093 h 1695271"/>
                <a:gd name="connsiteX10" fmla="*/ 4368800 w 4441371"/>
                <a:gd name="connsiteY10" fmla="*/ 275771 h 1695271"/>
                <a:gd name="connsiteX11" fmla="*/ 4441371 w 4441371"/>
                <a:gd name="connsiteY11" fmla="*/ 0 h 1695271"/>
                <a:gd name="connsiteX0" fmla="*/ 0 w 4441371"/>
                <a:gd name="connsiteY0" fmla="*/ 58057 h 1695271"/>
                <a:gd name="connsiteX1" fmla="*/ 391886 w 4441371"/>
                <a:gd name="connsiteY1" fmla="*/ 711200 h 1695271"/>
                <a:gd name="connsiteX2" fmla="*/ 972457 w 4441371"/>
                <a:gd name="connsiteY2" fmla="*/ 1117600 h 1695271"/>
                <a:gd name="connsiteX3" fmla="*/ 1480458 w 4441371"/>
                <a:gd name="connsiteY3" fmla="*/ 1465943 h 1695271"/>
                <a:gd name="connsiteX4" fmla="*/ 2090057 w 4441371"/>
                <a:gd name="connsiteY4" fmla="*/ 1669143 h 1695271"/>
                <a:gd name="connsiteX5" fmla="*/ 2593068 w 4441371"/>
                <a:gd name="connsiteY5" fmla="*/ 1683203 h 1695271"/>
                <a:gd name="connsiteX6" fmla="*/ 3178629 w 4441371"/>
                <a:gd name="connsiteY6" fmla="*/ 1582057 h 1695271"/>
                <a:gd name="connsiteX7" fmla="*/ 3556000 w 4441371"/>
                <a:gd name="connsiteY7" fmla="*/ 1407885 h 1695271"/>
                <a:gd name="connsiteX8" fmla="*/ 3889829 w 4441371"/>
                <a:gd name="connsiteY8" fmla="*/ 1132568 h 1695271"/>
                <a:gd name="connsiteX9" fmla="*/ 4209596 w 4441371"/>
                <a:gd name="connsiteY9" fmla="*/ 634093 h 1695271"/>
                <a:gd name="connsiteX10" fmla="*/ 4368800 w 4441371"/>
                <a:gd name="connsiteY10" fmla="*/ 275771 h 1695271"/>
                <a:gd name="connsiteX11" fmla="*/ 4441371 w 4441371"/>
                <a:gd name="connsiteY11" fmla="*/ 0 h 1695271"/>
                <a:gd name="connsiteX0" fmla="*/ 0 w 4441371"/>
                <a:gd name="connsiteY0" fmla="*/ 58057 h 1695271"/>
                <a:gd name="connsiteX1" fmla="*/ 391886 w 4441371"/>
                <a:gd name="connsiteY1" fmla="*/ 711200 h 1695271"/>
                <a:gd name="connsiteX2" fmla="*/ 972457 w 4441371"/>
                <a:gd name="connsiteY2" fmla="*/ 1117600 h 1695271"/>
                <a:gd name="connsiteX3" fmla="*/ 1480458 w 4441371"/>
                <a:gd name="connsiteY3" fmla="*/ 1465943 h 1695271"/>
                <a:gd name="connsiteX4" fmla="*/ 2090057 w 4441371"/>
                <a:gd name="connsiteY4" fmla="*/ 1669143 h 1695271"/>
                <a:gd name="connsiteX5" fmla="*/ 2593068 w 4441371"/>
                <a:gd name="connsiteY5" fmla="*/ 1683203 h 1695271"/>
                <a:gd name="connsiteX6" fmla="*/ 3178629 w 4441371"/>
                <a:gd name="connsiteY6" fmla="*/ 1582057 h 1695271"/>
                <a:gd name="connsiteX7" fmla="*/ 3556000 w 4441371"/>
                <a:gd name="connsiteY7" fmla="*/ 1407885 h 1695271"/>
                <a:gd name="connsiteX8" fmla="*/ 3889829 w 4441371"/>
                <a:gd name="connsiteY8" fmla="*/ 1132568 h 1695271"/>
                <a:gd name="connsiteX9" fmla="*/ 4209596 w 4441371"/>
                <a:gd name="connsiteY9" fmla="*/ 634093 h 1695271"/>
                <a:gd name="connsiteX10" fmla="*/ 4368800 w 4441371"/>
                <a:gd name="connsiteY10" fmla="*/ 275771 h 1695271"/>
                <a:gd name="connsiteX11" fmla="*/ 4441371 w 4441371"/>
                <a:gd name="connsiteY11" fmla="*/ 0 h 1695271"/>
                <a:gd name="connsiteX0" fmla="*/ 0 w 4441371"/>
                <a:gd name="connsiteY0" fmla="*/ 58057 h 1695271"/>
                <a:gd name="connsiteX1" fmla="*/ 391886 w 4441371"/>
                <a:gd name="connsiteY1" fmla="*/ 711200 h 1695271"/>
                <a:gd name="connsiteX2" fmla="*/ 798285 w 4441371"/>
                <a:gd name="connsiteY2" fmla="*/ 1190171 h 1695271"/>
                <a:gd name="connsiteX3" fmla="*/ 1480458 w 4441371"/>
                <a:gd name="connsiteY3" fmla="*/ 1465943 h 1695271"/>
                <a:gd name="connsiteX4" fmla="*/ 2090057 w 4441371"/>
                <a:gd name="connsiteY4" fmla="*/ 1669143 h 1695271"/>
                <a:gd name="connsiteX5" fmla="*/ 2593068 w 4441371"/>
                <a:gd name="connsiteY5" fmla="*/ 1683203 h 1695271"/>
                <a:gd name="connsiteX6" fmla="*/ 3178629 w 4441371"/>
                <a:gd name="connsiteY6" fmla="*/ 1582057 h 1695271"/>
                <a:gd name="connsiteX7" fmla="*/ 3556000 w 4441371"/>
                <a:gd name="connsiteY7" fmla="*/ 1407885 h 1695271"/>
                <a:gd name="connsiteX8" fmla="*/ 3889829 w 4441371"/>
                <a:gd name="connsiteY8" fmla="*/ 1132568 h 1695271"/>
                <a:gd name="connsiteX9" fmla="*/ 4209596 w 4441371"/>
                <a:gd name="connsiteY9" fmla="*/ 634093 h 1695271"/>
                <a:gd name="connsiteX10" fmla="*/ 4368800 w 4441371"/>
                <a:gd name="connsiteY10" fmla="*/ 275771 h 1695271"/>
                <a:gd name="connsiteX11" fmla="*/ 4441371 w 4441371"/>
                <a:gd name="connsiteY11" fmla="*/ 0 h 1695271"/>
                <a:gd name="connsiteX0" fmla="*/ 0 w 4441371"/>
                <a:gd name="connsiteY0" fmla="*/ 58057 h 1690867"/>
                <a:gd name="connsiteX1" fmla="*/ 391886 w 4441371"/>
                <a:gd name="connsiteY1" fmla="*/ 711200 h 1690867"/>
                <a:gd name="connsiteX2" fmla="*/ 798285 w 4441371"/>
                <a:gd name="connsiteY2" fmla="*/ 1190171 h 1690867"/>
                <a:gd name="connsiteX3" fmla="*/ 1407886 w 4441371"/>
                <a:gd name="connsiteY3" fmla="*/ 1553029 h 1690867"/>
                <a:gd name="connsiteX4" fmla="*/ 2090057 w 4441371"/>
                <a:gd name="connsiteY4" fmla="*/ 1669143 h 1690867"/>
                <a:gd name="connsiteX5" fmla="*/ 2593068 w 4441371"/>
                <a:gd name="connsiteY5" fmla="*/ 1683203 h 1690867"/>
                <a:gd name="connsiteX6" fmla="*/ 3178629 w 4441371"/>
                <a:gd name="connsiteY6" fmla="*/ 1582057 h 1690867"/>
                <a:gd name="connsiteX7" fmla="*/ 3556000 w 4441371"/>
                <a:gd name="connsiteY7" fmla="*/ 1407885 h 1690867"/>
                <a:gd name="connsiteX8" fmla="*/ 3889829 w 4441371"/>
                <a:gd name="connsiteY8" fmla="*/ 1132568 h 1690867"/>
                <a:gd name="connsiteX9" fmla="*/ 4209596 w 4441371"/>
                <a:gd name="connsiteY9" fmla="*/ 634093 h 1690867"/>
                <a:gd name="connsiteX10" fmla="*/ 4368800 w 4441371"/>
                <a:gd name="connsiteY10" fmla="*/ 275771 h 1690867"/>
                <a:gd name="connsiteX11" fmla="*/ 4441371 w 4441371"/>
                <a:gd name="connsiteY11" fmla="*/ 0 h 1690867"/>
                <a:gd name="connsiteX0" fmla="*/ 0 w 4441371"/>
                <a:gd name="connsiteY0" fmla="*/ 58057 h 1690867"/>
                <a:gd name="connsiteX1" fmla="*/ 203200 w 4441371"/>
                <a:gd name="connsiteY1" fmla="*/ 493486 h 1690867"/>
                <a:gd name="connsiteX2" fmla="*/ 391886 w 4441371"/>
                <a:gd name="connsiteY2" fmla="*/ 711200 h 1690867"/>
                <a:gd name="connsiteX3" fmla="*/ 798285 w 4441371"/>
                <a:gd name="connsiteY3" fmla="*/ 1190171 h 1690867"/>
                <a:gd name="connsiteX4" fmla="*/ 1407886 w 4441371"/>
                <a:gd name="connsiteY4" fmla="*/ 1553029 h 1690867"/>
                <a:gd name="connsiteX5" fmla="*/ 2090057 w 4441371"/>
                <a:gd name="connsiteY5" fmla="*/ 1669143 h 1690867"/>
                <a:gd name="connsiteX6" fmla="*/ 2593068 w 4441371"/>
                <a:gd name="connsiteY6" fmla="*/ 1683203 h 1690867"/>
                <a:gd name="connsiteX7" fmla="*/ 3178629 w 4441371"/>
                <a:gd name="connsiteY7" fmla="*/ 1582057 h 1690867"/>
                <a:gd name="connsiteX8" fmla="*/ 3556000 w 4441371"/>
                <a:gd name="connsiteY8" fmla="*/ 1407885 h 1690867"/>
                <a:gd name="connsiteX9" fmla="*/ 3889829 w 4441371"/>
                <a:gd name="connsiteY9" fmla="*/ 1132568 h 1690867"/>
                <a:gd name="connsiteX10" fmla="*/ 4209596 w 4441371"/>
                <a:gd name="connsiteY10" fmla="*/ 634093 h 1690867"/>
                <a:gd name="connsiteX11" fmla="*/ 4368800 w 4441371"/>
                <a:gd name="connsiteY11" fmla="*/ 275771 h 1690867"/>
                <a:gd name="connsiteX12" fmla="*/ 4441371 w 4441371"/>
                <a:gd name="connsiteY12" fmla="*/ 0 h 1690867"/>
                <a:gd name="connsiteX0" fmla="*/ 0 w 4441371"/>
                <a:gd name="connsiteY0" fmla="*/ 58057 h 1690867"/>
                <a:gd name="connsiteX1" fmla="*/ 203200 w 4441371"/>
                <a:gd name="connsiteY1" fmla="*/ 493486 h 1690867"/>
                <a:gd name="connsiteX2" fmla="*/ 449944 w 4441371"/>
                <a:gd name="connsiteY2" fmla="*/ 856343 h 1690867"/>
                <a:gd name="connsiteX3" fmla="*/ 798285 w 4441371"/>
                <a:gd name="connsiteY3" fmla="*/ 1190171 h 1690867"/>
                <a:gd name="connsiteX4" fmla="*/ 1407886 w 4441371"/>
                <a:gd name="connsiteY4" fmla="*/ 1553029 h 1690867"/>
                <a:gd name="connsiteX5" fmla="*/ 2090057 w 4441371"/>
                <a:gd name="connsiteY5" fmla="*/ 1669143 h 1690867"/>
                <a:gd name="connsiteX6" fmla="*/ 2593068 w 4441371"/>
                <a:gd name="connsiteY6" fmla="*/ 1683203 h 1690867"/>
                <a:gd name="connsiteX7" fmla="*/ 3178629 w 4441371"/>
                <a:gd name="connsiteY7" fmla="*/ 1582057 h 1690867"/>
                <a:gd name="connsiteX8" fmla="*/ 3556000 w 4441371"/>
                <a:gd name="connsiteY8" fmla="*/ 1407885 h 1690867"/>
                <a:gd name="connsiteX9" fmla="*/ 3889829 w 4441371"/>
                <a:gd name="connsiteY9" fmla="*/ 1132568 h 1690867"/>
                <a:gd name="connsiteX10" fmla="*/ 4209596 w 4441371"/>
                <a:gd name="connsiteY10" fmla="*/ 634093 h 1690867"/>
                <a:gd name="connsiteX11" fmla="*/ 4368800 w 4441371"/>
                <a:gd name="connsiteY11" fmla="*/ 275771 h 1690867"/>
                <a:gd name="connsiteX12" fmla="*/ 4441371 w 4441371"/>
                <a:gd name="connsiteY12" fmla="*/ 0 h 1690867"/>
                <a:gd name="connsiteX0" fmla="*/ 0 w 4441371"/>
                <a:gd name="connsiteY0" fmla="*/ 58057 h 1720293"/>
                <a:gd name="connsiteX1" fmla="*/ 203200 w 4441371"/>
                <a:gd name="connsiteY1" fmla="*/ 493486 h 1720293"/>
                <a:gd name="connsiteX2" fmla="*/ 449944 w 4441371"/>
                <a:gd name="connsiteY2" fmla="*/ 856343 h 1720293"/>
                <a:gd name="connsiteX3" fmla="*/ 798285 w 4441371"/>
                <a:gd name="connsiteY3" fmla="*/ 1190171 h 1720293"/>
                <a:gd name="connsiteX4" fmla="*/ 1407886 w 4441371"/>
                <a:gd name="connsiteY4" fmla="*/ 1553029 h 1720293"/>
                <a:gd name="connsiteX5" fmla="*/ 2090057 w 4441371"/>
                <a:gd name="connsiteY5" fmla="*/ 1712685 h 1720293"/>
                <a:gd name="connsiteX6" fmla="*/ 2593068 w 4441371"/>
                <a:gd name="connsiteY6" fmla="*/ 1683203 h 1720293"/>
                <a:gd name="connsiteX7" fmla="*/ 3178629 w 4441371"/>
                <a:gd name="connsiteY7" fmla="*/ 1582057 h 1720293"/>
                <a:gd name="connsiteX8" fmla="*/ 3556000 w 4441371"/>
                <a:gd name="connsiteY8" fmla="*/ 1407885 h 1720293"/>
                <a:gd name="connsiteX9" fmla="*/ 3889829 w 4441371"/>
                <a:gd name="connsiteY9" fmla="*/ 1132568 h 1720293"/>
                <a:gd name="connsiteX10" fmla="*/ 4209596 w 4441371"/>
                <a:gd name="connsiteY10" fmla="*/ 634093 h 1720293"/>
                <a:gd name="connsiteX11" fmla="*/ 4368800 w 4441371"/>
                <a:gd name="connsiteY11" fmla="*/ 275771 h 1720293"/>
                <a:gd name="connsiteX12" fmla="*/ 4441371 w 4441371"/>
                <a:gd name="connsiteY12" fmla="*/ 0 h 1720293"/>
                <a:gd name="connsiteX0" fmla="*/ 0 w 4441371"/>
                <a:gd name="connsiteY0" fmla="*/ 58057 h 1730634"/>
                <a:gd name="connsiteX1" fmla="*/ 203200 w 4441371"/>
                <a:gd name="connsiteY1" fmla="*/ 493486 h 1730634"/>
                <a:gd name="connsiteX2" fmla="*/ 449944 w 4441371"/>
                <a:gd name="connsiteY2" fmla="*/ 856343 h 1730634"/>
                <a:gd name="connsiteX3" fmla="*/ 798285 w 4441371"/>
                <a:gd name="connsiteY3" fmla="*/ 1190171 h 1730634"/>
                <a:gd name="connsiteX4" fmla="*/ 1407886 w 4441371"/>
                <a:gd name="connsiteY4" fmla="*/ 1553029 h 1730634"/>
                <a:gd name="connsiteX5" fmla="*/ 2090057 w 4441371"/>
                <a:gd name="connsiteY5" fmla="*/ 1712685 h 1730634"/>
                <a:gd name="connsiteX6" fmla="*/ 2636611 w 4441371"/>
                <a:gd name="connsiteY6" fmla="*/ 1712231 h 1730634"/>
                <a:gd name="connsiteX7" fmla="*/ 3178629 w 4441371"/>
                <a:gd name="connsiteY7" fmla="*/ 1582057 h 1730634"/>
                <a:gd name="connsiteX8" fmla="*/ 3556000 w 4441371"/>
                <a:gd name="connsiteY8" fmla="*/ 1407885 h 1730634"/>
                <a:gd name="connsiteX9" fmla="*/ 3889829 w 4441371"/>
                <a:gd name="connsiteY9" fmla="*/ 1132568 h 1730634"/>
                <a:gd name="connsiteX10" fmla="*/ 4209596 w 4441371"/>
                <a:gd name="connsiteY10" fmla="*/ 634093 h 1730634"/>
                <a:gd name="connsiteX11" fmla="*/ 4368800 w 4441371"/>
                <a:gd name="connsiteY11" fmla="*/ 275771 h 1730634"/>
                <a:gd name="connsiteX12" fmla="*/ 4441371 w 4441371"/>
                <a:gd name="connsiteY12" fmla="*/ 0 h 1730634"/>
                <a:gd name="connsiteX0" fmla="*/ 0 w 4454494"/>
                <a:gd name="connsiteY0" fmla="*/ 30063 h 1730634"/>
                <a:gd name="connsiteX1" fmla="*/ 216323 w 4454494"/>
                <a:gd name="connsiteY1" fmla="*/ 493486 h 1730634"/>
                <a:gd name="connsiteX2" fmla="*/ 463067 w 4454494"/>
                <a:gd name="connsiteY2" fmla="*/ 856343 h 1730634"/>
                <a:gd name="connsiteX3" fmla="*/ 811408 w 4454494"/>
                <a:gd name="connsiteY3" fmla="*/ 1190171 h 1730634"/>
                <a:gd name="connsiteX4" fmla="*/ 1421009 w 4454494"/>
                <a:gd name="connsiteY4" fmla="*/ 1553029 h 1730634"/>
                <a:gd name="connsiteX5" fmla="*/ 2103180 w 4454494"/>
                <a:gd name="connsiteY5" fmla="*/ 1712685 h 1730634"/>
                <a:gd name="connsiteX6" fmla="*/ 2649734 w 4454494"/>
                <a:gd name="connsiteY6" fmla="*/ 1712231 h 1730634"/>
                <a:gd name="connsiteX7" fmla="*/ 3191752 w 4454494"/>
                <a:gd name="connsiteY7" fmla="*/ 1582057 h 1730634"/>
                <a:gd name="connsiteX8" fmla="*/ 3569123 w 4454494"/>
                <a:gd name="connsiteY8" fmla="*/ 1407885 h 1730634"/>
                <a:gd name="connsiteX9" fmla="*/ 3902952 w 4454494"/>
                <a:gd name="connsiteY9" fmla="*/ 1132568 h 1730634"/>
                <a:gd name="connsiteX10" fmla="*/ 4222719 w 4454494"/>
                <a:gd name="connsiteY10" fmla="*/ 634093 h 1730634"/>
                <a:gd name="connsiteX11" fmla="*/ 4381923 w 4454494"/>
                <a:gd name="connsiteY11" fmla="*/ 275771 h 1730634"/>
                <a:gd name="connsiteX12" fmla="*/ 4454494 w 4454494"/>
                <a:gd name="connsiteY12" fmla="*/ 0 h 1730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54494" h="1730634">
                  <a:moveTo>
                    <a:pt x="0" y="30063"/>
                  </a:moveTo>
                  <a:cubicBezTo>
                    <a:pt x="41124" y="95378"/>
                    <a:pt x="151009" y="384629"/>
                    <a:pt x="216323" y="493486"/>
                  </a:cubicBezTo>
                  <a:cubicBezTo>
                    <a:pt x="281637" y="602343"/>
                    <a:pt x="363886" y="740229"/>
                    <a:pt x="463067" y="856343"/>
                  </a:cubicBezTo>
                  <a:cubicBezTo>
                    <a:pt x="562248" y="972457"/>
                    <a:pt x="651751" y="1074057"/>
                    <a:pt x="811408" y="1190171"/>
                  </a:cubicBezTo>
                  <a:cubicBezTo>
                    <a:pt x="971065" y="1306285"/>
                    <a:pt x="1205714" y="1465943"/>
                    <a:pt x="1421009" y="1553029"/>
                  </a:cubicBezTo>
                  <a:cubicBezTo>
                    <a:pt x="1636304" y="1640115"/>
                    <a:pt x="1898393" y="1686151"/>
                    <a:pt x="2103180" y="1712685"/>
                  </a:cubicBezTo>
                  <a:cubicBezTo>
                    <a:pt x="2307968" y="1739219"/>
                    <a:pt x="2468305" y="1734002"/>
                    <a:pt x="2649734" y="1712231"/>
                  </a:cubicBezTo>
                  <a:cubicBezTo>
                    <a:pt x="2831163" y="1690460"/>
                    <a:pt x="3038521" y="1632781"/>
                    <a:pt x="3191752" y="1582057"/>
                  </a:cubicBezTo>
                  <a:cubicBezTo>
                    <a:pt x="3344984" y="1531333"/>
                    <a:pt x="3450590" y="1482800"/>
                    <a:pt x="3569123" y="1407885"/>
                  </a:cubicBezTo>
                  <a:cubicBezTo>
                    <a:pt x="3687656" y="1332970"/>
                    <a:pt x="3794019" y="1261533"/>
                    <a:pt x="3902952" y="1132568"/>
                  </a:cubicBezTo>
                  <a:cubicBezTo>
                    <a:pt x="4011885" y="1003603"/>
                    <a:pt x="4142890" y="776893"/>
                    <a:pt x="4222719" y="634093"/>
                  </a:cubicBezTo>
                  <a:cubicBezTo>
                    <a:pt x="4302548" y="491293"/>
                    <a:pt x="4343294" y="381453"/>
                    <a:pt x="4381923" y="275771"/>
                  </a:cubicBezTo>
                  <a:cubicBezTo>
                    <a:pt x="4420552" y="170089"/>
                    <a:pt x="4435142" y="83457"/>
                    <a:pt x="4454494" y="0"/>
                  </a:cubicBezTo>
                </a:path>
              </a:pathLst>
            </a:cu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AU">
                <a:solidFill>
                  <a:prstClr val="white"/>
                </a:solidFill>
              </a:endParaRPr>
            </a:p>
          </p:txBody>
        </p:sp>
      </p:grpSp>
      <p:sp>
        <p:nvSpPr>
          <p:cNvPr id="42013" name="TextBox 41"/>
          <p:cNvSpPr txBox="1">
            <a:spLocks noChangeArrowheads="1"/>
          </p:cNvSpPr>
          <p:nvPr/>
        </p:nvSpPr>
        <p:spPr bwMode="auto">
          <a:xfrm>
            <a:off x="1684339" y="6624639"/>
            <a:ext cx="20462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altLang="en-US" sz="1200" i="1">
                <a:solidFill>
                  <a:schemeClr val="bg1"/>
                </a:solidFill>
              </a:rPr>
              <a:t>GINA 2017</a:t>
            </a:r>
          </a:p>
        </p:txBody>
      </p:sp>
      <p:sp>
        <p:nvSpPr>
          <p:cNvPr id="43" name="Line 11"/>
          <p:cNvSpPr>
            <a:spLocks noChangeShapeType="1"/>
          </p:cNvSpPr>
          <p:nvPr/>
        </p:nvSpPr>
        <p:spPr bwMode="auto">
          <a:xfrm flipV="1">
            <a:off x="5341938" y="4589463"/>
            <a:ext cx="0" cy="139700"/>
          </a:xfrm>
          <a:prstGeom prst="line">
            <a:avLst/>
          </a:prstGeom>
          <a:noFill/>
          <a:ln w="12700">
            <a:solidFill>
              <a:srgbClr val="13467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015" name="Rectangle 17"/>
          <p:cNvSpPr>
            <a:spLocks noChangeArrowheads="1"/>
          </p:cNvSpPr>
          <p:nvPr/>
        </p:nvSpPr>
        <p:spPr bwMode="auto">
          <a:xfrm>
            <a:off x="5208589" y="4708526"/>
            <a:ext cx="287337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 eaLnBrk="1" hangingPunct="1"/>
            <a:r>
              <a:rPr lang="en-US" altLang="en-US" sz="1600">
                <a:solidFill>
                  <a:srgbClr val="134679"/>
                </a:solidFill>
              </a:rPr>
              <a:t>6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Options?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Bronchodilators</a:t>
            </a:r>
          </a:p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r>
              <a:rPr lang="el-GR" b="0" dirty="0"/>
              <a:t>β</a:t>
            </a:r>
            <a:r>
              <a:rPr lang="el-GR" sz="800" dirty="0"/>
              <a:t>2</a:t>
            </a:r>
            <a:r>
              <a:rPr lang="el-GR" b="0" dirty="0"/>
              <a:t>-</a:t>
            </a:r>
            <a:r>
              <a:rPr lang="en-US" b="0" dirty="0"/>
              <a:t>adrenergic agonists</a:t>
            </a:r>
          </a:p>
          <a:p>
            <a:pPr>
              <a:defRPr/>
            </a:pPr>
            <a:r>
              <a:rPr lang="en-US" b="0" dirty="0"/>
              <a:t>Anticholinergics</a:t>
            </a:r>
          </a:p>
          <a:p>
            <a:pPr>
              <a:defRPr/>
            </a:pPr>
            <a:r>
              <a:rPr lang="en-US" b="0" dirty="0"/>
              <a:t>Theophylline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Controllers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ICS</a:t>
            </a:r>
          </a:p>
          <a:p>
            <a:pPr>
              <a:defRPr/>
            </a:pPr>
            <a:r>
              <a:rPr lang="en-US" b="0" dirty="0"/>
              <a:t>OCS</a:t>
            </a:r>
          </a:p>
          <a:p>
            <a:pPr>
              <a:defRPr/>
            </a:pPr>
            <a:r>
              <a:rPr lang="en-US" b="0" dirty="0" err="1"/>
              <a:t>Antileukotrienes</a:t>
            </a:r>
            <a:endParaRPr lang="en-US" b="0" dirty="0"/>
          </a:p>
          <a:p>
            <a:pPr>
              <a:defRPr/>
            </a:pPr>
            <a:r>
              <a:rPr lang="en-US" b="0" dirty="0" err="1"/>
              <a:t>Cromones</a:t>
            </a:r>
            <a:endParaRPr lang="en-US" b="0" dirty="0"/>
          </a:p>
          <a:p>
            <a:pPr>
              <a:defRPr/>
            </a:pPr>
            <a:r>
              <a:rPr lang="en-US" b="0" dirty="0"/>
              <a:t>Anti </a:t>
            </a:r>
            <a:r>
              <a:rPr lang="en-US" b="0" dirty="0" err="1"/>
              <a:t>IgE</a:t>
            </a:r>
            <a:endParaRPr lang="en-US" b="0" dirty="0"/>
          </a:p>
          <a:p>
            <a:pPr marL="0" indent="0">
              <a:buNone/>
              <a:defRPr/>
            </a:pPr>
            <a:endParaRPr lang="en-US" b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EACC1-FC6A-9CCF-6EA0-658DB0955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02017-FDC1-E76E-931E-D6E73E297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Global Initiative for Chronic Obstructive Lung Disease (GOLD) defines COPD as a common, preventable, and treatable disease characterized by persistent airflow limitation that is usually progressive. </a:t>
            </a:r>
          </a:p>
          <a:p>
            <a:r>
              <a:rPr lang="en-US" dirty="0"/>
              <a:t>It associated with an enhanced chronic inflammatory response in the airways and the lung to noxious particles or gases</a:t>
            </a:r>
          </a:p>
        </p:txBody>
      </p:sp>
    </p:spTree>
    <p:extLst>
      <p:ext uri="{BB962C8B-B14F-4D97-AF65-F5344CB8AC3E}">
        <p14:creationId xmlns:p14="http://schemas.microsoft.com/office/powerpoint/2010/main" val="3319985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0200-D598-C1B5-8D8B-CAC4DED21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D9E07-25E5-C565-8E09-BCAEF35B2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Emphysema is defined as alveolar wall destruction with irreversible enlargement of the air spaces distal to the terminal bronchioles and without evidence of fibrosis.</a:t>
            </a:r>
          </a:p>
          <a:p>
            <a:r>
              <a:rPr lang="en-US" dirty="0"/>
              <a:t>Chronic bronchitis is defined as a productive cough that is present for a period of 3 months in each of 2 consecutive years in the absence of another identifiable cause of excessive sputum production.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PATHOPHYSIOLOGY</a:t>
            </a:r>
          </a:p>
          <a:p>
            <a:endParaRPr lang="en-US" dirty="0"/>
          </a:p>
          <a:p>
            <a:r>
              <a:rPr lang="en-US" dirty="0"/>
              <a:t>COPD is characterized by chronic inflammation of the airways, lung tissue, and pulmonary blood vessels. Protease-antiprotease imbalance and oxidative stress are also involved in the pathogenesis of COPD.</a:t>
            </a:r>
          </a:p>
        </p:txBody>
      </p:sp>
    </p:spTree>
    <p:extLst>
      <p:ext uri="{BB962C8B-B14F-4D97-AF65-F5344CB8AC3E}">
        <p14:creationId xmlns:p14="http://schemas.microsoft.com/office/powerpoint/2010/main" val="260295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8C2DE-2C84-1FB1-81D4-48C9E4D6D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2AD4C4-52A6-9DBD-4692-2FDCDEBD5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9883" y="1690688"/>
            <a:ext cx="9400853" cy="4052566"/>
          </a:xfrm>
        </p:spPr>
      </p:pic>
    </p:spTree>
    <p:extLst>
      <p:ext uri="{BB962C8B-B14F-4D97-AF65-F5344CB8AC3E}">
        <p14:creationId xmlns:p14="http://schemas.microsoft.com/office/powerpoint/2010/main" val="956396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DB222-4EFF-C820-E56E-0DA0343A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59E07-032E-8608-AA1C-EE3DAF146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Associated comorbidities such as cardiovascular disease and diabetes</a:t>
            </a:r>
          </a:p>
          <a:p>
            <a:r>
              <a:rPr lang="en-US" dirty="0"/>
              <a:t>The Global Mortality and Burden of Disease project estimates COPD</a:t>
            </a:r>
          </a:p>
          <a:p>
            <a:pPr marL="0" indent="0">
              <a:buNone/>
            </a:pPr>
            <a:r>
              <a:rPr lang="en-US" dirty="0"/>
              <a:t>mortality will rank fourth worldwide and third in middle-income countries by 2030.</a:t>
            </a:r>
          </a:p>
          <a:p>
            <a:r>
              <a:rPr lang="en-US" dirty="0"/>
              <a:t>Cigarette smoking is the single most important risk factor for the development of COPD. </a:t>
            </a:r>
          </a:p>
          <a:p>
            <a:r>
              <a:rPr lang="en-US" dirty="0"/>
              <a:t>However, a significant burden of disease occurs in nonsmokers. Alpha-1antitrypsin deficiency and occupational exposures are implicated as the other major causes of COPD. </a:t>
            </a:r>
          </a:p>
          <a:p>
            <a:r>
              <a:rPr lang="en-US" dirty="0"/>
              <a:t>Other significant causes include outdoor air pollution, secondhand smoke, and biomass smoke</a:t>
            </a:r>
          </a:p>
        </p:txBody>
      </p:sp>
    </p:spTree>
    <p:extLst>
      <p:ext uri="{BB962C8B-B14F-4D97-AF65-F5344CB8AC3E}">
        <p14:creationId xmlns:p14="http://schemas.microsoft.com/office/powerpoint/2010/main" val="572756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B0C2C-6724-41F5-814E-D023AC67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5329C7-E2FB-D821-F7DB-3658E26ED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0343" y="996593"/>
            <a:ext cx="7770511" cy="5630237"/>
          </a:xfrm>
        </p:spPr>
      </p:pic>
    </p:spTree>
    <p:extLst>
      <p:ext uri="{BB962C8B-B14F-4D97-AF65-F5344CB8AC3E}">
        <p14:creationId xmlns:p14="http://schemas.microsoft.com/office/powerpoint/2010/main" val="368337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0AE58-ACC4-8461-C2AA-7F94E6EFF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Symptom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572A8-9CF2-FB49-F659-E785A6708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diagnosis of COPD should be suspected in any patient with dyspnea, chronic cough or sputum production, and a history of exposure to known risk factors.</a:t>
            </a:r>
          </a:p>
          <a:p>
            <a:r>
              <a:rPr lang="en-US" dirty="0"/>
              <a:t>Symptom onset is usually in the fifth decade of life or later and often brought to light by respiratory infections.</a:t>
            </a:r>
          </a:p>
          <a:p>
            <a:r>
              <a:rPr lang="en-US" dirty="0"/>
              <a:t>ADDITIONAL CLINICAL FEATURES—Other symptoms associated with COPD are important prognostically or may represent other disease processes (e.g., tuberculosis, lung cancer, congestive heart failure).</a:t>
            </a:r>
          </a:p>
          <a:p>
            <a:pPr marL="0" indent="0">
              <a:buNone/>
            </a:pPr>
            <a:r>
              <a:rPr lang="en-US" dirty="0"/>
              <a:t>	 Wheezing and chest tightness, Fatigue, Weight loss/muscle wasting; inflammatory mediators from the lung may play a role, Anorexia, Ankle swelling; may represent </a:t>
            </a:r>
            <a:r>
              <a:rPr lang="en-US" dirty="0" err="1"/>
              <a:t>cor</a:t>
            </a:r>
            <a:r>
              <a:rPr lang="en-US" dirty="0"/>
              <a:t> pulmonale, depression</a:t>
            </a:r>
          </a:p>
        </p:txBody>
      </p:sp>
    </p:spTree>
    <p:extLst>
      <p:ext uri="{BB962C8B-B14F-4D97-AF65-F5344CB8AC3E}">
        <p14:creationId xmlns:p14="http://schemas.microsoft.com/office/powerpoint/2010/main" val="3046813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53E72-881B-4BEC-0EE2-E112368BA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013" y="365126"/>
            <a:ext cx="10603787" cy="765032"/>
          </a:xfrm>
        </p:spPr>
        <p:txBody>
          <a:bodyPr/>
          <a:lstStyle/>
          <a:p>
            <a:r>
              <a:rPr lang="en-US" dirty="0"/>
              <a:t>Physical 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54E14-AF88-9A73-FFE0-6EB21A9C7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225" y="1130158"/>
            <a:ext cx="11045575" cy="5046805"/>
          </a:xfrm>
        </p:spPr>
        <p:txBody>
          <a:bodyPr>
            <a:noAutofit/>
          </a:bodyPr>
          <a:lstStyle/>
          <a:p>
            <a:r>
              <a:rPr lang="en-US" dirty="0"/>
              <a:t>Abnormal physical exam findings are mostly present in severe disease.</a:t>
            </a:r>
          </a:p>
          <a:p>
            <a:pPr marL="0" indent="0">
              <a:buNone/>
            </a:pPr>
            <a:r>
              <a:rPr lang="en-US" dirty="0"/>
              <a:t> Chest wall hyperinflation; limited diaphragmatic motion on auscultation</a:t>
            </a:r>
          </a:p>
          <a:p>
            <a:pPr marL="0" indent="0">
              <a:buNone/>
            </a:pPr>
            <a:r>
              <a:rPr lang="en-US" dirty="0"/>
              <a:t>Decreased intensity of breath and/or heart sounds</a:t>
            </a:r>
          </a:p>
          <a:p>
            <a:pPr marL="0" indent="0">
              <a:buNone/>
            </a:pPr>
            <a:r>
              <a:rPr lang="en-US" dirty="0"/>
              <a:t>Wheezing and prolonged expiratory time</a:t>
            </a:r>
          </a:p>
          <a:p>
            <a:pPr marL="0" indent="0">
              <a:buNone/>
            </a:pPr>
            <a:r>
              <a:rPr lang="en-US" dirty="0"/>
              <a:t>Pursed-lip breathing and use of accessory respiratory muscles</a:t>
            </a:r>
          </a:p>
          <a:p>
            <a:r>
              <a:rPr lang="en-US" dirty="0"/>
              <a:t>Positional relief of dyspnea: leaning forward, arms outstretched with palms or elbows used to bear weight</a:t>
            </a:r>
          </a:p>
          <a:p>
            <a:r>
              <a:rPr lang="en-US" dirty="0"/>
              <a:t>Cyanosis</a:t>
            </a:r>
          </a:p>
          <a:p>
            <a:r>
              <a:rPr lang="en-US" dirty="0"/>
              <a:t>Digital clubbing is not typical in COPD and may reflect other disease processes (e.g., lung cancer)</a:t>
            </a:r>
          </a:p>
          <a:p>
            <a:r>
              <a:rPr lang="en-US" dirty="0"/>
              <a:t>Lower extremity edema may occur with or without </a:t>
            </a:r>
            <a:r>
              <a:rPr lang="en-US" dirty="0" err="1"/>
              <a:t>cor</a:t>
            </a:r>
            <a:r>
              <a:rPr lang="en-US" dirty="0"/>
              <a:t> pulmonale</a:t>
            </a:r>
          </a:p>
          <a:p>
            <a:r>
              <a:rPr lang="en-US" dirty="0"/>
              <a:t> Asterixis rare but can be seen with severe hypercapnia</a:t>
            </a:r>
          </a:p>
        </p:txBody>
      </p:sp>
    </p:spTree>
    <p:extLst>
      <p:ext uri="{BB962C8B-B14F-4D97-AF65-F5344CB8AC3E}">
        <p14:creationId xmlns:p14="http://schemas.microsoft.com/office/powerpoint/2010/main" val="2170701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6B7A4-8EBA-1799-1EC4-8F5806A1A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BF25F2-149C-70A0-1703-5E05C58EA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1618" y="1768947"/>
            <a:ext cx="4338894" cy="419756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6C087F-EFE5-DDD2-E480-99DD21B33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172" y="2044557"/>
            <a:ext cx="4746660" cy="315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76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A14DB-95AF-C1C0-A34C-EFFCFF40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COPD- comorbidities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FFC660-C432-97F0-FF8D-89BD2B552C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946" y="1582221"/>
            <a:ext cx="8178229" cy="4910654"/>
          </a:xfrm>
        </p:spPr>
      </p:pic>
    </p:spTree>
    <p:extLst>
      <p:ext uri="{BB962C8B-B14F-4D97-AF65-F5344CB8AC3E}">
        <p14:creationId xmlns:p14="http://schemas.microsoft.com/office/powerpoint/2010/main" val="4284180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1F0A3-7F6C-0678-1CDE-FEDC2018B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COPD TREATMENT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3C37B-20B2-2CA6-F81E-2A5A9AAF6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49348"/>
            <a:ext cx="10515601" cy="4327615"/>
          </a:xfrm>
        </p:spPr>
        <p:txBody>
          <a:bodyPr>
            <a:normAutofit/>
          </a:bodyPr>
          <a:lstStyle/>
          <a:p>
            <a:r>
              <a:rPr lang="en-US" dirty="0"/>
              <a:t>Smoking Cessation</a:t>
            </a:r>
          </a:p>
          <a:p>
            <a:r>
              <a:rPr lang="en-US" dirty="0"/>
              <a:t>VACCINES—Influenza and pneumococcal vaccines</a:t>
            </a:r>
          </a:p>
          <a:p>
            <a:r>
              <a:rPr lang="en-US" dirty="0"/>
              <a:t>LABA, long-acting ß agonist; LAMA, long-acting, muscarinic antagonist; SABA, short-acting ß agonist; SAMA, short-acting muscarinic antagonist.</a:t>
            </a:r>
          </a:p>
          <a:p>
            <a:r>
              <a:rPr lang="en-US" dirty="0"/>
              <a:t>ICS, inhaled corticosteroids and combinations of ICS and bronchodilators</a:t>
            </a:r>
          </a:p>
          <a:p>
            <a:r>
              <a:rPr lang="en-US" dirty="0"/>
              <a:t>Non-pharmacologic – Oxygen, Pulmonary Rehabilitation, Lung volume reduction surgeries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8782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6224F-B825-57D8-D4CD-881928BD9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Lung Cancer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52DF-AF31-1B9E-31A8-47328C89A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defines lung cancer as tumors arising from the respiratory epithelium (bronchi, bronchioles, and alveoli).</a:t>
            </a:r>
          </a:p>
          <a:p>
            <a:endParaRPr lang="en-US" dirty="0"/>
          </a:p>
          <a:p>
            <a:r>
              <a:rPr lang="en-US" dirty="0"/>
              <a:t>Lung cancer causes as many deaths as the next three leading causes of cancer deaths combined. </a:t>
            </a:r>
          </a:p>
          <a:p>
            <a:endParaRPr lang="en-US" dirty="0"/>
          </a:p>
          <a:p>
            <a:r>
              <a:rPr lang="en-US" dirty="0"/>
              <a:t>For many years, lung cancer was a relatively neglected disease, shrouded in pessimism and with little research funding</a:t>
            </a:r>
          </a:p>
        </p:txBody>
      </p:sp>
    </p:spTree>
    <p:extLst>
      <p:ext uri="{BB962C8B-B14F-4D97-AF65-F5344CB8AC3E}">
        <p14:creationId xmlns:p14="http://schemas.microsoft.com/office/powerpoint/2010/main" val="25122547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11780" y="2023110"/>
            <a:ext cx="896112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8740" y="308610"/>
            <a:ext cx="10138410" cy="60670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manifestations</a:t>
            </a:r>
          </a:p>
          <a:p>
            <a:pPr marL="0" indent="0" algn="ctr"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22288" y="6560453"/>
            <a:ext cx="217711" cy="217714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26724" y="883578"/>
            <a:ext cx="10934799" cy="5231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200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600" i="1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801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Around 3/4</a:t>
            </a:r>
            <a:r>
              <a:rPr lang="en-US" sz="2800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th</a:t>
            </a:r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 of patients are symptomatic at presentation.</a:t>
            </a:r>
          </a:p>
          <a:p>
            <a:r>
              <a:rPr 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Intrathoracic effects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The most common are cough(50-75%), hemoptysis(25-50%), dyspnea (25-50%) and chest pain (20%).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Predominance of local symptoms depend on the site &amp;/or extent of invasion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Central/endobronchial masses- </a:t>
            </a:r>
            <a:r>
              <a:rPr 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Cough, hemoptysis, wheeze, stridor, dyspnea, or post obstructive pneumonitis.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Peripheral masses </a:t>
            </a:r>
            <a:r>
              <a:rPr 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- Pain from pleural or chest wall involvement, dyspnea on a restrictive basis, and symptoms of a lung abscess resulting from tumor cavitation</a:t>
            </a:r>
          </a:p>
        </p:txBody>
      </p:sp>
    </p:spTree>
    <p:extLst>
      <p:ext uri="{BB962C8B-B14F-4D97-AF65-F5344CB8AC3E}">
        <p14:creationId xmlns:p14="http://schemas.microsoft.com/office/powerpoint/2010/main" val="1440218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11780" y="2023110"/>
            <a:ext cx="896112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8740" y="308610"/>
            <a:ext cx="10138410" cy="606704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cs typeface="Times New Roman" panose="02020603050405020304" pitchFamily="18" charset="0"/>
              </a:rPr>
              <a:t>Features of local invasion</a:t>
            </a:r>
          </a:p>
          <a:p>
            <a:pPr lvl="1"/>
            <a:r>
              <a:rPr lang="en-US" sz="2800" dirty="0">
                <a:cs typeface="Times New Roman" panose="02020603050405020304" pitchFamily="18" charset="0"/>
              </a:rPr>
              <a:t>Hoarseness of voice (RLN), pleural effusion, Superior vena cava (SVC) syndrome and Pancoast syndrome.</a:t>
            </a:r>
          </a:p>
          <a:p>
            <a:pPr lvl="1"/>
            <a:r>
              <a:rPr lang="en-US" sz="2800" dirty="0">
                <a:cs typeface="Times New Roman" panose="02020603050405020304" pitchFamily="18" charset="0"/>
              </a:rPr>
              <a:t>SVC syndrome: obstruction of SVC causing prominent venous pattern on the chest, neck and facial edema. Common in SCLC.</a:t>
            </a:r>
          </a:p>
          <a:p>
            <a:pPr marL="0" indent="0">
              <a:buNone/>
            </a:pPr>
            <a:endParaRPr lang="en-US" b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err="1">
                <a:cs typeface="Times New Roman" panose="02020603050405020304" pitchFamily="18" charset="0"/>
              </a:rPr>
              <a:t>Extrathoracic</a:t>
            </a:r>
            <a:r>
              <a:rPr lang="en-US" b="1" dirty="0">
                <a:cs typeface="Times New Roman" panose="02020603050405020304" pitchFamily="18" charset="0"/>
              </a:rPr>
              <a:t> metastases</a:t>
            </a:r>
          </a:p>
          <a:p>
            <a:pPr lvl="1"/>
            <a:r>
              <a:rPr lang="en-US" sz="2800" dirty="0">
                <a:cs typeface="Times New Roman" panose="02020603050405020304" pitchFamily="18" charset="0"/>
              </a:rPr>
              <a:t>Most common sites are liver, adrenals, bones and brain</a:t>
            </a:r>
            <a:endParaRPr lang="en-US" sz="28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0069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11780" y="2023110"/>
            <a:ext cx="896112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140" y="790956"/>
            <a:ext cx="10367010" cy="60670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Pancoast tumor = Superior sulcus tumor. (Tumor arising above the pulmonary sulcus)</a:t>
            </a:r>
          </a:p>
          <a:p>
            <a:pPr lvl="1"/>
            <a:r>
              <a:rPr lang="en-US" sz="2800" dirty="0">
                <a:cs typeface="Times New Roman" panose="02020603050405020304" pitchFamily="18" charset="0"/>
              </a:rPr>
              <a:t>Mostly caused by NSCLC</a:t>
            </a:r>
          </a:p>
          <a:p>
            <a:pPr lvl="1"/>
            <a:endParaRPr lang="en-US" sz="2800" dirty="0">
              <a:cs typeface="Times New Roman" panose="02020603050405020304" pitchFamily="18" charset="0"/>
            </a:endParaRPr>
          </a:p>
          <a:p>
            <a:pPr lvl="1"/>
            <a:r>
              <a:rPr lang="en-US" sz="2800" dirty="0">
                <a:cs typeface="Times New Roman" panose="02020603050405020304" pitchFamily="18" charset="0"/>
              </a:rPr>
              <a:t>Pancoast syndrome- Shoulder pain (most common), Horner’s syndrome and hand muscle atrophy.</a:t>
            </a:r>
          </a:p>
          <a:p>
            <a:pPr lvl="2"/>
            <a:r>
              <a:rPr lang="en-US" sz="2800" dirty="0">
                <a:cs typeface="Times New Roman" panose="02020603050405020304" pitchFamily="18" charset="0"/>
              </a:rPr>
              <a:t>Horner’s syndrome- enophthalmos, ptosis, miosis, and anhydrosis. </a:t>
            </a:r>
          </a:p>
          <a:p>
            <a:pPr marL="0" indent="0" algn="ctr">
              <a:buNone/>
            </a:pP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2820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13D7-829F-816B-E6A6-C3B09460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Lung Cancer Patients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2C758-BB73-2FF9-C1F6-2F848226D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 Invasive assessment</a:t>
            </a:r>
          </a:p>
          <a:p>
            <a:pPr lvl="1"/>
            <a:r>
              <a:rPr lang="en-US" dirty="0"/>
              <a:t>CXR, CT scan, PET</a:t>
            </a:r>
          </a:p>
          <a:p>
            <a:r>
              <a:rPr lang="en-US" dirty="0"/>
              <a:t>Semi- Invasive</a:t>
            </a:r>
          </a:p>
          <a:p>
            <a:pPr lvl="1"/>
            <a:r>
              <a:rPr lang="en-US" dirty="0"/>
              <a:t>Bronchoscopy, Endobronchial Ultrasound, Trans Thoracic sampling</a:t>
            </a:r>
          </a:p>
          <a:p>
            <a:r>
              <a:rPr lang="en-US" dirty="0"/>
              <a:t>Invasive</a:t>
            </a:r>
          </a:p>
          <a:p>
            <a:pPr lvl="1"/>
            <a:r>
              <a:rPr lang="en-US" dirty="0"/>
              <a:t>Mediastinoscopy, Open surgery, Video assisted Thoracoscopy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9043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11780" y="2023110"/>
            <a:ext cx="896112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0230" y="308610"/>
            <a:ext cx="9921240" cy="5589270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4600" dirty="0">
                <a:cs typeface="Times New Roman" panose="02020603050405020304" pitchFamily="18" charset="0"/>
              </a:rPr>
              <a:t>Establishing tissue diagnosis</a:t>
            </a:r>
          </a:p>
          <a:p>
            <a:pPr marL="0" indent="0" algn="ctr">
              <a:buNone/>
            </a:pPr>
            <a:endParaRPr lang="en-US" sz="3600" b="1" dirty="0">
              <a:cs typeface="Times New Roman" panose="02020603050405020304" pitchFamily="18" charset="0"/>
            </a:endParaRPr>
          </a:p>
          <a:p>
            <a:r>
              <a:rPr lang="en-US" sz="3600" dirty="0">
                <a:cs typeface="Times New Roman" panose="02020603050405020304" pitchFamily="18" charset="0"/>
              </a:rPr>
              <a:t>Use the least invasive approach unless necessary</a:t>
            </a:r>
          </a:p>
          <a:p>
            <a:r>
              <a:rPr lang="en-US" sz="3600" dirty="0">
                <a:cs typeface="Times New Roman" panose="02020603050405020304" pitchFamily="18" charset="0"/>
              </a:rPr>
              <a:t>Diagnostic sampling should start from a lesion yielding the highest stage</a:t>
            </a:r>
          </a:p>
          <a:p>
            <a:r>
              <a:rPr lang="en-US" sz="3600" dirty="0">
                <a:cs typeface="Times New Roman" panose="02020603050405020304" pitchFamily="18" charset="0"/>
              </a:rPr>
              <a:t>For central masses- Sputum cytology, endobronchial biopsy</a:t>
            </a:r>
          </a:p>
          <a:p>
            <a:r>
              <a:rPr lang="en-US" sz="3600" dirty="0">
                <a:cs typeface="Times New Roman" panose="02020603050405020304" pitchFamily="18" charset="0"/>
              </a:rPr>
              <a:t>For peripheral lesions – Transthoracic lung biopsy</a:t>
            </a:r>
          </a:p>
          <a:p>
            <a:r>
              <a:rPr lang="en-US" sz="3600" dirty="0">
                <a:cs typeface="Times New Roman" panose="02020603050405020304" pitchFamily="18" charset="0"/>
              </a:rPr>
              <a:t>Mediastinal lymphnodes- Transbronchial biopsy or Transbronchial needle aspirations</a:t>
            </a:r>
          </a:p>
          <a:p>
            <a:r>
              <a:rPr lang="en-US" sz="3600" dirty="0">
                <a:cs typeface="Times New Roman" panose="02020603050405020304" pitchFamily="18" charset="0"/>
              </a:rPr>
              <a:t>For pleural effusions- Pleural fluid cytology, image guided closed pleural biopsy or Video Assisted Throcoscopic biopsy</a:t>
            </a:r>
          </a:p>
          <a:p>
            <a:pPr marL="0" indent="0" algn="ctr"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7897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11780" y="2023110"/>
            <a:ext cx="896112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110" y="240030"/>
            <a:ext cx="10881360" cy="56578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cs typeface="Times New Roman" panose="02020603050405020304" pitchFamily="18" charset="0"/>
              </a:rPr>
              <a:t>Non-invasive assessment</a:t>
            </a:r>
          </a:p>
          <a:p>
            <a:pPr marL="0" indent="0" algn="ctr">
              <a:buNone/>
            </a:pPr>
            <a:r>
              <a:rPr lang="en-US" sz="3600" dirty="0">
                <a:cs typeface="Times New Roman" panose="02020603050405020304" pitchFamily="18" charset="0"/>
              </a:rPr>
              <a:t>CT assessment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TUMOR – Lung window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cs typeface="Times New Roman" panose="02020603050405020304" pitchFamily="18" charset="0"/>
              </a:rPr>
              <a:t>Size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cs typeface="Times New Roman" panose="02020603050405020304" pitchFamily="18" charset="0"/>
              </a:rPr>
              <a:t>Presence/absence of separate tumor nodule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cs typeface="Times New Roman" panose="02020603050405020304" pitchFamily="18" charset="0"/>
              </a:rPr>
              <a:t>Presence/absence of atelectasis/obstructive pneumonia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cs typeface="Times New Roman" panose="02020603050405020304" pitchFamily="18" charset="0"/>
              </a:rPr>
              <a:t>Possible invasion of adjacent structures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cs typeface="Times New Roman" panose="02020603050405020304" pitchFamily="18" charset="0"/>
              </a:rPr>
              <a:t>Proximal extent of tumor</a:t>
            </a:r>
          </a:p>
          <a:p>
            <a:pPr marL="5715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Node-  Mediastinal window</a:t>
            </a:r>
          </a:p>
          <a:p>
            <a:pPr marL="5715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	   Stations 1- 14</a:t>
            </a:r>
          </a:p>
          <a:p>
            <a:pPr marL="0" indent="0" algn="ctr"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7680" y="3156714"/>
            <a:ext cx="3520611" cy="3701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75834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11780" y="2023110"/>
            <a:ext cx="896112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0230" y="308610"/>
            <a:ext cx="9921240" cy="558927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>
                <a:solidFill>
                  <a:prstClr val="black"/>
                </a:solidFill>
                <a:ea typeface="+mj-ea"/>
                <a:cs typeface="Times New Roman" panose="02020603050405020304" pitchFamily="18" charset="0"/>
              </a:rPr>
              <a:t>Minimally invasive- </a:t>
            </a:r>
            <a:r>
              <a:rPr lang="en-US" sz="4000" dirty="0" err="1">
                <a:solidFill>
                  <a:prstClr val="black"/>
                </a:solidFill>
                <a:ea typeface="+mj-ea"/>
                <a:cs typeface="Times New Roman" panose="02020603050405020304" pitchFamily="18" charset="0"/>
              </a:rPr>
              <a:t>Bronchoscopic</a:t>
            </a:r>
            <a:r>
              <a:rPr lang="en-US" sz="4000" dirty="0">
                <a:solidFill>
                  <a:prstClr val="black"/>
                </a:solidFill>
                <a:ea typeface="+mj-ea"/>
                <a:cs typeface="Times New Roman" panose="02020603050405020304" pitchFamily="18" charset="0"/>
              </a:rPr>
              <a:t> biopsy</a:t>
            </a:r>
          </a:p>
          <a:p>
            <a:pPr marL="0" indent="0" algn="ctr"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3" descr="CDR466552-57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7" b="21137"/>
          <a:stretch>
            <a:fillRect/>
          </a:stretch>
        </p:blipFill>
        <p:spPr>
          <a:xfrm>
            <a:off x="3154679" y="1085851"/>
            <a:ext cx="7889239" cy="433877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06040" y="5412016"/>
            <a:ext cx="81953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457200"/>
            <a:r>
              <a:rPr lang="en-US" sz="2400" dirty="0">
                <a:solidFill>
                  <a:prstClr val="black"/>
                </a:solidFill>
                <a:cs typeface="Times New Roman" panose="02020603050405020304" pitchFamily="18" charset="0"/>
              </a:rPr>
              <a:t>For tissue diagnosis of central lesions/sampling of central lymph nodes for diagnosis or staging </a:t>
            </a:r>
          </a:p>
        </p:txBody>
      </p:sp>
    </p:spTree>
    <p:extLst>
      <p:ext uri="{BB962C8B-B14F-4D97-AF65-F5344CB8AC3E}">
        <p14:creationId xmlns:p14="http://schemas.microsoft.com/office/powerpoint/2010/main" val="3836610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11780" y="2023110"/>
            <a:ext cx="896112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0230" y="308610"/>
            <a:ext cx="9921240" cy="558927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cs typeface="Times New Roman" panose="02020603050405020304" pitchFamily="18" charset="0"/>
              </a:rPr>
              <a:t>Transthoracic lung biopsy</a:t>
            </a:r>
          </a:p>
          <a:p>
            <a:pPr marL="0" indent="0" algn="ctr"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6" descr="Lungbx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18" b="-1382"/>
          <a:stretch/>
        </p:blipFill>
        <p:spPr>
          <a:xfrm>
            <a:off x="3154680" y="1110564"/>
            <a:ext cx="4343400" cy="4090086"/>
          </a:xfrm>
          <a:prstGeom prst="rect">
            <a:avLst/>
          </a:prstGeom>
        </p:spPr>
      </p:pic>
      <p:pic>
        <p:nvPicPr>
          <p:cNvPr id="11" name="Content Placeholder 7" descr="Lungbx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>
            <a:fillRect/>
          </a:stretch>
        </p:blipFill>
        <p:spPr>
          <a:xfrm>
            <a:off x="7539990" y="1097280"/>
            <a:ext cx="403860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351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11780" y="2023110"/>
            <a:ext cx="896112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0230" y="308610"/>
            <a:ext cx="9921240" cy="558927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cs typeface="Times New Roman" panose="02020603050405020304" pitchFamily="18" charset="0"/>
              </a:rPr>
              <a:t>Invasive - Surgical biopsy or resection</a:t>
            </a:r>
          </a:p>
        </p:txBody>
      </p:sp>
      <p:pic>
        <p:nvPicPr>
          <p:cNvPr id="10" name="Content Placeholder 6" descr="X2604-P-3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00" r="-2800"/>
          <a:stretch>
            <a:fillRect/>
          </a:stretch>
        </p:blipFill>
        <p:spPr>
          <a:xfrm>
            <a:off x="3063316" y="936938"/>
            <a:ext cx="4648200" cy="5209127"/>
          </a:xfrm>
          <a:prstGeom prst="rect">
            <a:avLst/>
          </a:prstGeom>
        </p:spPr>
      </p:pic>
      <p:pic>
        <p:nvPicPr>
          <p:cNvPr id="11" name="Content Placeholder 4" descr="488-PB2-R1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0" t="269" r="9023" b="1710"/>
          <a:stretch/>
        </p:blipFill>
        <p:spPr>
          <a:xfrm>
            <a:off x="7646670" y="880109"/>
            <a:ext cx="4545330" cy="475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598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14400"/>
            <a:ext cx="8229600" cy="5410200"/>
          </a:xfrm>
        </p:spPr>
        <p:txBody>
          <a:bodyPr>
            <a:normAutofit/>
          </a:bodyPr>
          <a:lstStyle/>
          <a:p>
            <a:r>
              <a:rPr lang="en-US" dirty="0"/>
              <a:t>Management Depends on </a:t>
            </a:r>
          </a:p>
          <a:p>
            <a:pPr lvl="1"/>
            <a:r>
              <a:rPr lang="en-US" dirty="0"/>
              <a:t>Cell type</a:t>
            </a:r>
          </a:p>
          <a:p>
            <a:pPr lvl="1"/>
            <a:r>
              <a:rPr lang="en-US" dirty="0"/>
              <a:t>Tumor stage</a:t>
            </a:r>
          </a:p>
          <a:p>
            <a:pPr lvl="1"/>
            <a:r>
              <a:rPr lang="en-US" dirty="0"/>
              <a:t>Molecular characteristics of the tumor</a:t>
            </a:r>
          </a:p>
          <a:p>
            <a:pPr lvl="1"/>
            <a:r>
              <a:rPr lang="en-US" dirty="0"/>
              <a:t>Patients overall medical condition</a:t>
            </a:r>
          </a:p>
          <a:p>
            <a:endParaRPr lang="en-US" dirty="0"/>
          </a:p>
          <a:p>
            <a:r>
              <a:rPr lang="en-US" dirty="0"/>
              <a:t>Intention of management</a:t>
            </a:r>
          </a:p>
          <a:p>
            <a:pPr lvl="1"/>
            <a:r>
              <a:rPr lang="en-US" dirty="0"/>
              <a:t>Early- curative- combinations of modalities</a:t>
            </a:r>
          </a:p>
          <a:p>
            <a:pPr lvl="1"/>
            <a:r>
              <a:rPr lang="en-US" dirty="0"/>
              <a:t>Late- Palliative – Mostly chemo</a:t>
            </a:r>
          </a:p>
        </p:txBody>
      </p:sp>
    </p:spTree>
    <p:extLst>
      <p:ext uri="{BB962C8B-B14F-4D97-AF65-F5344CB8AC3E}">
        <p14:creationId xmlns:p14="http://schemas.microsoft.com/office/powerpoint/2010/main" val="6038279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ig13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1" r="3198"/>
          <a:stretch/>
        </p:blipFill>
        <p:spPr>
          <a:xfrm>
            <a:off x="1900784" y="302948"/>
            <a:ext cx="8239434" cy="6029149"/>
          </a:xfrm>
        </p:spPr>
      </p:pic>
    </p:spTree>
    <p:extLst>
      <p:ext uri="{BB962C8B-B14F-4D97-AF65-F5344CB8AC3E}">
        <p14:creationId xmlns:p14="http://schemas.microsoft.com/office/powerpoint/2010/main" val="3760112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1537</TotalTime>
  <Words>1425</Words>
  <Application>Microsoft Office PowerPoint</Application>
  <PresentationFormat>Widescreen</PresentationFormat>
  <Paragraphs>206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ＭＳ Ｐゴシック</vt:lpstr>
      <vt:lpstr>Arial</vt:lpstr>
      <vt:lpstr>Arial Bold</vt:lpstr>
      <vt:lpstr>Arial Italic</vt:lpstr>
      <vt:lpstr>Calibri</vt:lpstr>
      <vt:lpstr>Calibri Light</vt:lpstr>
      <vt:lpstr>Times New Roman</vt:lpstr>
      <vt:lpstr>Office Theme</vt:lpstr>
      <vt:lpstr>Common respiratory diseases</vt:lpstr>
      <vt:lpstr>PowerPoint Presentation</vt:lpstr>
      <vt:lpstr>Clinical features</vt:lpstr>
      <vt:lpstr>PowerPoint Presentation</vt:lpstr>
      <vt:lpstr>PowerPoint Presentation</vt:lpstr>
      <vt:lpstr>Pneumonia – Typical organisms</vt:lpstr>
      <vt:lpstr>Atypical organisms</vt:lpstr>
      <vt:lpstr>PowerPoint Presentation</vt:lpstr>
      <vt:lpstr>Spirometry</vt:lpstr>
      <vt:lpstr>Common Lung Diseases</vt:lpstr>
      <vt:lpstr>Other causes of Obstructive pattern</vt:lpstr>
      <vt:lpstr>Definition</vt:lpstr>
      <vt:lpstr>Pathophysiology</vt:lpstr>
      <vt:lpstr>Asthma – Environmental risks</vt:lpstr>
      <vt:lpstr>Diagnosis</vt:lpstr>
      <vt:lpstr>PowerPoint Presentation</vt:lpstr>
      <vt:lpstr>PowerPoint Presentation</vt:lpstr>
      <vt:lpstr>PowerPoint Presentation</vt:lpstr>
      <vt:lpstr>Typical spirometric tracings</vt:lpstr>
      <vt:lpstr>Options?</vt:lpstr>
      <vt:lpstr>COPD</vt:lpstr>
      <vt:lpstr>COPD</vt:lpstr>
      <vt:lpstr>PowerPoint Presentation</vt:lpstr>
      <vt:lpstr>PowerPoint Presentation</vt:lpstr>
      <vt:lpstr>PowerPoint Presentation</vt:lpstr>
      <vt:lpstr>Symptom</vt:lpstr>
      <vt:lpstr>Physical Exam</vt:lpstr>
      <vt:lpstr>Imaging</vt:lpstr>
      <vt:lpstr>COPD- comorbidities</vt:lpstr>
      <vt:lpstr>COPD TREATMENT </vt:lpstr>
      <vt:lpstr>Lung Cancer</vt:lpstr>
      <vt:lpstr>PowerPoint Presentation</vt:lpstr>
      <vt:lpstr>PowerPoint Presentation</vt:lpstr>
      <vt:lpstr>PowerPoint Presentation</vt:lpstr>
      <vt:lpstr>Evaluation of Lung Cancer Patients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Hanan Yusuf</dc:creator>
  <cp:lastModifiedBy>Hanan Yusuf</cp:lastModifiedBy>
  <cp:revision>32</cp:revision>
  <dcterms:created xsi:type="dcterms:W3CDTF">2024-06-24T13:35:49Z</dcterms:created>
  <dcterms:modified xsi:type="dcterms:W3CDTF">2024-07-02T08:29:51Z</dcterms:modified>
</cp:coreProperties>
</file>