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notesSlides/notesSlide2.xml" ContentType="application/vnd.openxmlformats-officedocument.presentationml.notes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3.xml" ContentType="application/vnd.openxmlformats-officedocument.presentationml.notesSlide+xml"/>
  <Override PartName="/ppt/slides/slide13.xml" ContentType="application/vnd.openxmlformats-officedocument.presentationml.slide+xml"/>
  <Override PartName="/ppt/notesSlides/notesSlide4.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5.xml" ContentType="application/vnd.openxmlformats-officedocument.presentationml.notesSlide+xml"/>
  <Override PartName="/ppt/slides/slide17.xml" ContentType="application/vnd.openxmlformats-officedocument.presentationml.slide+xml"/>
  <Override PartName="/ppt/notesSlides/notesSlide6.xml" ContentType="application/vnd.openxmlformats-officedocument.presentationml.notesSlide+xml"/>
  <Override PartName="/ppt/slides/slide18.xml" ContentType="application/vnd.openxmlformats-officedocument.presentationml.slide+xml"/>
  <Override PartName="/ppt/notesSlides/notesSlide7.xml" ContentType="application/vnd.openxmlformats-officedocument.presentationml.notesSlide+xml"/>
  <Override PartName="/ppt/slides/slide19.xml" ContentType="application/vnd.openxmlformats-officedocument.presentationml.slide+xml"/>
  <Override PartName="/ppt/notesSlides/notesSlide8.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68885" autoAdjust="0"/>
  </p:normalViewPr>
  <p:slideViewPr>
    <p:cSldViewPr>
      <p:cViewPr varScale="1">
        <p:scale>
          <a:sx n="53" d="100"/>
          <a:sy n="53" d="100"/>
        </p:scale>
        <p:origin x="-186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tableStyles" Target="tableStyles.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93" name=""/>
        <p:cNvGrpSpPr/>
        <p:nvPr/>
      </p:nvGrpSpPr>
      <p:grpSpPr>
        <a:xfrm>
          <a:off x="0" y="0"/>
          <a:ext cx="0" cy="0"/>
          <a:chOff x="0" y="0"/>
          <a:chExt cx="0" cy="0"/>
        </a:xfrm>
      </p:grpSpPr>
      <p:sp>
        <p:nvSpPr>
          <p:cNvPr id="1048713"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714"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967B137E-93EF-490F-B99F-B85E965A46D4}" type="datetimeFigureOut">
              <a:rPr lang="en-US" smtClean="0"/>
              <a:t>6/4/2021</a:t>
            </a:fld>
            <a:endParaRPr lang="en-US"/>
          </a:p>
        </p:txBody>
      </p:sp>
      <p:sp>
        <p:nvSpPr>
          <p:cNvPr id="1048715"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en-US"/>
          </a:p>
        </p:txBody>
      </p:sp>
      <p:sp>
        <p:nvSpPr>
          <p:cNvPr id="1048716" name="Notes Placeholder 4"/>
          <p:cNvSpPr>
            <a:spLocks noGrp="1"/>
          </p:cNvSpPr>
          <p:nvPr>
            <p:ph type="body" sz="quarter" idx="3"/>
          </p:nvPr>
        </p:nvSpPr>
        <p:spPr>
          <a:xfrm>
            <a:off x="685800" y="4343400"/>
            <a:ext cx="5486400" cy="4114800"/>
          </a:xfrm>
          <a:prstGeom prst="rect"/>
        </p:spPr>
        <p:txBody>
          <a:bodyPr bIns="45720" lIns="91440" rIns="91440" rtlCol="0" tIns="45720" vert="horz"/>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17"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718"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91372148-5901-4A37-9763-070F62A28264}"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32" name="Slide Image Placeholder 1"/>
          <p:cNvSpPr>
            <a:spLocks noChangeAspect="1" noRot="1" noGrp="1"/>
          </p:cNvSpPr>
          <p:nvPr>
            <p:ph type="sldImg"/>
          </p:nvPr>
        </p:nvSpPr>
        <p:spPr/>
      </p:sp>
      <p:sp>
        <p:nvSpPr>
          <p:cNvPr id="1048633" name="Notes Placeholder 2"/>
          <p:cNvSpPr>
            <a:spLocks noGrp="1"/>
          </p:cNvSpPr>
          <p:nvPr>
            <p:ph type="body" idx="1"/>
          </p:nvPr>
        </p:nvSpPr>
        <p:spPr/>
        <p:txBody>
          <a:bodyPr/>
          <a:p>
            <a:r>
              <a:rPr dirty="0" lang="en-US" smtClean="0"/>
              <a:t>The most important ways to limit secondary brain damage and thereby improve a patient’s outcome are to ensure  adequate oxygenation and maintain blood pressure  at a level that is sufficient to perfuse the brain. </a:t>
            </a:r>
          </a:p>
          <a:p>
            <a:endParaRPr dirty="0" lang="en-US"/>
          </a:p>
        </p:txBody>
      </p:sp>
      <p:sp>
        <p:nvSpPr>
          <p:cNvPr id="1048634" name="Slide Number Placeholder 3"/>
          <p:cNvSpPr>
            <a:spLocks noGrp="1"/>
          </p:cNvSpPr>
          <p:nvPr>
            <p:ph type="sldNum" sz="quarter" idx="10"/>
          </p:nvPr>
        </p:nvSpPr>
        <p:spPr/>
        <p:txBody>
          <a:bodyPr/>
          <a:p>
            <a:fld id="{91372148-5901-4A37-9763-070F62A28264}" type="slidenum">
              <a:rPr lang="en-US" smtClean="0"/>
              <a:t>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39" name="Slide Image Placeholder 1"/>
          <p:cNvSpPr>
            <a:spLocks noChangeAspect="1" noRot="1" noGrp="1"/>
          </p:cNvSpPr>
          <p:nvPr>
            <p:ph type="sldImg"/>
          </p:nvPr>
        </p:nvSpPr>
        <p:spPr/>
      </p:sp>
      <p:sp>
        <p:nvSpPr>
          <p:cNvPr id="1048640" name="Notes Placeholder 2"/>
          <p:cNvSpPr>
            <a:spLocks noGrp="1"/>
          </p:cNvSpPr>
          <p:nvPr>
            <p:ph type="body" idx="1"/>
          </p:nvPr>
        </p:nvSpPr>
        <p:spPr/>
        <p:txBody>
          <a:bodyPr/>
          <a:p>
            <a:r>
              <a:rPr dirty="0" lang="en-US" smtClean="0"/>
              <a:t>The anterior fossa </a:t>
            </a:r>
          </a:p>
          <a:p>
            <a:r>
              <a:rPr dirty="0" lang="en-US" smtClean="0"/>
              <a:t>houses the frontal lobes, the middle fossa houses the </a:t>
            </a:r>
          </a:p>
          <a:p>
            <a:r>
              <a:rPr dirty="0" lang="en-US" smtClean="0"/>
              <a:t>temporal lobes, and the posterior fossa contains the </a:t>
            </a:r>
          </a:p>
          <a:p>
            <a:r>
              <a:rPr dirty="0" lang="en-US" smtClean="0"/>
              <a:t>lower brainstem and cerebellum</a:t>
            </a:r>
          </a:p>
          <a:p>
            <a:endParaRPr dirty="0" lang="en-US"/>
          </a:p>
        </p:txBody>
      </p:sp>
      <p:sp>
        <p:nvSpPr>
          <p:cNvPr id="1048641" name="Slide Number Placeholder 3"/>
          <p:cNvSpPr>
            <a:spLocks noGrp="1"/>
          </p:cNvSpPr>
          <p:nvPr>
            <p:ph type="sldNum" sz="quarter" idx="10"/>
          </p:nvPr>
        </p:nvSpPr>
        <p:spPr/>
        <p:txBody>
          <a:bodyPr/>
          <a:p>
            <a:fld id="{91372148-5901-4A37-9763-070F62A28264}" type="slidenum">
              <a:rPr lang="en-US" smtClean="0"/>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17" name="Slide Image Placeholder 1"/>
          <p:cNvSpPr>
            <a:spLocks noChangeAspect="1" noRot="1" noGrp="1"/>
          </p:cNvSpPr>
          <p:nvPr>
            <p:ph type="sldImg"/>
          </p:nvPr>
        </p:nvSpPr>
        <p:spPr/>
      </p:sp>
      <p:sp>
        <p:nvSpPr>
          <p:cNvPr id="1048618" name="Notes Placeholder 2"/>
          <p:cNvSpPr>
            <a:spLocks noGrp="1"/>
          </p:cNvSpPr>
          <p:nvPr>
            <p:ph type="body" idx="1"/>
          </p:nvPr>
        </p:nvSpPr>
        <p:spPr/>
        <p:txBody>
          <a:bodyPr/>
          <a:p>
            <a:r>
              <a:rPr dirty="0" lang="en-US" smtClean="0"/>
              <a:t>These injuries potentially compromise cerebral blood flow and elevate</a:t>
            </a:r>
          </a:p>
          <a:p>
            <a:r>
              <a:rPr dirty="0" lang="en-US" smtClean="0"/>
              <a:t>intracranial pressure (ICP). Death occurring soon after significant head trauma is</a:t>
            </a:r>
          </a:p>
          <a:p>
            <a:r>
              <a:rPr dirty="0" lang="en-US" smtClean="0"/>
              <a:t>usually the result of primary brain injury.</a:t>
            </a:r>
            <a:endParaRPr dirty="0" lang="en-US"/>
          </a:p>
        </p:txBody>
      </p:sp>
      <p:sp>
        <p:nvSpPr>
          <p:cNvPr id="1048619" name="Slide Number Placeholder 3"/>
          <p:cNvSpPr>
            <a:spLocks noGrp="1"/>
          </p:cNvSpPr>
          <p:nvPr>
            <p:ph type="sldNum" sz="quarter" idx="10"/>
          </p:nvPr>
        </p:nvSpPr>
        <p:spPr/>
        <p:txBody>
          <a:bodyPr/>
          <a:p>
            <a:fld id="{91372148-5901-4A37-9763-070F62A28264}" type="slidenum">
              <a:rPr lang="en-US" smtClean="0"/>
              <a:t>12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07" name="Slide Image Placeholder 1"/>
          <p:cNvSpPr>
            <a:spLocks noChangeAspect="1" noRot="1" noGrp="1"/>
          </p:cNvSpPr>
          <p:nvPr>
            <p:ph type="sldImg"/>
          </p:nvPr>
        </p:nvSpPr>
        <p:spPr/>
      </p:sp>
      <p:sp>
        <p:nvSpPr>
          <p:cNvPr id="1048608" name="Notes Placeholder 2"/>
          <p:cNvSpPr>
            <a:spLocks noGrp="1"/>
          </p:cNvSpPr>
          <p:nvPr>
            <p:ph type="body" idx="1"/>
          </p:nvPr>
        </p:nvSpPr>
        <p:spPr/>
        <p:txBody>
          <a:bodyPr/>
          <a:p>
            <a:r>
              <a:rPr dirty="0" lang="en-US" smtClean="0"/>
              <a:t>Small bridging veins between the skull and brain are disrupted in</a:t>
            </a:r>
          </a:p>
          <a:p>
            <a:r>
              <a:rPr dirty="0" lang="en-US" smtClean="0"/>
              <a:t>deceleration or blunt force injuries, resulting in blood accumulation and</a:t>
            </a:r>
          </a:p>
          <a:p>
            <a:r>
              <a:rPr dirty="0" lang="en-US" smtClean="0"/>
              <a:t>compression of brain tissue. The accumulation of blood raises ICP and</a:t>
            </a:r>
          </a:p>
          <a:p>
            <a:r>
              <a:rPr dirty="0" lang="en-US" smtClean="0"/>
              <a:t>compromises cerebral blood flow. Morbidity and mortality are related to the size</a:t>
            </a:r>
          </a:p>
          <a:p>
            <a:r>
              <a:rPr dirty="0" lang="en-US" smtClean="0"/>
              <a:t>of the hematoma and magnitude of the midline shift of intracranial contents.</a:t>
            </a:r>
            <a:endParaRPr dirty="0" lang="en-US"/>
          </a:p>
        </p:txBody>
      </p:sp>
      <p:sp>
        <p:nvSpPr>
          <p:cNvPr id="1048609" name="Slide Number Placeholder 3"/>
          <p:cNvSpPr>
            <a:spLocks noGrp="1"/>
          </p:cNvSpPr>
          <p:nvPr>
            <p:ph type="sldNum" sz="quarter" idx="10"/>
          </p:nvPr>
        </p:nvSpPr>
        <p:spPr/>
        <p:txBody>
          <a:bodyPr/>
          <a:p>
            <a:fld id="{91372148-5901-4A37-9763-070F62A28264}" type="slidenum">
              <a:rPr lang="en-US" smtClean="0"/>
              <a:t>13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595" name="Slide Image Placeholder 1"/>
          <p:cNvSpPr>
            <a:spLocks noChangeAspect="1" noRot="1" noGrp="1"/>
          </p:cNvSpPr>
          <p:nvPr>
            <p:ph type="sldImg"/>
          </p:nvPr>
        </p:nvSpPr>
        <p:spPr/>
      </p:sp>
      <p:sp>
        <p:nvSpPr>
          <p:cNvPr id="1048596" name="Notes Placeholder 2"/>
          <p:cNvSpPr>
            <a:spLocks noGrp="1"/>
          </p:cNvSpPr>
          <p:nvPr>
            <p:ph type="body" idx="1"/>
          </p:nvPr>
        </p:nvSpPr>
        <p:spPr/>
        <p:txBody>
          <a:bodyPr/>
          <a:p>
            <a:r>
              <a:rPr dirty="0" lang="en-US" smtClean="0"/>
              <a:t>The patient with an epidural</a:t>
            </a:r>
          </a:p>
          <a:p>
            <a:r>
              <a:rPr dirty="0" lang="en-US" smtClean="0"/>
              <a:t>hematoma may initially be conscious, followed by progressive unresponsiveness</a:t>
            </a:r>
          </a:p>
          <a:p>
            <a:r>
              <a:rPr dirty="0" lang="en-US" smtClean="0"/>
              <a:t>and coma. Emergent surgical decompression is indicated when </a:t>
            </a:r>
            <a:r>
              <a:rPr dirty="0" lang="en-US" err="1" smtClean="0"/>
              <a:t>supratentorial</a:t>
            </a:r>
            <a:endParaRPr dirty="0" lang="en-US" smtClean="0"/>
          </a:p>
          <a:p>
            <a:r>
              <a:rPr dirty="0" lang="en-US" smtClean="0"/>
              <a:t>lesions occupy more than 30 mL volume and </a:t>
            </a:r>
            <a:r>
              <a:rPr dirty="0" lang="en-US" err="1" smtClean="0"/>
              <a:t>infratentorial</a:t>
            </a:r>
            <a:r>
              <a:rPr dirty="0" lang="en-US" smtClean="0"/>
              <a:t> lesions occupy more</a:t>
            </a:r>
          </a:p>
          <a:p>
            <a:r>
              <a:rPr dirty="0" lang="en-US" smtClean="0"/>
              <a:t>than 10 mL volume (brainstem compression may occur at much lower hematoma</a:t>
            </a:r>
          </a:p>
          <a:p>
            <a:r>
              <a:rPr dirty="0" lang="en-US" smtClean="0"/>
              <a:t>volumes).</a:t>
            </a:r>
            <a:endParaRPr dirty="0" lang="en-US"/>
          </a:p>
        </p:txBody>
      </p:sp>
      <p:sp>
        <p:nvSpPr>
          <p:cNvPr id="1048597" name="Slide Number Placeholder 3"/>
          <p:cNvSpPr>
            <a:spLocks noGrp="1"/>
          </p:cNvSpPr>
          <p:nvPr>
            <p:ph type="sldNum" sz="quarter" idx="10"/>
          </p:nvPr>
        </p:nvSpPr>
        <p:spPr/>
        <p:txBody>
          <a:bodyPr/>
          <a:p>
            <a:fld id="{91372148-5901-4A37-9763-070F62A28264}" type="slidenum">
              <a:rPr lang="en-US" smtClean="0"/>
              <a:t>15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02" name="Slide Image Placeholder 1"/>
          <p:cNvSpPr>
            <a:spLocks noChangeAspect="1" noRot="1" noGrp="1"/>
          </p:cNvSpPr>
          <p:nvPr>
            <p:ph type="sldImg"/>
          </p:nvPr>
        </p:nvSpPr>
        <p:spPr/>
      </p:sp>
      <p:sp>
        <p:nvSpPr>
          <p:cNvPr id="1048603" name="Notes Placeholder 2"/>
          <p:cNvSpPr>
            <a:spLocks noGrp="1"/>
          </p:cNvSpPr>
          <p:nvPr>
            <p:ph type="body" idx="1"/>
          </p:nvPr>
        </p:nvSpPr>
        <p:spPr/>
        <p:txBody>
          <a:bodyPr/>
          <a:p>
            <a:r>
              <a:rPr dirty="0" lang="en-US" smtClean="0"/>
              <a:t>Such</a:t>
            </a:r>
          </a:p>
          <a:p>
            <a:r>
              <a:rPr dirty="0" lang="en-US" smtClean="0"/>
              <a:t>injuries tend to be associated with significant edema, necrosis, and infarcts </a:t>
            </a:r>
            <a:r>
              <a:rPr dirty="0" lang="en-US" err="1" smtClean="0"/>
              <a:t>inareas</a:t>
            </a:r>
            <a:r>
              <a:rPr dirty="0" lang="en-US" smtClean="0"/>
              <a:t> surrounding the damaged tissue. </a:t>
            </a:r>
            <a:r>
              <a:rPr dirty="0" lang="en-US" err="1" smtClean="0"/>
              <a:t>Intraparenchymal</a:t>
            </a:r>
            <a:r>
              <a:rPr dirty="0" lang="en-US" smtClean="0"/>
              <a:t> injury may coexist with</a:t>
            </a:r>
          </a:p>
          <a:p>
            <a:r>
              <a:rPr dirty="0" lang="en-US" smtClean="0"/>
              <a:t>a subdural hematoma. There is no consensus regarding the surgical interventions</a:t>
            </a:r>
          </a:p>
          <a:p>
            <a:r>
              <a:rPr dirty="0" lang="en-US" smtClean="0"/>
              <a:t>that should be performed for </a:t>
            </a:r>
            <a:r>
              <a:rPr dirty="0" lang="en-US" err="1" smtClean="0"/>
              <a:t>intraparenchymal</a:t>
            </a:r>
            <a:r>
              <a:rPr dirty="0" lang="en-US" smtClean="0"/>
              <a:t> hemorrhage, but surgical</a:t>
            </a:r>
          </a:p>
          <a:p>
            <a:r>
              <a:rPr dirty="0" lang="en-US" smtClean="0"/>
              <a:t>decompression may be necessary to reduce dangerously sustained elevated ICP.</a:t>
            </a:r>
            <a:endParaRPr dirty="0" lang="en-US"/>
          </a:p>
        </p:txBody>
      </p:sp>
      <p:sp>
        <p:nvSpPr>
          <p:cNvPr id="1048604" name="Slide Number Placeholder 3"/>
          <p:cNvSpPr>
            <a:spLocks noGrp="1"/>
          </p:cNvSpPr>
          <p:nvPr>
            <p:ph type="sldNum" sz="quarter" idx="10"/>
          </p:nvPr>
        </p:nvSpPr>
        <p:spPr/>
        <p:txBody>
          <a:bodyPr/>
          <a:p>
            <a:fld id="{91372148-5901-4A37-9763-070F62A28264}" type="slidenum">
              <a:rPr lang="en-US" smtClean="0"/>
              <a:t>16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12" name="Slide Image Placeholder 1"/>
          <p:cNvSpPr>
            <a:spLocks noChangeAspect="1" noRot="1" noGrp="1"/>
          </p:cNvSpPr>
          <p:nvPr>
            <p:ph type="sldImg"/>
          </p:nvPr>
        </p:nvSpPr>
        <p:spPr/>
      </p:sp>
      <p:sp>
        <p:nvSpPr>
          <p:cNvPr id="1048613" name="Notes Placeholder 2"/>
          <p:cNvSpPr>
            <a:spLocks noGrp="1"/>
          </p:cNvSpPr>
          <p:nvPr>
            <p:ph type="body" idx="1"/>
          </p:nvPr>
        </p:nvSpPr>
        <p:spPr/>
        <p:txBody>
          <a:bodyPr/>
          <a:p>
            <a:r>
              <a:rPr dirty="0" lang="en-US" smtClean="0"/>
              <a:t>The extent of injury may not be obvious in the period</a:t>
            </a:r>
          </a:p>
          <a:p>
            <a:r>
              <a:rPr dirty="0" lang="en-US" smtClean="0"/>
              <a:t>immediately following injury, but will become apparent with serial magnetic</a:t>
            </a:r>
          </a:p>
          <a:p>
            <a:r>
              <a:rPr dirty="0" lang="en-US" smtClean="0"/>
              <a:t>resonance imaging. The greater the extent of the diffuse neuronal injury</a:t>
            </a:r>
          </a:p>
          <a:p>
            <a:r>
              <a:rPr dirty="0" lang="en-US" smtClean="0"/>
              <a:t>following trauma, the higher the mortality and disability severity. Surgical</a:t>
            </a:r>
          </a:p>
          <a:p>
            <a:r>
              <a:rPr dirty="0" lang="en-US" smtClean="0"/>
              <a:t>intervention is not indicated for these injuries unless a decompressive</a:t>
            </a:r>
          </a:p>
          <a:p>
            <a:r>
              <a:rPr dirty="0" lang="en-US" err="1" smtClean="0"/>
              <a:t>craniectomy</a:t>
            </a:r>
            <a:r>
              <a:rPr dirty="0" lang="en-US" smtClean="0"/>
              <a:t> is required for relief of refractory elevated ICP.</a:t>
            </a:r>
          </a:p>
          <a:p>
            <a:endParaRPr dirty="0" lang="en-US"/>
          </a:p>
        </p:txBody>
      </p:sp>
      <p:sp>
        <p:nvSpPr>
          <p:cNvPr id="1048614" name="Slide Number Placeholder 3"/>
          <p:cNvSpPr>
            <a:spLocks noGrp="1"/>
          </p:cNvSpPr>
          <p:nvPr>
            <p:ph type="sldNum" sz="quarter" idx="10"/>
          </p:nvPr>
        </p:nvSpPr>
        <p:spPr/>
        <p:txBody>
          <a:bodyPr/>
          <a:p>
            <a:fld id="{91372148-5901-4A37-9763-070F62A28264}" type="slidenum">
              <a:rPr lang="en-US" smtClean="0"/>
              <a:t>17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50" name="Slide Image Placeholder 1"/>
          <p:cNvSpPr>
            <a:spLocks noChangeAspect="1" noRot="1" noGrp="1"/>
          </p:cNvSpPr>
          <p:nvPr>
            <p:ph type="sldImg"/>
          </p:nvPr>
        </p:nvSpPr>
        <p:spPr/>
      </p:sp>
      <p:sp>
        <p:nvSpPr>
          <p:cNvPr id="1048651" name="Notes Placeholder 2"/>
          <p:cNvSpPr>
            <a:spLocks noGrp="1"/>
          </p:cNvSpPr>
          <p:nvPr>
            <p:ph type="body" idx="1"/>
          </p:nvPr>
        </p:nvSpPr>
        <p:spPr/>
        <p:txBody>
          <a:bodyPr/>
          <a:p>
            <a:r>
              <a:rPr dirty="0" lang="en-US" smtClean="0"/>
              <a:t>have a negative impact on morbidity and mortality following head</a:t>
            </a:r>
          </a:p>
          <a:p>
            <a:r>
              <a:rPr dirty="0" lang="en-US" smtClean="0"/>
              <a:t>injuries, likely because of their contributions to increasing cerebral edema and</a:t>
            </a:r>
          </a:p>
          <a:p>
            <a:r>
              <a:rPr dirty="0" lang="en-US" smtClean="0"/>
              <a:t>ICP. </a:t>
            </a:r>
          </a:p>
          <a:p>
            <a:r>
              <a:rPr dirty="0" lang="en-US" smtClean="0"/>
              <a:t>Hypotension and hypoxemia are recognized as major contributors to</a:t>
            </a:r>
          </a:p>
          <a:p>
            <a:r>
              <a:rPr dirty="0" lang="en-US" smtClean="0"/>
              <a:t>poor neurological recovery from severe TBI. Hypoxemia is the single most</a:t>
            </a:r>
          </a:p>
          <a:p>
            <a:r>
              <a:rPr dirty="0" lang="en-US" smtClean="0"/>
              <a:t>important parameter correlating with poor neurological outcome following</a:t>
            </a:r>
          </a:p>
          <a:p>
            <a:r>
              <a:rPr dirty="0" lang="en-US" smtClean="0"/>
              <a:t>head trauma and should be corrected at the earliest possible opportunity.</a:t>
            </a:r>
          </a:p>
          <a:p>
            <a:r>
              <a:rPr dirty="0" lang="en-US" smtClean="0"/>
              <a:t>Hypotension (mean arterial blood pressure &lt;60 mm Hg) should also be treated</a:t>
            </a:r>
          </a:p>
          <a:p>
            <a:r>
              <a:rPr dirty="0" lang="en-US" smtClean="0"/>
              <a:t>aggressively with fluids, vasopressors, or both, in the presence of isolated head</a:t>
            </a:r>
          </a:p>
          <a:p>
            <a:endParaRPr dirty="0" lang="en-US"/>
          </a:p>
        </p:txBody>
      </p:sp>
      <p:sp>
        <p:nvSpPr>
          <p:cNvPr id="1048652" name="Slide Number Placeholder 3"/>
          <p:cNvSpPr>
            <a:spLocks noGrp="1"/>
          </p:cNvSpPr>
          <p:nvPr>
            <p:ph type="sldNum" sz="quarter" idx="10"/>
          </p:nvPr>
        </p:nvSpPr>
        <p:spPr/>
        <p:txBody>
          <a:bodyPr/>
          <a:p>
            <a:fld id="{91372148-5901-4A37-9763-070F62A28264}"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8"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8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69CC3045-D9E6-4134-8D85-2109155B665B}" type="datetimeFigureOut">
              <a:rPr lang="en-US" smtClean="0"/>
              <a:t>6/4/2021</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2"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0" name="Date Placeholder 3"/>
          <p:cNvSpPr>
            <a:spLocks noGrp="1"/>
          </p:cNvSpPr>
          <p:nvPr>
            <p:ph type="dt" sz="half" idx="10"/>
          </p:nvPr>
        </p:nvSpPr>
        <p:spPr/>
        <p:txBody>
          <a:bodyPr/>
          <a:p>
            <a:fld id="{69CC3045-D9E6-4134-8D85-2109155B665B}" type="datetimeFigureOut">
              <a:rPr lang="en-US" smtClean="0"/>
              <a:t>6/4/2021</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88" name=""/>
        <p:cNvGrpSpPr/>
        <p:nvPr/>
      </p:nvGrpSpPr>
      <p:grpSpPr>
        <a:xfrm>
          <a:off x="0" y="0"/>
          <a:ext cx="0" cy="0"/>
          <a:chOff x="0" y="0"/>
          <a:chExt cx="0" cy="0"/>
        </a:xfrm>
      </p:grpSpPr>
      <p:sp>
        <p:nvSpPr>
          <p:cNvPr id="1048685"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86"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87" name="Date Placeholder 3"/>
          <p:cNvSpPr>
            <a:spLocks noGrp="1"/>
          </p:cNvSpPr>
          <p:nvPr>
            <p:ph type="dt" sz="half" idx="10"/>
          </p:nvPr>
        </p:nvSpPr>
        <p:spPr/>
        <p:txBody>
          <a:bodyPr/>
          <a:p>
            <a:fld id="{69CC3045-D9E6-4134-8D85-2109155B665B}" type="datetimeFigureOut">
              <a:rPr lang="en-US" smtClean="0"/>
              <a:t>6/4/2021</a:t>
            </a:fld>
            <a:endParaRPr lang="en-US"/>
          </a:p>
        </p:txBody>
      </p:sp>
      <p:sp>
        <p:nvSpPr>
          <p:cNvPr id="1048688" name="Footer Placeholder 4"/>
          <p:cNvSpPr>
            <a:spLocks noGrp="1"/>
          </p:cNvSpPr>
          <p:nvPr>
            <p:ph type="ftr" sz="quarter" idx="11"/>
          </p:nvPr>
        </p:nvSpPr>
        <p:spPr/>
        <p:txBody>
          <a:bodyPr/>
          <a:p>
            <a:endParaRPr lang="en-US"/>
          </a:p>
        </p:txBody>
      </p:sp>
      <p:sp>
        <p:nvSpPr>
          <p:cNvPr id="1048689" name="Slide Number Placeholder 5"/>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89" name=""/>
        <p:cNvGrpSpPr/>
        <p:nvPr/>
      </p:nvGrpSpPr>
      <p:grpSpPr>
        <a:xfrm>
          <a:off x="0" y="0"/>
          <a:ext cx="0" cy="0"/>
          <a:chOff x="0" y="0"/>
          <a:chExt cx="0" cy="0"/>
        </a:xfrm>
      </p:grpSpPr>
      <p:sp>
        <p:nvSpPr>
          <p:cNvPr id="1048690" name="Title 1"/>
          <p:cNvSpPr>
            <a:spLocks noGrp="1"/>
          </p:cNvSpPr>
          <p:nvPr>
            <p:ph type="title"/>
          </p:nvPr>
        </p:nvSpPr>
        <p:spPr/>
        <p:txBody>
          <a:bodyPr/>
          <a:p>
            <a:r>
              <a:rPr lang="en-US" smtClean="0"/>
              <a:t>Click to edit Master title style</a:t>
            </a:r>
            <a:endParaRPr lang="en-US"/>
          </a:p>
        </p:txBody>
      </p:sp>
      <p:sp>
        <p:nvSpPr>
          <p:cNvPr id="1048691"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2"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3" name="Date Placeholder 4"/>
          <p:cNvSpPr>
            <a:spLocks noGrp="1"/>
          </p:cNvSpPr>
          <p:nvPr>
            <p:ph type="dt" sz="half" idx="10"/>
          </p:nvPr>
        </p:nvSpPr>
        <p:spPr/>
        <p:txBody>
          <a:bodyPr/>
          <a:p>
            <a:fld id="{69CC3045-D9E6-4134-8D85-2109155B665B}" type="datetimeFigureOut">
              <a:rPr lang="en-US" smtClean="0"/>
              <a:t>6/4/2021</a:t>
            </a:fld>
            <a:endParaRPr lang="en-US"/>
          </a:p>
        </p:txBody>
      </p:sp>
      <p:sp>
        <p:nvSpPr>
          <p:cNvPr id="1048694" name="Footer Placeholder 5"/>
          <p:cNvSpPr>
            <a:spLocks noGrp="1"/>
          </p:cNvSpPr>
          <p:nvPr>
            <p:ph type="ftr" sz="quarter" idx="11"/>
          </p:nvPr>
        </p:nvSpPr>
        <p:spPr/>
        <p:txBody>
          <a:bodyPr/>
          <a:p>
            <a:endParaRPr lang="en-US"/>
          </a:p>
        </p:txBody>
      </p:sp>
      <p:sp>
        <p:nvSpPr>
          <p:cNvPr id="1048695" name="Slide Number Placeholder 6"/>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90" name=""/>
        <p:cNvGrpSpPr/>
        <p:nvPr/>
      </p:nvGrpSpPr>
      <p:grpSpPr>
        <a:xfrm>
          <a:off x="0" y="0"/>
          <a:ext cx="0" cy="0"/>
          <a:chOff x="0" y="0"/>
          <a:chExt cx="0" cy="0"/>
        </a:xfrm>
      </p:grpSpPr>
      <p:sp>
        <p:nvSpPr>
          <p:cNvPr id="1048696" name="Title 1"/>
          <p:cNvSpPr>
            <a:spLocks noGrp="1"/>
          </p:cNvSpPr>
          <p:nvPr>
            <p:ph type="title"/>
          </p:nvPr>
        </p:nvSpPr>
        <p:spPr/>
        <p:txBody>
          <a:bodyPr/>
          <a:p>
            <a:r>
              <a:rPr lang="en-US" smtClean="0"/>
              <a:t>Click to edit Master title style</a:t>
            </a:r>
            <a:endParaRPr lang="en-US"/>
          </a:p>
        </p:txBody>
      </p:sp>
      <p:sp>
        <p:nvSpPr>
          <p:cNvPr id="1048697" name="Text Placeholder 2"/>
          <p:cNvSpPr>
            <a:spLocks noGrp="1"/>
          </p:cNvSpPr>
          <p:nvPr>
            <p:ph type="body" idx="1"/>
          </p:nvPr>
        </p:nvSpPr>
        <p:spPr>
          <a:xfrm>
            <a:off x="457200" y="1535113"/>
            <a:ext cx="4040188" cy="639762"/>
          </a:xfrm>
        </p:spPr>
        <p:txBody>
          <a:bodyPr anchor="b">
            <a:normAutofit fontScale="91667" lnSpcReduction="1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9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9" name="Text Placeholder 4"/>
          <p:cNvSpPr>
            <a:spLocks noGrp="1"/>
          </p:cNvSpPr>
          <p:nvPr>
            <p:ph type="body" sz="quarter" idx="3"/>
          </p:nvPr>
        </p:nvSpPr>
        <p:spPr>
          <a:xfrm>
            <a:off x="4645025" y="1535113"/>
            <a:ext cx="4041775" cy="639762"/>
          </a:xfrm>
        </p:spPr>
        <p:txBody>
          <a:bodyPr anchor="b">
            <a:normAutofit fontScale="91667" lnSpcReduction="1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0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1" name="Date Placeholder 6"/>
          <p:cNvSpPr>
            <a:spLocks noGrp="1"/>
          </p:cNvSpPr>
          <p:nvPr>
            <p:ph type="dt" sz="half" idx="10"/>
          </p:nvPr>
        </p:nvSpPr>
        <p:spPr/>
        <p:txBody>
          <a:bodyPr/>
          <a:p>
            <a:fld id="{69CC3045-D9E6-4134-8D85-2109155B665B}" type="datetimeFigureOut">
              <a:rPr lang="en-US" smtClean="0"/>
              <a:t>6/4/2021</a:t>
            </a:fld>
            <a:endParaRPr lang="en-US"/>
          </a:p>
        </p:txBody>
      </p:sp>
      <p:sp>
        <p:nvSpPr>
          <p:cNvPr id="1048702" name="Footer Placeholder 7"/>
          <p:cNvSpPr>
            <a:spLocks noGrp="1"/>
          </p:cNvSpPr>
          <p:nvPr>
            <p:ph type="ftr" sz="quarter" idx="11"/>
          </p:nvPr>
        </p:nvSpPr>
        <p:spPr/>
        <p:txBody>
          <a:bodyPr/>
          <a:p>
            <a:endParaRPr lang="en-US"/>
          </a:p>
        </p:txBody>
      </p:sp>
      <p:sp>
        <p:nvSpPr>
          <p:cNvPr id="1048703" name="Slide Number Placeholder 8"/>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84" name=""/>
        <p:cNvGrpSpPr/>
        <p:nvPr/>
      </p:nvGrpSpPr>
      <p:grpSpPr>
        <a:xfrm>
          <a:off x="0" y="0"/>
          <a:ext cx="0" cy="0"/>
          <a:chOff x="0" y="0"/>
          <a:chExt cx="0" cy="0"/>
        </a:xfrm>
      </p:grpSpPr>
      <p:sp>
        <p:nvSpPr>
          <p:cNvPr id="1048665" name="Title 1"/>
          <p:cNvSpPr>
            <a:spLocks noGrp="1"/>
          </p:cNvSpPr>
          <p:nvPr>
            <p:ph type="title"/>
          </p:nvPr>
        </p:nvSpPr>
        <p:spPr/>
        <p:txBody>
          <a:bodyPr/>
          <a:p>
            <a:r>
              <a:rPr lang="en-US" smtClean="0"/>
              <a:t>Click to edit Master title style</a:t>
            </a:r>
            <a:endParaRPr lang="en-US"/>
          </a:p>
        </p:txBody>
      </p:sp>
      <p:sp>
        <p:nvSpPr>
          <p:cNvPr id="1048666" name="Date Placeholder 2"/>
          <p:cNvSpPr>
            <a:spLocks noGrp="1"/>
          </p:cNvSpPr>
          <p:nvPr>
            <p:ph type="dt" sz="half" idx="10"/>
          </p:nvPr>
        </p:nvSpPr>
        <p:spPr/>
        <p:txBody>
          <a:bodyPr/>
          <a:p>
            <a:fld id="{69CC3045-D9E6-4134-8D85-2109155B665B}" type="datetimeFigureOut">
              <a:rPr lang="en-US" smtClean="0"/>
              <a:t>6/4/2021</a:t>
            </a:fld>
            <a:endParaRPr lang="en-US"/>
          </a:p>
        </p:txBody>
      </p:sp>
      <p:sp>
        <p:nvSpPr>
          <p:cNvPr id="1048667" name="Footer Placeholder 3"/>
          <p:cNvSpPr>
            <a:spLocks noGrp="1"/>
          </p:cNvSpPr>
          <p:nvPr>
            <p:ph type="ftr" sz="quarter" idx="11"/>
          </p:nvPr>
        </p:nvSpPr>
        <p:spPr/>
        <p:txBody>
          <a:bodyPr/>
          <a:p>
            <a:endParaRPr lang="en-US"/>
          </a:p>
        </p:txBody>
      </p:sp>
      <p:sp>
        <p:nvSpPr>
          <p:cNvPr id="1048668" name="Slide Number Placeholder 4"/>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1" name=""/>
        <p:cNvGrpSpPr/>
        <p:nvPr/>
      </p:nvGrpSpPr>
      <p:grpSpPr>
        <a:xfrm>
          <a:off x="0" y="0"/>
          <a:ext cx="0" cy="0"/>
          <a:chOff x="0" y="0"/>
          <a:chExt cx="0" cy="0"/>
        </a:xfrm>
      </p:grpSpPr>
      <p:sp>
        <p:nvSpPr>
          <p:cNvPr id="1048704" name="Date Placeholder 1"/>
          <p:cNvSpPr>
            <a:spLocks noGrp="1"/>
          </p:cNvSpPr>
          <p:nvPr>
            <p:ph type="dt" sz="half" idx="10"/>
          </p:nvPr>
        </p:nvSpPr>
        <p:spPr/>
        <p:txBody>
          <a:bodyPr/>
          <a:p>
            <a:fld id="{69CC3045-D9E6-4134-8D85-2109155B665B}" type="datetimeFigureOut">
              <a:rPr lang="en-US" smtClean="0"/>
              <a:t>6/4/2021</a:t>
            </a:fld>
            <a:endParaRPr lang="en-US"/>
          </a:p>
        </p:txBody>
      </p:sp>
      <p:sp>
        <p:nvSpPr>
          <p:cNvPr id="1048705" name="Footer Placeholder 2"/>
          <p:cNvSpPr>
            <a:spLocks noGrp="1"/>
          </p:cNvSpPr>
          <p:nvPr>
            <p:ph type="ftr" sz="quarter" idx="11"/>
          </p:nvPr>
        </p:nvSpPr>
        <p:spPr/>
        <p:txBody>
          <a:bodyPr/>
          <a:p>
            <a:endParaRPr lang="en-US"/>
          </a:p>
        </p:txBody>
      </p:sp>
      <p:sp>
        <p:nvSpPr>
          <p:cNvPr id="1048706" name="Slide Number Placeholder 3"/>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92" name=""/>
        <p:cNvGrpSpPr/>
        <p:nvPr/>
      </p:nvGrpSpPr>
      <p:grpSpPr>
        <a:xfrm>
          <a:off x="0" y="0"/>
          <a:ext cx="0" cy="0"/>
          <a:chOff x="0" y="0"/>
          <a:chExt cx="0" cy="0"/>
        </a:xfrm>
      </p:grpSpPr>
      <p:sp>
        <p:nvSpPr>
          <p:cNvPr id="1048707"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708"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9"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10" name="Date Placeholder 4"/>
          <p:cNvSpPr>
            <a:spLocks noGrp="1"/>
          </p:cNvSpPr>
          <p:nvPr>
            <p:ph type="dt" sz="half" idx="10"/>
          </p:nvPr>
        </p:nvSpPr>
        <p:spPr/>
        <p:txBody>
          <a:bodyPr/>
          <a:p>
            <a:fld id="{69CC3045-D9E6-4134-8D85-2109155B665B}" type="datetimeFigureOut">
              <a:rPr lang="en-US" smtClean="0"/>
              <a:t>6/4/2021</a:t>
            </a:fld>
            <a:endParaRPr lang="en-US"/>
          </a:p>
        </p:txBody>
      </p:sp>
      <p:sp>
        <p:nvSpPr>
          <p:cNvPr id="1048711" name="Footer Placeholder 5"/>
          <p:cNvSpPr>
            <a:spLocks noGrp="1"/>
          </p:cNvSpPr>
          <p:nvPr>
            <p:ph type="ftr" sz="quarter" idx="11"/>
          </p:nvPr>
        </p:nvSpPr>
        <p:spPr/>
        <p:txBody>
          <a:bodyPr/>
          <a:p>
            <a:endParaRPr lang="en-US"/>
          </a:p>
        </p:txBody>
      </p:sp>
      <p:sp>
        <p:nvSpPr>
          <p:cNvPr id="1048712" name="Slide Number Placeholder 6"/>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86" name=""/>
        <p:cNvGrpSpPr/>
        <p:nvPr/>
      </p:nvGrpSpPr>
      <p:grpSpPr>
        <a:xfrm>
          <a:off x="0" y="0"/>
          <a:ext cx="0" cy="0"/>
          <a:chOff x="0" y="0"/>
          <a:chExt cx="0" cy="0"/>
        </a:xfrm>
      </p:grpSpPr>
      <p:sp>
        <p:nvSpPr>
          <p:cNvPr id="1048674"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75"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76"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77" name="Date Placeholder 4"/>
          <p:cNvSpPr>
            <a:spLocks noGrp="1"/>
          </p:cNvSpPr>
          <p:nvPr>
            <p:ph type="dt" sz="half" idx="10"/>
          </p:nvPr>
        </p:nvSpPr>
        <p:spPr/>
        <p:txBody>
          <a:bodyPr/>
          <a:p>
            <a:fld id="{69CC3045-D9E6-4134-8D85-2109155B665B}" type="datetimeFigureOut">
              <a:rPr lang="en-US" smtClean="0"/>
              <a:t>6/4/2021</a:t>
            </a:fld>
            <a:endParaRPr lang="en-US"/>
          </a:p>
        </p:txBody>
      </p:sp>
      <p:sp>
        <p:nvSpPr>
          <p:cNvPr id="1048678" name="Footer Placeholder 5"/>
          <p:cNvSpPr>
            <a:spLocks noGrp="1"/>
          </p:cNvSpPr>
          <p:nvPr>
            <p:ph type="ftr" sz="quarter" idx="11"/>
          </p:nvPr>
        </p:nvSpPr>
        <p:spPr/>
        <p:txBody>
          <a:bodyPr/>
          <a:p>
            <a:endParaRPr lang="en-US"/>
          </a:p>
        </p:txBody>
      </p:sp>
      <p:sp>
        <p:nvSpPr>
          <p:cNvPr id="1048679" name="Slide Number Placeholder 6"/>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87" name=""/>
        <p:cNvGrpSpPr/>
        <p:nvPr/>
      </p:nvGrpSpPr>
      <p:grpSpPr>
        <a:xfrm>
          <a:off x="0" y="0"/>
          <a:ext cx="0" cy="0"/>
          <a:chOff x="0" y="0"/>
          <a:chExt cx="0" cy="0"/>
        </a:xfrm>
      </p:grpSpPr>
      <p:sp>
        <p:nvSpPr>
          <p:cNvPr id="1048680" name="Title 1"/>
          <p:cNvSpPr>
            <a:spLocks noGrp="1"/>
          </p:cNvSpPr>
          <p:nvPr>
            <p:ph type="title"/>
          </p:nvPr>
        </p:nvSpPr>
        <p:spPr/>
        <p:txBody>
          <a:bodyPr/>
          <a:p>
            <a:r>
              <a:rPr lang="en-US" smtClean="0"/>
              <a:t>Click to edit Master title style</a:t>
            </a:r>
            <a:endParaRPr lang="en-US"/>
          </a:p>
        </p:txBody>
      </p:sp>
      <p:sp>
        <p:nvSpPr>
          <p:cNvPr id="1048681"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2" name="Date Placeholder 3"/>
          <p:cNvSpPr>
            <a:spLocks noGrp="1"/>
          </p:cNvSpPr>
          <p:nvPr>
            <p:ph type="dt" sz="half" idx="10"/>
          </p:nvPr>
        </p:nvSpPr>
        <p:spPr/>
        <p:txBody>
          <a:bodyPr/>
          <a:p>
            <a:fld id="{69CC3045-D9E6-4134-8D85-2109155B665B}" type="datetimeFigureOut">
              <a:rPr lang="en-US" smtClean="0"/>
              <a:t>6/4/2021</a:t>
            </a:fld>
            <a:endParaRPr lang="en-US"/>
          </a:p>
        </p:txBody>
      </p:sp>
      <p:sp>
        <p:nvSpPr>
          <p:cNvPr id="1048683" name="Footer Placeholder 4"/>
          <p:cNvSpPr>
            <a:spLocks noGrp="1"/>
          </p:cNvSpPr>
          <p:nvPr>
            <p:ph type="ftr" sz="quarter" idx="11"/>
          </p:nvPr>
        </p:nvSpPr>
        <p:spPr/>
        <p:txBody>
          <a:bodyPr/>
          <a:p>
            <a:endParaRPr lang="en-US"/>
          </a:p>
        </p:txBody>
      </p:sp>
      <p:sp>
        <p:nvSpPr>
          <p:cNvPr id="1048684" name="Slide Number Placeholder 5"/>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85" name=""/>
        <p:cNvGrpSpPr/>
        <p:nvPr/>
      </p:nvGrpSpPr>
      <p:grpSpPr>
        <a:xfrm>
          <a:off x="0" y="0"/>
          <a:ext cx="0" cy="0"/>
          <a:chOff x="0" y="0"/>
          <a:chExt cx="0" cy="0"/>
        </a:xfrm>
      </p:grpSpPr>
      <p:sp>
        <p:nvSpPr>
          <p:cNvPr id="1048669"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70"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1" name="Date Placeholder 3"/>
          <p:cNvSpPr>
            <a:spLocks noGrp="1"/>
          </p:cNvSpPr>
          <p:nvPr>
            <p:ph type="dt" sz="half" idx="10"/>
          </p:nvPr>
        </p:nvSpPr>
        <p:spPr/>
        <p:txBody>
          <a:bodyPr/>
          <a:p>
            <a:fld id="{69CC3045-D9E6-4134-8D85-2109155B665B}" type="datetimeFigureOut">
              <a:rPr lang="en-US" smtClean="0"/>
              <a:t>6/4/2021</a:t>
            </a:fld>
            <a:endParaRPr lang="en-US"/>
          </a:p>
        </p:txBody>
      </p:sp>
      <p:sp>
        <p:nvSpPr>
          <p:cNvPr id="1048672" name="Footer Placeholder 4"/>
          <p:cNvSpPr>
            <a:spLocks noGrp="1"/>
          </p:cNvSpPr>
          <p:nvPr>
            <p:ph type="ftr" sz="quarter" idx="11"/>
          </p:nvPr>
        </p:nvSpPr>
        <p:spPr/>
        <p:txBody>
          <a:bodyPr/>
          <a:p>
            <a:endParaRPr lang="en-US"/>
          </a:p>
        </p:txBody>
      </p:sp>
      <p:sp>
        <p:nvSpPr>
          <p:cNvPr id="1048673" name="Slide Number Placeholder 5"/>
          <p:cNvSpPr>
            <a:spLocks noGrp="1"/>
          </p:cNvSpPr>
          <p:nvPr>
            <p:ph type="sldNum" sz="quarter" idx="12"/>
          </p:nvPr>
        </p:nvSpPr>
        <p:spPr/>
        <p:txBody>
          <a:bodyPr/>
          <a:p>
            <a:fld id="{60EB4414-5F44-4982-BB7C-711B82E940D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6"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69CC3045-D9E6-4134-8D85-2109155B665B}" type="datetimeFigureOut">
              <a:rPr lang="en-US" smtClean="0"/>
              <a:t>6/4/2021</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60EB4414-5F44-4982-BB7C-711B82E940D6}"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anose="020B0604020202020204"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anose="020B0604020202020204"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anose="020B0604020202020204"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anose="020B0604020202020204"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anose="020B0604020202020204"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anose="020B0604020202020204"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anose="020B0604020202020204"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anose="020B0604020202020204"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20" name="Title 1"/>
          <p:cNvSpPr>
            <a:spLocks noGrp="1"/>
          </p:cNvSpPr>
          <p:nvPr>
            <p:ph type="ctrTitle"/>
          </p:nvPr>
        </p:nvSpPr>
        <p:spPr/>
        <p:txBody>
          <a:bodyPr/>
          <a:p>
            <a:r>
              <a:rPr dirty="0" lang="en-US" smtClean="0"/>
              <a:t>HEAD INJURY</a:t>
            </a:r>
            <a:endParaRPr dirty="0" lang="en-US"/>
          </a:p>
        </p:txBody>
      </p:sp>
      <p:sp>
        <p:nvSpPr>
          <p:cNvPr id="1048621" name="Subtitle 2"/>
          <p:cNvSpPr>
            <a:spLocks noGrp="1"/>
          </p:cNvSpPr>
          <p:nvPr>
            <p:ph type="subTitle" idx="1"/>
          </p:nvPr>
        </p:nvSpPr>
        <p:spPr/>
        <p:txBody>
          <a:bodyPr/>
          <a:p>
            <a:r>
              <a:rPr dirty="0" lang="en-US" smtClean="0"/>
              <a:t>Prepared by: </a:t>
            </a:r>
            <a:r>
              <a:rPr dirty="0" lang="en-US" err="1" smtClean="0"/>
              <a:t>Siryet</a:t>
            </a:r>
            <a:r>
              <a:rPr dirty="0" lang="en-US" smtClean="0"/>
              <a:t> </a:t>
            </a:r>
            <a:r>
              <a:rPr dirty="0" lang="en-US" err="1" smtClean="0"/>
              <a:t>Tesfaye</a:t>
            </a:r>
            <a:r>
              <a:rPr dirty="0" lang="en-US" smtClean="0"/>
              <a:t>(</a:t>
            </a:r>
            <a:r>
              <a:rPr dirty="0" lang="en-US" err="1" smtClean="0"/>
              <a:t>Bsc,Msc</a:t>
            </a:r>
            <a:r>
              <a:rPr dirty="0" lang="en-US" smtClean="0"/>
              <a:t>)</a:t>
            </a:r>
            <a:endParaRPr dirty="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22" name="Title 1"/>
          <p:cNvSpPr>
            <a:spLocks noGrp="1"/>
          </p:cNvSpPr>
          <p:nvPr>
            <p:ph type="title"/>
          </p:nvPr>
        </p:nvSpPr>
        <p:spPr/>
        <p:txBody>
          <a:bodyPr/>
          <a:p>
            <a:r>
              <a:rPr dirty="0" lang="en-US" smtClean="0"/>
              <a:t>Introduction</a:t>
            </a:r>
            <a:endParaRPr dirty="0" lang="en-US"/>
          </a:p>
        </p:txBody>
      </p:sp>
      <p:sp>
        <p:nvSpPr>
          <p:cNvPr id="1048623" name="Content Placeholder 2"/>
          <p:cNvSpPr>
            <a:spLocks noGrp="1"/>
          </p:cNvSpPr>
          <p:nvPr>
            <p:ph idx="1"/>
          </p:nvPr>
        </p:nvSpPr>
        <p:spPr/>
        <p:txBody>
          <a:bodyPr>
            <a:normAutofit fontScale="98750" lnSpcReduction="20000"/>
          </a:bodyPr>
          <a:p>
            <a:r>
              <a:rPr dirty="0" lang="en-US" smtClean="0"/>
              <a:t>Head injuries are among the most common types of trauma encountered in emergency departments . </a:t>
            </a:r>
          </a:p>
          <a:p>
            <a:r>
              <a:rPr dirty="0" lang="en-US" smtClean="0"/>
              <a:t>Many patients with severe brain injuries die before reaching a hospital; in fact, nearly 90% of prehospital trauma-related deaths involve brain injury. </a:t>
            </a:r>
          </a:p>
          <a:p>
            <a:r>
              <a:rPr dirty="0" lang="en-US" smtClean="0"/>
              <a:t>Approximately 75% of patients with brain injuries who receive medical attention can be categorized as having mild injuries, 15% as moderate, and 10% as severe.</a:t>
            </a:r>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24" name="Title 1"/>
          <p:cNvSpPr>
            <a:spLocks noGrp="1"/>
          </p:cNvSpPr>
          <p:nvPr>
            <p:ph type="title"/>
          </p:nvPr>
        </p:nvSpPr>
        <p:spPr/>
        <p:txBody>
          <a:bodyPr/>
          <a:p>
            <a:r>
              <a:rPr dirty="0" lang="en-US"/>
              <a:t>Mechanism of Injury</a:t>
            </a:r>
          </a:p>
        </p:txBody>
      </p:sp>
      <p:sp>
        <p:nvSpPr>
          <p:cNvPr id="1048625" name="Content Placeholder 2"/>
          <p:cNvSpPr>
            <a:spLocks noGrp="1"/>
          </p:cNvSpPr>
          <p:nvPr>
            <p:ph idx="1"/>
          </p:nvPr>
        </p:nvSpPr>
        <p:spPr/>
        <p:txBody>
          <a:bodyPr>
            <a:normAutofit fontScale="95625" lnSpcReduction="20000"/>
          </a:bodyPr>
          <a:p>
            <a:pPr indent="0" marL="0">
              <a:buNone/>
            </a:pPr>
            <a:endParaRPr dirty="0" lang="en-US"/>
          </a:p>
          <a:p>
            <a:r>
              <a:rPr dirty="0" lang="en-US"/>
              <a:t> Blunt Injury</a:t>
            </a:r>
          </a:p>
          <a:p>
            <a:r>
              <a:rPr dirty="0" lang="en-US"/>
              <a:t> Motor vehicle collisions</a:t>
            </a:r>
          </a:p>
          <a:p>
            <a:r>
              <a:rPr dirty="0" lang="en-US"/>
              <a:t> Assaults</a:t>
            </a:r>
          </a:p>
          <a:p>
            <a:r>
              <a:rPr dirty="0" lang="en-US"/>
              <a:t> Falls</a:t>
            </a:r>
          </a:p>
          <a:p>
            <a:r>
              <a:rPr dirty="0" lang="en-US"/>
              <a:t> Penetrating Injury</a:t>
            </a:r>
          </a:p>
          <a:p>
            <a:r>
              <a:rPr dirty="0" lang="en-US"/>
              <a:t> Gunshot wounds</a:t>
            </a:r>
          </a:p>
          <a:p>
            <a:r>
              <a:rPr dirty="0" lang="en-US"/>
              <a:t> Stabbing</a:t>
            </a:r>
          </a:p>
          <a:p>
            <a:r>
              <a:rPr dirty="0" lang="en-US"/>
              <a:t> Explosion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26" name="Title 1"/>
          <p:cNvSpPr>
            <a:spLocks noGrp="1"/>
          </p:cNvSpPr>
          <p:nvPr>
            <p:ph type="title"/>
          </p:nvPr>
        </p:nvSpPr>
        <p:spPr/>
        <p:txBody>
          <a:bodyPr>
            <a:normAutofit/>
          </a:bodyPr>
          <a:p>
            <a:r>
              <a:rPr dirty="0" lang="en-US"/>
              <a:t>Two types of brain injury </a:t>
            </a:r>
            <a:r>
              <a:rPr dirty="0" lang="en-US" smtClean="0"/>
              <a:t>occur</a:t>
            </a:r>
            <a:endParaRPr dirty="0" lang="en-US"/>
          </a:p>
        </p:txBody>
      </p:sp>
      <p:sp>
        <p:nvSpPr>
          <p:cNvPr id="1048627" name="Content Placeholder 2"/>
          <p:cNvSpPr>
            <a:spLocks noGrp="1"/>
          </p:cNvSpPr>
          <p:nvPr>
            <p:ph idx="1"/>
          </p:nvPr>
        </p:nvSpPr>
        <p:spPr/>
        <p:txBody>
          <a:bodyPr/>
          <a:p>
            <a:r>
              <a:rPr dirty="0" lang="en-US" smtClean="0"/>
              <a:t> </a:t>
            </a:r>
            <a:r>
              <a:rPr dirty="0" lang="en-US"/>
              <a:t>Closed brain injury</a:t>
            </a:r>
          </a:p>
          <a:p>
            <a:r>
              <a:rPr dirty="0" lang="en-US"/>
              <a:t> Open brain </a:t>
            </a:r>
            <a:r>
              <a:rPr dirty="0" lang="en-US" err="1"/>
              <a:t>injur</a:t>
            </a:r>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28" name="Title 1"/>
          <p:cNvSpPr>
            <a:spLocks noGrp="1"/>
          </p:cNvSpPr>
          <p:nvPr>
            <p:ph type="title"/>
          </p:nvPr>
        </p:nvSpPr>
        <p:spPr/>
        <p:txBody>
          <a:bodyPr/>
          <a:p>
            <a:endParaRPr lang="en-US"/>
          </a:p>
        </p:txBody>
      </p:sp>
      <p:sp>
        <p:nvSpPr>
          <p:cNvPr id="1048629" name="Content Placeholder 2"/>
          <p:cNvSpPr>
            <a:spLocks noGrp="1"/>
          </p:cNvSpPr>
          <p:nvPr>
            <p:ph idx="1"/>
          </p:nvPr>
        </p:nvSpPr>
        <p:spPr/>
        <p:txBody>
          <a:bodyPr/>
          <a:p>
            <a:r>
              <a:rPr dirty="0" lang="en-US" smtClean="0"/>
              <a:t>TBI survivors are often left with neuropsychological impairments that result in disabilities affecting work and social activity.</a:t>
            </a:r>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30" name="Title 1"/>
          <p:cNvSpPr>
            <a:spLocks noGrp="1"/>
          </p:cNvSpPr>
          <p:nvPr>
            <p:ph type="title"/>
          </p:nvPr>
        </p:nvSpPr>
        <p:spPr/>
        <p:txBody>
          <a:bodyPr/>
          <a:p>
            <a:r>
              <a:rPr dirty="0" lang="en-US"/>
              <a:t>The primary goal </a:t>
            </a:r>
          </a:p>
        </p:txBody>
      </p:sp>
      <p:sp>
        <p:nvSpPr>
          <p:cNvPr id="1048631" name="Content Placeholder 2"/>
          <p:cNvSpPr>
            <a:spLocks noGrp="1"/>
          </p:cNvSpPr>
          <p:nvPr>
            <p:ph idx="1"/>
          </p:nvPr>
        </p:nvSpPr>
        <p:spPr/>
        <p:txBody>
          <a:bodyPr>
            <a:normAutofit/>
          </a:bodyPr>
          <a:p>
            <a:pPr indent="0" marL="0">
              <a:buNone/>
            </a:pPr>
            <a:endParaRPr dirty="0" lang="en-US"/>
          </a:p>
          <a:p>
            <a:r>
              <a:rPr dirty="0" lang="en-US" smtClean="0"/>
              <a:t> prevent secondary brain injury. </a:t>
            </a:r>
          </a:p>
          <a:p>
            <a:r>
              <a:rPr dirty="0" lang="en-US" smtClean="0"/>
              <a:t>adequate oxygenation and maintain blood pressure  at a level that is sufficient to perfuse the brain. </a:t>
            </a:r>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35" name="Title 1"/>
          <p:cNvSpPr>
            <a:spLocks noGrp="1"/>
          </p:cNvSpPr>
          <p:nvPr>
            <p:ph type="title"/>
          </p:nvPr>
        </p:nvSpPr>
        <p:spPr/>
        <p:txBody>
          <a:bodyPr/>
          <a:p>
            <a:endParaRPr lang="en-US"/>
          </a:p>
        </p:txBody>
      </p:sp>
      <p:sp>
        <p:nvSpPr>
          <p:cNvPr id="1048636" name="Content Placeholder 2"/>
          <p:cNvSpPr>
            <a:spLocks noGrp="1"/>
          </p:cNvSpPr>
          <p:nvPr>
            <p:ph idx="1"/>
          </p:nvPr>
        </p:nvSpPr>
        <p:spPr/>
        <p:txBody>
          <a:bodyPr/>
          <a:p>
            <a:r>
              <a:rPr dirty="0" lang="en-US" smtClean="0"/>
              <a:t>A review of cranial anatomy includes the scalp, skull, meninges, brain, ventricular system, and intracranial compartments</a:t>
            </a:r>
          </a:p>
          <a:p>
            <a:r>
              <a:rPr dirty="0" lang="en-US" smtClean="0"/>
              <a:t>Scalp</a:t>
            </a:r>
          </a:p>
          <a:p>
            <a:r>
              <a:rPr dirty="0" lang="en-US" smtClean="0"/>
              <a:t>Because of the scalp’s generous blood supply, scalp  lacerations can result in major blood loss, </a:t>
            </a:r>
            <a:r>
              <a:rPr dirty="0" lang="en-US" err="1" smtClean="0"/>
              <a:t>hemorrhagic</a:t>
            </a:r>
            <a:r>
              <a:rPr dirty="0" lang="en-US" smtClean="0"/>
              <a:t> shock, and even death</a:t>
            </a:r>
            <a:endParaRPr dirty="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37" name="Title 1"/>
          <p:cNvSpPr>
            <a:spLocks noGrp="1"/>
          </p:cNvSpPr>
          <p:nvPr>
            <p:ph type="title"/>
          </p:nvPr>
        </p:nvSpPr>
        <p:spPr/>
        <p:txBody>
          <a:bodyPr>
            <a:normAutofit/>
          </a:bodyPr>
          <a:p>
            <a:r>
              <a:rPr dirty="0" lang="en-US" smtClean="0"/>
              <a:t>Skull</a:t>
            </a:r>
            <a:endParaRPr dirty="0" lang="en-US"/>
          </a:p>
        </p:txBody>
      </p:sp>
      <p:sp>
        <p:nvSpPr>
          <p:cNvPr id="1048638" name="Content Placeholder 2"/>
          <p:cNvSpPr>
            <a:spLocks noGrp="1"/>
          </p:cNvSpPr>
          <p:nvPr>
            <p:ph idx="1"/>
          </p:nvPr>
        </p:nvSpPr>
        <p:spPr/>
        <p:txBody>
          <a:bodyPr>
            <a:normAutofit/>
          </a:bodyPr>
          <a:p>
            <a:r>
              <a:rPr dirty="0" lang="en-US" smtClean="0"/>
              <a:t>The base of the skull is irregular, and its surface can contribute to injury as the brain moves within the skull during the acceleration and deceleration that  occurs during the traumatic event. </a:t>
            </a:r>
            <a:endParaRPr dirty="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42" name="Title 1"/>
          <p:cNvSpPr>
            <a:spLocks noGrp="1"/>
          </p:cNvSpPr>
          <p:nvPr>
            <p:ph type="title"/>
          </p:nvPr>
        </p:nvSpPr>
        <p:spPr/>
        <p:txBody>
          <a:bodyPr/>
          <a:p>
            <a:r>
              <a:rPr dirty="0" lang="en-US"/>
              <a:t>Skull fractures</a:t>
            </a:r>
          </a:p>
        </p:txBody>
      </p:sp>
      <p:sp>
        <p:nvSpPr>
          <p:cNvPr id="1048643" name="Content Placeholder 3"/>
          <p:cNvSpPr>
            <a:spLocks noGrp="1"/>
          </p:cNvSpPr>
          <p:nvPr>
            <p:ph idx="1"/>
          </p:nvPr>
        </p:nvSpPr>
        <p:spPr/>
        <p:txBody>
          <a:bodyPr/>
          <a:p>
            <a:r>
              <a:rPr dirty="0" lang="en-US" smtClean="0"/>
              <a:t>– </a:t>
            </a:r>
            <a:r>
              <a:rPr dirty="0" lang="en-US"/>
              <a:t>Linear Skull Fracture</a:t>
            </a:r>
          </a:p>
          <a:p>
            <a:r>
              <a:rPr dirty="0" lang="en-US"/>
              <a:t>– Depressed Skull Fracture</a:t>
            </a:r>
          </a:p>
          <a:p>
            <a:r>
              <a:rPr dirty="0" lang="en-US"/>
              <a:t>– </a:t>
            </a:r>
            <a:r>
              <a:rPr dirty="0" lang="en-US" err="1"/>
              <a:t>Diastatic</a:t>
            </a:r>
            <a:r>
              <a:rPr dirty="0" lang="en-US"/>
              <a:t> Skull Fracture</a:t>
            </a:r>
          </a:p>
          <a:p>
            <a:r>
              <a:rPr dirty="0" lang="en-US"/>
              <a:t>– Basal Skull Fracture</a:t>
            </a:r>
          </a:p>
          <a:p>
            <a:r>
              <a:rPr dirty="0" lang="en-US"/>
              <a:t>– Compound Skull Fracture</a:t>
            </a:r>
          </a:p>
          <a:p>
            <a:r>
              <a:rPr dirty="0" lang="en-US"/>
              <a:t>– Compound elevated Skull Fracture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44" name="Title 1"/>
          <p:cNvSpPr>
            <a:spLocks noGrp="1"/>
          </p:cNvSpPr>
          <p:nvPr>
            <p:ph type="title"/>
          </p:nvPr>
        </p:nvSpPr>
        <p:spPr/>
        <p:txBody>
          <a:bodyPr>
            <a:normAutofit/>
          </a:bodyPr>
          <a:p>
            <a:r>
              <a:rPr dirty="0" lang="en-US"/>
              <a:t>Basal Skull </a:t>
            </a:r>
            <a:r>
              <a:rPr dirty="0" lang="en-US" smtClean="0"/>
              <a:t>fractures</a:t>
            </a:r>
            <a:endParaRPr dirty="0" lang="en-US"/>
          </a:p>
        </p:txBody>
      </p:sp>
      <p:sp>
        <p:nvSpPr>
          <p:cNvPr id="1048645" name="Content Placeholder 2"/>
          <p:cNvSpPr>
            <a:spLocks noGrp="1"/>
          </p:cNvSpPr>
          <p:nvPr>
            <p:ph idx="1"/>
          </p:nvPr>
        </p:nvSpPr>
        <p:spPr/>
        <p:txBody>
          <a:bodyPr>
            <a:normAutofit/>
          </a:bodyPr>
          <a:p>
            <a:r>
              <a:rPr dirty="0" lang="en-US" smtClean="0"/>
              <a:t>– </a:t>
            </a:r>
            <a:r>
              <a:rPr dirty="0" lang="en-US"/>
              <a:t>CSF leak (extravasation) </a:t>
            </a:r>
          </a:p>
          <a:p>
            <a:r>
              <a:rPr dirty="0" lang="en-US"/>
              <a:t>into ear (</a:t>
            </a:r>
            <a:r>
              <a:rPr dirty="0" lang="en-US" err="1"/>
              <a:t>Otorrhea</a:t>
            </a:r>
            <a:r>
              <a:rPr dirty="0" lang="en-US"/>
              <a:t>) or </a:t>
            </a:r>
          </a:p>
          <a:p>
            <a:r>
              <a:rPr dirty="0" lang="en-US"/>
              <a:t>nose (Rhinorrhea)</a:t>
            </a:r>
          </a:p>
          <a:p>
            <a:r>
              <a:rPr dirty="0" lang="en-US"/>
              <a:t>– High risk infection or </a:t>
            </a:r>
            <a:r>
              <a:rPr dirty="0" lang="en-US" smtClean="0"/>
              <a:t> meningitis</a:t>
            </a:r>
            <a:endParaRPr dirty="0" lang="en-US"/>
          </a:p>
          <a:p>
            <a:r>
              <a:rPr dirty="0" lang="en-US"/>
              <a:t>– Possible injury to </a:t>
            </a:r>
            <a:r>
              <a:rPr dirty="0" lang="en-US" smtClean="0"/>
              <a:t>Internal carotid </a:t>
            </a:r>
            <a:r>
              <a:rPr dirty="0" lang="en-US"/>
              <a:t>artery</a:t>
            </a:r>
          </a:p>
          <a:p>
            <a:r>
              <a:rPr dirty="0" lang="en-US"/>
              <a:t>– Permanent CSF </a:t>
            </a:r>
            <a:r>
              <a:rPr dirty="0" lang="en-US" smtClean="0"/>
              <a:t>leaks possible</a:t>
            </a:r>
            <a:endParaRPr dirty="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46" name="Title 1"/>
          <p:cNvSpPr>
            <a:spLocks noGrp="1"/>
          </p:cNvSpPr>
          <p:nvPr>
            <p:ph type="title"/>
          </p:nvPr>
        </p:nvSpPr>
        <p:spPr/>
        <p:txBody>
          <a:bodyPr>
            <a:normAutofit/>
          </a:bodyPr>
          <a:p>
            <a:r>
              <a:rPr dirty="0" lang="en-US" smtClean="0"/>
              <a:t>Meninges</a:t>
            </a:r>
            <a:endParaRPr dirty="0" lang="en-US"/>
          </a:p>
        </p:txBody>
      </p:sp>
      <p:sp>
        <p:nvSpPr>
          <p:cNvPr id="1048647" name="Content Placeholder 2"/>
          <p:cNvSpPr>
            <a:spLocks noGrp="1"/>
          </p:cNvSpPr>
          <p:nvPr>
            <p:ph idx="1"/>
          </p:nvPr>
        </p:nvSpPr>
        <p:spPr/>
        <p:txBody>
          <a:bodyPr/>
          <a:p>
            <a:r>
              <a:rPr dirty="0" lang="en-US" smtClean="0"/>
              <a:t>The meninges cover the brain and consist of </a:t>
            </a:r>
            <a:r>
              <a:rPr dirty="0" lang="en-US" err="1" smtClean="0"/>
              <a:t>threelayers</a:t>
            </a:r>
            <a:r>
              <a:rPr dirty="0" lang="en-US" smtClean="0"/>
              <a:t>: </a:t>
            </a:r>
          </a:p>
          <a:p>
            <a:r>
              <a:rPr dirty="0" lang="en-US" smtClean="0"/>
              <a:t>the dura mater, arachnoid mater, and pia mater</a:t>
            </a:r>
            <a:endParaRPr dirty="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15" name="Title 1"/>
          <p:cNvSpPr>
            <a:spLocks noGrp="1"/>
          </p:cNvSpPr>
          <p:nvPr>
            <p:ph type="title"/>
          </p:nvPr>
        </p:nvSpPr>
        <p:spPr/>
        <p:txBody>
          <a:bodyPr/>
          <a:p>
            <a:endParaRPr lang="en-US"/>
          </a:p>
        </p:txBody>
      </p:sp>
      <p:sp>
        <p:nvSpPr>
          <p:cNvPr id="1048616" name="Content Placeholder 2"/>
          <p:cNvSpPr>
            <a:spLocks noGrp="1"/>
          </p:cNvSpPr>
          <p:nvPr>
            <p:ph idx="1"/>
          </p:nvPr>
        </p:nvSpPr>
        <p:spPr/>
        <p:txBody>
          <a:bodyPr>
            <a:normAutofit fontScale="92500" lnSpcReduction="10000"/>
          </a:bodyPr>
          <a:p>
            <a:r>
              <a:rPr dirty="0" lang="en-US" smtClean="0"/>
              <a:t>TBIs are</a:t>
            </a:r>
          </a:p>
          <a:p>
            <a:r>
              <a:rPr dirty="0" lang="en-US" smtClean="0"/>
              <a:t>categorized as either primary or secondary. </a:t>
            </a:r>
          </a:p>
          <a:p>
            <a:r>
              <a:rPr dirty="0" lang="en-US" smtClean="0"/>
              <a:t>Primary brain injuries are directly related to trauma. </a:t>
            </a:r>
            <a:endParaRPr dirty="0" lang="en-US"/>
          </a:p>
          <a:p>
            <a:r>
              <a:rPr dirty="0" lang="en-US" smtClean="0"/>
              <a:t>1) subdural hematoma</a:t>
            </a:r>
          </a:p>
          <a:p>
            <a:r>
              <a:rPr dirty="0" lang="en-US" smtClean="0"/>
              <a:t>2) epidural hematoma</a:t>
            </a:r>
            <a:endParaRPr dirty="0" lang="en-US"/>
          </a:p>
          <a:p>
            <a:r>
              <a:rPr dirty="0" lang="en-US" smtClean="0"/>
              <a:t>3) </a:t>
            </a:r>
            <a:r>
              <a:rPr dirty="0" lang="en-US" err="1" smtClean="0"/>
              <a:t>intraparenchymal</a:t>
            </a:r>
            <a:r>
              <a:rPr dirty="0" lang="en-US" smtClean="0"/>
              <a:t> hemorrhage; and </a:t>
            </a:r>
          </a:p>
          <a:p>
            <a:r>
              <a:rPr dirty="0" lang="en-US" smtClean="0"/>
              <a:t>4)</a:t>
            </a:r>
            <a:r>
              <a:rPr dirty="0" lang="en-US" err="1" smtClean="0"/>
              <a:t>nonfocal</a:t>
            </a:r>
            <a:r>
              <a:rPr dirty="0" lang="en-US" smtClean="0"/>
              <a:t>, diffuse neuronal injury disrupting axons of the central nervous system.</a:t>
            </a:r>
            <a:endParaRPr dirty="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05" name="Title 1"/>
          <p:cNvSpPr>
            <a:spLocks noGrp="1"/>
          </p:cNvSpPr>
          <p:nvPr>
            <p:ph type="title"/>
          </p:nvPr>
        </p:nvSpPr>
        <p:spPr/>
        <p:txBody>
          <a:bodyPr/>
          <a:p>
            <a:endParaRPr lang="en-US"/>
          </a:p>
        </p:txBody>
      </p:sp>
      <p:sp>
        <p:nvSpPr>
          <p:cNvPr id="1048606" name="Content Placeholder 2"/>
          <p:cNvSpPr>
            <a:spLocks noGrp="1"/>
          </p:cNvSpPr>
          <p:nvPr>
            <p:ph idx="1"/>
          </p:nvPr>
        </p:nvSpPr>
        <p:spPr/>
        <p:txBody>
          <a:bodyPr/>
          <a:p>
            <a:r>
              <a:rPr dirty="0" lang="en-US" smtClean="0"/>
              <a:t>Acute subdural hematoma is the most common brain injury warranting emergency neurosurgical intervention and is associated with the highest mortality. </a:t>
            </a:r>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598" name="Title 1"/>
          <p:cNvSpPr>
            <a:spLocks noGrp="1"/>
          </p:cNvSpPr>
          <p:nvPr>
            <p:ph type="title"/>
          </p:nvPr>
        </p:nvSpPr>
        <p:spPr/>
        <p:txBody>
          <a:bodyPr>
            <a:normAutofit/>
          </a:bodyPr>
          <a:p>
            <a:r>
              <a:rPr dirty="0" lang="en-US"/>
              <a:t>Subdural </a:t>
            </a:r>
            <a:r>
              <a:rPr dirty="0" lang="en-US" smtClean="0"/>
              <a:t>Hematoma</a:t>
            </a:r>
            <a:endParaRPr dirty="0" lang="en-US"/>
          </a:p>
        </p:txBody>
      </p:sp>
      <p:sp>
        <p:nvSpPr>
          <p:cNvPr id="1048599" name="Content Placeholder 2"/>
          <p:cNvSpPr>
            <a:spLocks noGrp="1"/>
          </p:cNvSpPr>
          <p:nvPr>
            <p:ph idx="1"/>
          </p:nvPr>
        </p:nvSpPr>
        <p:spPr/>
        <p:txBody>
          <a:bodyPr>
            <a:normAutofit/>
          </a:bodyPr>
          <a:p>
            <a:r>
              <a:rPr dirty="0" lang="en-US" smtClean="0"/>
              <a:t> </a:t>
            </a:r>
            <a:r>
              <a:rPr dirty="0" lang="en-US"/>
              <a:t>Sudden acceleration-deceleration injury with tearing of </a:t>
            </a:r>
          </a:p>
          <a:p>
            <a:r>
              <a:rPr dirty="0" lang="en-US"/>
              <a:t>bridging veins</a:t>
            </a:r>
          </a:p>
          <a:p>
            <a:r>
              <a:rPr dirty="0" lang="en-US"/>
              <a:t> Common in elderly and </a:t>
            </a:r>
            <a:r>
              <a:rPr dirty="0" lang="en-US" smtClean="0"/>
              <a:t>alcoholics</a:t>
            </a:r>
            <a:endParaRPr dirty="0" lang="en-US"/>
          </a:p>
          <a:p>
            <a:r>
              <a:rPr dirty="0" lang="en-US"/>
              <a:t> Classified as acute, subacute or chronic</a:t>
            </a:r>
          </a:p>
          <a:p>
            <a:r>
              <a:rPr dirty="0" lang="en-US"/>
              <a:t> Acute &lt;2 weeks</a:t>
            </a:r>
          </a:p>
          <a:p>
            <a:r>
              <a:rPr dirty="0" lang="en-US"/>
              <a:t> Chronic &gt;4 </a:t>
            </a:r>
            <a:r>
              <a:rPr dirty="0" lang="en-US" smtClean="0"/>
              <a:t>week</a:t>
            </a:r>
            <a:endParaRPr dirty="0" lang="en-US"/>
          </a:p>
        </p:txBody>
      </p:sp>
    </p:spTree>
  </p:cSld>
  <p:clrMapOvr>
    <a:masterClrMapping/>
  </p:clrMapOvr>
</p:sld>
</file>

<file path=ppt/slides/slide15.xml><?xml version="1.0" encoding="UTF-8" standalone="yes"?>
<p:sld xmlns:a="http://schemas.openxmlformats.org/drawingml/2006/main" xmlns:r="http://schemas.openxmlformats.org/officeDocument/2006/relationships" xmlns:p="http://schemas.openxmlformats.org/presentationml/2006/main"><p:cSld><p:spTree><p:nvGrpSpPr><p:cNvPr id="39" name=""/><p:cNvGrpSpPr/><p:nvPr/></p:nvGrpSpPr><p:grpSpPr><a:xfrm><a:off x="0" y="0"/><a:ext cx="0" cy="0"/><a:chOff x="0" y="0"/><a:chExt cx="0" cy="0"/></a:xfrm></p:grpSpPr><p:sp><p:nvSpPr><p:cNvPr id="1048586" name=""/><p:cNvSpPr><a:spLocks noGrp="1"/></p:cNvSpPr><p:nvPr><p:ph type="ctrTitle"/></p:nvPr></p:nvSpPr><p:spPr><a:xfrm><a:off x="685800" y="865510"/><a:ext cx="7772400" cy="804972"/></a:xfrm></p:spPr><p:txBody><a:bodyPr/><a:p><a:endParaRPr lang="en-GB"/></a:p></p:txBody></p:sp><p:sp><p:nvSpPr><p:cNvPr id="1048587" name=""/><p:cNvSpPr><a:spLocks noGrp="1"/></p:cNvSpPr><p:nvPr><p:ph type="subTitle" idx="1"/></p:nvPr></p:nvSpPr><p:spPr/><p:txBody><a:bodyPr/><a:p><a:r><a:rPr lang="en-GB"/><a:t>�����Exif_x0000__x0000_MM_x0000_*_x0000__x0000__x0000__x0000_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1_x0000__x0000__x0000__x0000_&quot;_x0000__x0000__x0000_�2_x0000__x0000__x0000__x0000__x0000__x0000__x0000_ևi_x0000__x0000__x0000__x0000__x0000__x0000__x0000_�_x0000__x0000_$_x0000__x0000__x0000__x0000_�_x0000__x0000__x0000_&apos;_x0000_�_x0000__x0000__x0000_&apos;Adobe Photoshop CC 2015 (Windows)_x0000_2017:11:01 21:45:10_x0000__x0000__x0000__x0000_�_x0000__x0000__x0000__x0000__x0000_0221�_x0000__x0000__x0000__x0000_��_x0000__x0000_�_x0000__x0000__x0000__x0000__x0000__x0000_x�_x0000__x0000__x0000__x0000__x0000__x0000_�_x0000__x0000__x0000__x0000__x0000__x0000__x0000__x0000__x0000__x0000__x0000__x0000__x0000__x0000__x0000__x0000__x0000__x0000__x0000__x0000_r_x0000__x0000__x0000__x0000__x0000__x0000_z(_x0000__x0000__x0000__x0000__x0000__x0000__x0000__x0000__x0000__x0000__x0000__x0000__x0000_�_x0000__x0000__x0000__x0000__x0000__x0000_r_x0000__x0000__x0000__x0000__x0000__x0000__x0000_H_x0000__x0000__x0000__x0000__x0000__x0000_H_x0000__x0000__x0000_����_x0000_Adobe_CM_x0000_��_x0000_Adobe_x0000_d�_x0000__x0000__x0000_��_x0000_�_x0000_			</a:t></a:r><a:endParaRPr lang="en-GB"/></a:p><a:p><a:r><a:rPr lang="en-GB"/><a:t></a:t></a:r><a:endParaRPr lang="en-GB"/></a:p><a:p><a:r><a:rPr lang="en-GB"/><a:t></a:t></a:r><a:endParaRPr lang="en-GB"/></a:p><a:p><a:r><a:rPr lang="en-GB"/><a:t></a:t></a:r><a:endParaRPr lang="en-GB"/></a:p><a:p><a:r><a:rPr lang="en-GB"/><a:t>��_x0000__x0000_Q_x0000_�&quot;_x0000_��_x0000__x0000_</a:t></a:r><a:endParaRPr lang="en-GB"/></a:p><a:p><a:r><a:rPr lang="en-GB"/><a:t>��?_x0000__x0000__x0000__x0000__x0000__x0000__x0000__x0000__x0000__x0000_	</a:t></a:r><a:endParaRPr lang="en-GB"/></a:p><a:p><a:r><a:rPr lang="en-GB"/><a:t>_x0000__x0000__x0000__x0000__x0000__x0000__x0000__x0000__x0000_	</a:t></a:r><a:endParaRPr lang="en-GB"/></a:p><a:p><a:r><a:rPr lang="en-GB"/><a:t>_x0000_3_x0000_!1AQa&quot;q�2���B#$R�b34r��C%�S���cs5���&amp;D�TdE£t6�U�e���u��F&apos;���������������Vfv��������7GWgw��������_x0000_5_x0000_!1AQaq&quot;2����B#�R��3$b�r��CScs4�%���&amp;5��D�T�dEU6te����u��F���������������Vfv��������&apos;7GWgw�������_x0000__x0000__x0000_?_x0000_�T�I% ˺�j��U��n�:85�i?ʹ�T�ղ_t���KLrNݟJ6�Wo�6z�������vT������3\� ;��F�]�w�H#����zF����sK%�������o����i��2����&gt;���s�����*v�ƾ)�n&lt;��h��.�o��.�;s��o�/O��������p}Ձ�2�C�7\�=�n��?���_x0000_M$����WQ�}����m��a�ր7n�o��{U��,���6����q��$����U�x��8�s.�罎k�������c-�73������\����p��� ���Z�4XX��</a:t></a:r><a:endParaRPr lang="en-GB"/></a:p><a:p><a:r><a:rPr lang="en-GB"/><a:t>��o���J�G�kbu��f[���ݢ�����Ǳ������7�_x0000_赮�2�M�U�dۏ!����i�}V{6}�����%�Y�iq�[��84���]���IT{:���@u���\	�m�0�����Uc�&quot;�����4U���&lt;��ns����ͭō��	kD	1�}��EuM�-F�|��c˜��]�7�v����$ì�As�[��h���=�:�:���-�o��\v9��?B��~��_x0000_��8�\��_x0000_M&amp;@�r(�9�k�W��c}߾����U�q�:-�]9�9�tgc��}��+T_VE-�����k��*�1�M�srE���i��{�L8{�</a:t></a:r><a:endParaRPr lang="en-GB"/></a:p><a:p><a:r><a:rPr lang="en-GB"/><a:t>f����z������ԩ$�A/���T�I%1{�[K�pc.q�&gt;e7�Ipo��ǁ&quot;|R����Z�eo�8H#ͥW��ҽ?K�tzd�l��#k���ݭIM������&quot;�{�M̫���7��_x0000_�}*M�;�_��ϥ��_x0000_F���b�&gt;�ji����T�V����R�o�+���_�9g��&gt;�}f��vz4���,�K���ÿ����_x0000_R�}�_x0000_�n�)֛�LX��@D_���}E��ɹ���ji�����w�[q��o+�Gǰ�	�f�IP�Ƿ�vߕ�{�</a:t></a:r><a:endParaRPr lang="en-GB"/></a:p><a:p><a:r><a:rPr lang="en-GB"/><a:t>�:�R�����^�����ť�7�z�l~��}M=��#��ާ�iFdM�v�F��Xb�d��D#�0���p�x��=����7�h�-���u�չd���_x0000_�]3��n%����V6���[_���.��_��{��ײ�[,����d��k�?���?o�?FՕ��&apos;�</a:t></a:r><a:endParaRPr lang="en-GB"/></a:p><a:p><a:r><a:rPr lang="en-GB"/><a:t>���ǳd�}CeǸ7謭���&gt;�l$D��v�lP�� O�����~�uv�ց�K���{ZLkE��?������0���[��.�&gt;</a:t></a:r><a:endParaRPr lang="en-GB"/></a:p><a:p><a:r><a:rPr lang="en-GB"/><a:t>{��_x0000_����zM&amp;���,yi-[�_x0000_��g�W�b_A�}�2�}�w��}�c����ԭ��=?z�9��ʸ�N�Q����J\�?0���$W��,�x$�_�g��c�Z?��p��%����2�_x0000_��3&amp;9�Q�6QoٳY�_x0000_�.[;��Ǥۏq��1����s�ښ���ַ��sL���L�jm�&gt;��Q��NO8�9�����Ϸ�ގ��/��.�=����_�x�A��5&lt;��a���K���g�����7��_x0000_	���k��4��$� �8����0-�?.�p,�eV���d�}f�_x0000_&amp;��?�.�?�4����7&lt;���.p��ƴ7�6��	��_x0000_�P��	� L</a:t></a:r><a:endParaRPr lang="en-GB"/></a:p><a:p><a:r><a:rPr lang="en-GB"/><a:t>��8�&lt;y?�6Lya��n2�͎~���.�GX�_UX�⸽Ϭ��	������?H�?��5_��}F�n�sY��&lt;��c�G�磷ߕ���_x0000_��q�;)�&quot;�̊�ẑ����K�����rq�l</a:t></a:r><a:endParaRPr lang="en-GB"/></a:p><a:p><a:r><a:rPr lang="en-GB"/><a:t>s~ݓ�ps],.n�]��5}����^�g\�5��`��k`fAu��v��uu�w������c��5�2�_x0000_�u</a:t></a:r><a:endParaRPr lang="en-GB"/></a:p><a:p><a:r><a:rPr lang="en-GB"/><a:t>�閏�_�D�M~;�}��J�����2+�v=&quot;�&apos;��i�b��?Tc���P</a:t></a:r><a:endParaRPr lang="en-GB"/></a:p><a:p><a:r><a:rPr lang="en-GB"/><a:t>�ȋ6��</a:t></a:r><a:endParaRPr lang="en-GB"/></a:p><a:p><a:r><a:rPr lang="en-GB"/><a:t>�����_x0000_�k_/*�r͘ｮ��Ѷ������렞�|�02t�i:����[RSN�z�.C�]7\�</a:t></a:r><a:endParaRPr lang="en-GB"/></a:p><a:p><a:r><a:rPr lang="en-GB"/><a:t>�������6������yTRN�˝�c����Ƿn��k�_x0000_K���w���䑴��Ih�����������eQ��UE�kKF�6F�����s��Vڿ�!	�</a:t></a:r><a:endParaRPr lang="en-GB"/></a:p><a:p><a:r><a:rPr lang="en-GB"/><a:t>^/����Y-~E=Cz��0Y[\�����v���:���:�u���[i�cݹ�&gt;&lt;�o�]S��U�����u�Q����g���q0��of&gt;5e��KX��7;�G�o��&apos;wcqr������iK�xK��_x0000_�t_x0000_w+���8}&apos;�������(h��6�,�{����q6���V�W,�yuf]�)��C����/xmS��R�c�_x0000_��}Ki].-�_c-�J�\��mu�����k�z���7�I[+�_x0000_I�6H���0f��*��H���60+{�vT�k��� �n��m?૏�n�~��࿝���&quot;�Vv7*�YG.qg�e��g������]��󗮈�L�IC��{�z�2�L�=F�m?����_x0000_S6I:���7c�f5�ix���&apos;ppk�,t׹ߢ��E�ա���cMv�h���=F2����z��6�H��|Q���\֋��-�_x0000_����)pF�:Ҹ��d(^������\�Y�w��6,w��s۱��o�����}����~�׌�	u����K�T����X������&gt;���З���w�s�^���V�����40��R��n�)P�g�����c��je^�����i�6���ۻ�������3;��{��V3��S#���ѷk[g�{F�_x0000_��z���6�k6Z��vzu���o�����_x0000_Ԯ��_x0000_��v=���b5��A�h����[k��_x0000_�M2B&lt;���_x0000_��G���5O�����Y&lt;���t��wS�����-ic������qmw�g���?�[K�����_��2X+m�յ�����&amp;��xc�[+~���αv��:�v9��K^�����T�͊��7�q闘L�I&apos;����;+e���ǂ׵�AG5�T=��7a�����][I</a:t></a:r><a:endParaRPr lang="en-GB"/></a:p><a:p><a:r><a:rPr lang="en-GB"/><a:t>�����ef@p0v�F����������c-��������il�O����,���L�9��������hu�[���3���l����-|S����&lt;�-w!tt���t�_x0000_�ͭ�B�+�ܘ��}��n�qc��e�7�l�����_x0000_�.�Z+���Cl_x0000_R�,�W[=��/���_x0000_;���թ�?���w0_S*�C�mn�O���Z/���}J�_x0000_�W�j�7�m�[�`���Q�c,�k���_x0000_�(H2�t��3�JR�9o-���c�VXX��*�k�Z�X �k�@�3�V�7���q~��P�V�V׻&amp;�+���d�gٝnEv�]�����}��}o��t.�3�clsA��ZǑ�hv��c��[f�oR</a:t></a:r><a:endParaRPr lang="en-GB"/></a:p><a:p><a:r><a:rPr lang="en-GB"/><a:t>��A�i�(���Mwc�SCjۘI��h8��v꿘ߊ�Xɫ�ޏ�����}l���8�&gt;�K��$�\m,�2ڝ���]w�?�~�����_x0000_9�S�oz�����{�5�VF�ӳy;7G�������4lvUK��W�榶�e�ܚE�2������������}{3-�bϲ���߮��C��܇8��\��:�7z��cv}��w���l���Ժ����;����sq�8����ƹ��/S��&apos;��_x0000_�֮�����5��W���%��adYl�+uE����c��g�&gt;�l�%�ޖm_�دt�}b܊������lq�7Qps�{�_x0000_�R��]�����_x0000_�?zE�w$��;$�eW0�7L�[k�cX</a:t></a:r><a:endParaRPr lang="en-GB"/></a:p><a:p><a:r><a:rPr lang="en-GB"/><a:t>�7��f���&gt;���,Ϊ��sn���m~�sF�5�w�����޷�Ug����H�W_x0000_	_x0000_�ǃG]�V};_v��]]�s��6{w����V����3�6��7���k�</a:t></a:r><a:endParaRPr lang="en-GB"/></a:p><a:p><a:r><a:rPr lang="en-GB"/><a:t>..�{w�?޹��Cz�B�i��fcX��,$���_x0000_�c�G���u�8�7:�l�wK�;�lo.�_x0000_N����,YG�c����#z�Ntm6�x�Ӧ���_���ce�젼��.�[�́����!Y�j���쌡����5�bCǷo�W��O���U��߫n�uy-��`���_x0000_�c�2�	�=��[�m���&lt;ϚJj��ˋ��2N���� b��Uġ�.v��k��薿�;k�m��Y���#�w6��ZX��g����($</a:t></a:r><a:endParaRPr lang="en-GB"/></a:p><a:p><a:r><a:rPr lang="en-GB"/><a:t>�F����y���\�+95�k��,�s��N�o���z�[8��ؔ��,s^��A$s��ѻ���Y��^X��mT�����]f���ێ�{�_x0000_G���xW���]u���h{��_x0000_ZL�$/�FĲD��^��X1���st���;</a:t></a:r><a:endParaRPr lang="en-GB"/></a:p><a:p><a:r><a:rPr lang="en-GB"/><a:t>�ښ�k�-�杏��f;��/��پ��Տ��_x0000_E�n����.W���y�_x0000_�I}�+�k�_x0000_&lt;�_x0000_�$�$:-2���&apos;���_x0000_n��*{Ixk	y�o�+����=;��Oӷ��L&lt;/Z�G��_x0000_�Ϻ���S����_x0000_&quot;���k��Ʈ͟b��}����ʮ��}�+�k�_x0000_&lt;�_x0000_�$�˕���_x0000_���U.ȸwy��Wֶ�:�N��[l�Ue��,�}ok��v����5z�x~���v�f��Ԩ��-&apos;{X`R��[0��}�k�m�����_x0000_���M��r�v�����K�_�_���_x0000_I%R쫇w�gN���Y��k[k�l��6��a�~�_x0000_��g���說���E��v?�:����2���=�kv����ߏs�c��{q�Uv��_���l}�+�k�_x0000_&lt;�_x0000_�$�6`����^�͟�%R쫈����=j��Û�����P����2����8�a-�����̳�6~������{9���Ic���s�3�����C}�N��	&quot;�WCH��&lt;7�#��_x0000_MFD��&lt;��(��&apos;�oW�wE2�&quot;��8�����������Y��}�</a:t></a:r><a:endParaRPr lang="en-GB"/></a:p><a:p><a:r><a:rPr lang="en-GB"/><a:t>?��_x0000_UU���Y�؝rΥ��̺�K����lhyc��mU��_x0000_A�{�_u�m����7X�e��_x0000_J���4�9	K!�����I$�c���T�ʩ$�ꤗʩ$�ꤗʩ$�ꤗʩ$�ꤗʩ$�ꤗʩ$�ꤗʩ$�ꤗʩ$�ꤗʩ$�ꤗʩ$������Photoshop 3.0_x0000_8BIM_x0000__x0000__x0000__x0000__x0000_Z_x0000_%GZ_x0000_%G_x0000__x0000_a_x0000__x0000_8BIM%_x0000__x0000__x0000__x0000__x0000_7b�_w��C�n&amp;�2m*8BIM:_x0000__x0000__x0000__x0000__x0000_�_x0000__x0000__x0000__x0000__x0000__x0000__x0000__x0000__x0000__x0000__x0000_printOutput_x0000__x0000__x0000__x0000__x0000__x0000__x0000_PstSbool_x0000__x0000__x0000__x0000_Inteenum_x0000__x0000__x0000__x0000_Inte_x0000__x0000__x0000__x0000_Clrm_x0000__x0000__x0000_printSixteenBitbool_x0000__x0000__x0000__x0000_printerNameTEXT_x0000__x0000__x0000__x0000__x0000__x0000__x0000__x0000_printProofSetupObjc_x0000__x0000__x0000__x0000_P_x0000_r_x0000_o_x0000_o_x0000_f_x0000_ _x0000_S_x0000_e_x0000_t_x0000_u_x0000_p_x0000__x0000__x0000__x0000__x0000_</a:t></a:r><a:endParaRPr lang="en-GB"/></a:p><a:p><a:r><a:rPr lang="en-GB"/><a:t>proofSetup_x0000__x0000__x0000__x0000__x0000__x0000__x0000_Bltnenum_x0000__x0000__x0000_builtinProof_x0000__x0000__x0000_	proofCMYK_x0000_8BIM;_x0000__x0000__x0000__x0000_-_x0000__x0000__x0000__x0000__x0000__x0000__x0000__x0000__x0000__x0000__x0000_printOutputOptions_x0000__x0000__x0000__x0000__x0000__x0000__x0000_Cptnbool_x0000__x0000__x0000__x0000__x0000_Clbrbool_x0000__x0000__x0000__x0000__x0000_RgsMbool_x0000__x0000__x0000__x0000__x0000_CrnCbool_x0000__x0000__x0000__x0000__x0000_CntCbool_x0000__x0000__x0000__x0000__x0000_Lblsbool_x0000__x0000__x0000__x0000__x0000_Ngtvbool_x0000__x0000__x0000__x0000__x0000_EmlDbool_x0000__x0000__x0000__x0000__x0000_Intrbool_x0000__x0000__x0000__x0000__x0000_BckgObjc_x0000__x0000__x0000__x0000__x0000__x0000__x0000__x0000__x0000_RGBC_x0000__x0000__x0000__x0000__x0000__x0000__x0000_Rd  doub@o�_x0000__x0000__x0000__x0000__x0000__x0000__x0000__x0000__x0000_Grn doub@o�_x0000__x0000__x0000__x0000__x0000__x0000__x0000__x0000__x0000_Bl  doub@o�_x0000__x0000__x0000__x0000__x0000__x0000__x0000__x0000__x0000_BrdTUntF#Rlt_x0000__x0000__x0000__x0000__x0000__x0000__x0000__x0000__x0000__x0000__x0000__x0000_Bld UntF#Rlt_x0000__x0000__x0000__x0000__x0000__x0000__x0000__x0000__x0000__x0000__x0000__x0000_RsltUntF#Pxl@X_x0000__x0000__x0000__x0000__x0000__x0000__x0000__x0000__x0000_</a:t></a:r><a:endParaRPr lang="en-GB"/></a:p><a:p><a:r><a:rPr lang="en-GB"/><a:t>vectorDatabool_x0000__x0000__x0000__x0000_PgPsenum_x0000__x0000__x0000__x0000_PgPs_x0000__x0000__x0000__x0000_PgPC_x0000__x0000__x0000__x0000_LeftUntF#Rlt_x0000__x0000__x0000__x0000__x0000__x0000__x0000__x0000__x0000__x0000__x0000__x0000_Top UntF#Rlt_x0000__x0000__x0000__x0000__x0000__x0000__x0000__x0000__x0000__x0000__x0000__x0000_Scl UntF#Prc@Y_x0000__x0000__x0000__x0000__x0000__x0000__x0000__x0000__x0000_cropWhenPrintingbool_x0000__x0000__x0000__x0000_cropRectBottomlong_x0000__x0000__x0000__x0000__x0000__x0000__x0000_cropRectLeftlong_x0000__x0000__x0000__x0000__x0000__x0000__x0000_</a:t></a:r><a:endParaRPr lang="en-GB"/></a:p><a:p><a:r><a:rPr lang="en-GB"/><a:t>cropRectRightlong_x0000__x0000__x0000__x0000__x0000__x0000__x0000_cropRectToplong_x0000__x0000__x0000__x0000__x0000_8BIM�_x0000__x0000__x0000__x0000__x0000__x0000_`_x0000__x0000__x0000__x0000__x0000_`_x0000__x0000__x0000__x0000_8BIM&amp;_x0000__x0000__x0000__x0000__x0000__x0000__x0000__x0000__x0000__x0000__x0000__x0000__x0000__x0000__x0000_?�_x0000__x0000_8BIM�_x0000__x0000__x0000__x0000__x0000_</a:t></a:r><a:endParaRPr lang="en-GB"/></a:p><a:p><a:r><a:rPr lang="en-GB"/><a:t>_x0000__x0000_������_x0000__x0000_8BIM</a:t></a:r><a:endParaRPr lang="en-GB"/></a:p><a:p><a:r><a:rPr lang="en-GB"/><a:t>_x0000__x0000__x0000__x0000__x0000__x0000__x0000__x0000_8BIM_x0000__x0000__x0000__x0000__x0000__x0000__x0000__x0000_8BIM�_x0000__x0000__x0000__x0000__x0000_	_x0000__x0000__x0000__x0000__x0000__x0000__x0000__x0000__x0000_8BIM&apos;_x0000__x0000__x0000__x0000__x0000_</a:t></a:r><a:endParaRPr lang="en-GB"/></a:p><a:p><a:r><a:rPr lang="en-GB"/><a:t>_x0000__x0000__x0000__x0000__x0000__x0000__x0000__x0000_8BIM�_x0000__x0000__x0000__x0000__x0000_H_x0000_/ff_x0000__x0000_lff_x0000__x0000__x0000__x0000__x0000__x0000__x0000_/ff_x0000__x0000_���_x0000__x0000__x0000__x0000__x0000__x0000__x0000_2_x0000__x0000__x0000__x0000_Z_x0000__x0000__x0000__x0000__x0000__x0000__x0000__x0000__x0000_5_x0000__x0000__x0000__x0000_-_x0000__x0000__x0000__x0000__x0000__x0000__x0000__x0000_8BIM�_x0000__x0000__x0000__x0000__x0000_p_x0000__x0000_�����������������������_x0000__x0000__x0000__x0000_�����������������������_x0000__x0000__x0000__x0000_�����������������������_x0000__x0000__x0000__x0000_�����������������������_x0000__x0000_8BIM_x0000__x0000__x0000__x0000__x0000__x0000__x0000__x0000__x0000__x0000_@_x0000__x0000_@_x0000__x0000__x0000__x0000_8BIM_x0000__x0000__x0000__x0000__x0000__x0000__x0000__x0000__x0000_8BIM_x0000__x0000__x0000__x0000_g_x0000__x0000__x0000__x0000__x0000__x0000__x0000__x0000__x0000__x0000__x0000__x0000__x0000_�_x0000__x0000_x_x0000__x0000__x0000__x0000_2_x0000_e_x0000_p_x0000_i_x0000_d_x0000_u_x0000_r_x0000_a_x0000_l_x0000_ _x0000_h_x0000_e_x0000_m_x0000_a_x0000_t_x0000_o_x0000_m_x0000_a_x0000_ _x0000_1_x0000_0_x0000_2_x0000_5_x0000_1_x0000_7_x0000__x0000__x0000__x0000__x0000__x0000__x0000__x0000__x0000__x0000__x0000__x0000__x0000__x0000__x0000__x0000__x0000__x0000__x0000__x0000__x0000__x0000__x0000__x0000__x0000__x0000__x0000__x0000__x0000__x0000__x0000__x0000_x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_x0000_null_x0000__x0000__x0000__x0000__x0000__x0000_boundsObjc_x0000__x0000__x0000__x0000__x0000__x0000__x0000__x0000__x0000_Rct1_x0000__x0000__x0000__x0000__x0000__x0000__x0000_Top long_x0000__x0000__x0000__x0000__x0000__x0000__x0000__x0000_Leftlong_x0000__x0000__x0000__x0000__x0000__x0000__x0000__x0000_Btomlong_x0000__x0000_�_x0000__x0000__x0000__x0000_Rghtlong_x0000__x0000_x_x0000__x0000__x0000_slicesVlLs_x0000__x0000__x0000_Objc_x0000__x0000__x0000__x0000__x0000__x0000__x0000__x0000_slice_x0000__x0000__x0000__x0000__x0000__x0000_sliceIDlong_x0000__x0000__x0000__x0000__x0000__x0000__x0000_groupIDlong_x0000__x0000__x0000__x0000__x0000__x0000__x0000_originenum_x0000__x0000__x0000_ESliceOrigin_x0000__x0000__x0000_</a:t></a:r><a:endParaRPr lang="en-GB"/></a:p><a:p><a:r><a:rPr lang="en-GB"/><a:t>autoGenerated_x0000__x0000__x0000__x0000_Typeenum_x0000__x0000__x0000_</a:t></a:r><a:endParaRPr lang="en-GB"/></a:p><a:p><a:r><a:rPr lang="en-GB"/><a:t>ESliceType_x0000__x0000__x0000__x0000_Img _x0000__x0000__x0000_boundsObjc_x0000__x0000__x0000__x0000__x0000__x0000__x0000__x0000__x0000_Rct1_x0000__x0000__x0000__x0000__x0000__x0000__x0000_Top long_x0000__x0000__x0000__x0000__x0000__x0000__x0000__x0000_Leftlong_x0000__x0000__x0000__x0000__x0000__x0000__x0000__x0000_Btomlong_x0000__x0000_�_x0000__x0000__x0000__x0000_Rghtlong_x0000__x0000_x_x0000__x0000__x0000_urlTEXT_x0000__x0000__x0000__x0000__x0000__x0000__x0000__x0000__x0000_nullTEXT_x0000__x0000__x0000__x0000__x0000__x0000__x0000__x0000__x0000_MsgeTEXT_x0000__x0000__x0000__x0000__x0000__x0000__x0000__x0000_altTagTEXT_x0000__x0000__x0000__x0000__x0000__x0000__x0000__x0000_cellTextIsHTMLbool_x0000__x0000__x0000_cellTextTEXT_x0000__x0000__x0000__x0000__x0000__x0000__x0000__x0000_	horzAlignenum_x0000__x0000__x0000_ESliceHorzAlign_x0000__x0000__x0000_default_x0000__x0000__x0000_	vertAlignenum_x0000__x0000__x0000_ESliceVertAlign_x0000__x0000__x0000_default_x0000__x0000__x0000_bgColorTypeenum_x0000__x0000__x0000_ESliceBGColorType_x0000__x0000__x0000__x0000_None_x0000__x0000__x0000_	topOutsetlong_x0000__x0000__x0000__x0000__x0000__x0000__x0000_</a:t></a:r><a:endParaRPr lang="en-GB"/></a:p><a:p><a:r><a:rPr lang="en-GB"/><a:t>leftOutsetlong_x0000__x0000__x0000__x0000__x0000__x0000__x0000_bottomOutsetlong_x0000__x0000__x0000__x0000__x0000__x0000__x0000_rightOutsetlong_x0000__x0000__x0000__x0000__x0000_8BIM(_x0000__x0000__x0000__x0000__x0000__x0000__x0000__x0000_?�_x0000__x0000__x0000__x0000__x0000__x0000_8BIM_x0000__x0000__x0000__x0000__x0000__x0000_8BIM_x0000__x0000__x0000__x0000__x0000__x0000__x0000__x0000_8BIM_x0000__x0000__x0000__x0000_�_x0000__x0000__x0000__x0000__x0000__x0000_�_x0000__x0000__x0000_Q_x0000__x0000_�_x0000__x0000_��_x0000__x0000_r_x0000__x0000_����_x0000_Adobe_CM_x0000_��_x0000_Adobe_x0000_d�_x0000__x0000__x0000_��_x0000_�_x0000_			</a:t></a:r><a:endParaRPr lang="en-GB"/></a:p><a:p><a:r><a:rPr lang="en-GB"/><a:t></a:t></a:r><a:endParaRPr lang="en-GB"/></a:p><a:p><a:r><a:rPr lang="en-GB"/><a:t></a:t></a:r><a:endParaRPr lang="en-GB"/></a:p><a:p><a:r><a:rPr lang="en-GB"/><a:t></a:t></a:r><a:endParaRPr lang="en-GB"/></a:p><a:p><a:r><a:rPr lang="en-GB"/><a:t>��_x0000__x0000_Q_x0000_�&quot;_x0000_��_x0000__x0000_</a:t></a:r><a:endParaRPr lang="en-GB"/></a:p><a:p><a:r><a:rPr lang="en-GB"/><a:t>��?_x0000__x0000__x0000__x0000__x0000__x0000__x0000__x0000__x0000__x0000_	</a:t></a:r><a:endParaRPr lang="en-GB"/></a:p><a:p><a:r><a:rPr lang="en-GB"/><a:t>_x0000__x0000__x0000__x0000__x0000__x0000__x0000__x0000__x0000_	</a:t></a:r><a:endParaRPr lang="en-GB"/></a:p><a:p><a:r><a:rPr lang="en-GB"/><a:t>_x0000_3_x0000_!1AQa&quot;q�2���B#$R�b34r��C%�S���cs5���&amp;D�TdE£t6�U�e���u��F&apos;���������������Vfv��������7GWgw��������_x0000_5_x0000_!1AQaq&quot;2����B#�R��3$b�r��CScs4�%���&amp;5��D�T�dEU6te����u��F���������������Vfv��������&apos;7GWgw�������_x0000__x0000__x0000_?_x0000_�T�I% ˺�j��U��n�:85�i?ʹ�T�ղ_t���KLrNݟJ6�Wo�6z�������vT������3\� ;��F�]�w�H#����zF����sK%�������o����i��2����&gt;���s�����*v�ƾ)�n&lt;��h��.�o��.�;s��o�/O��������p}Ձ�2�C�7\�=�n��?���_x0000_M$����WQ�}����m��a�ր7n�o��{U��,���6����q��$����U�x��8�s.�罎k�������c-�73������\����p��� ���Z�4XX��</a:t></a:r><a:endParaRPr lang="en-GB"/></a:p><a:p><a:r><a:rPr lang="en-GB"/><a:t>��o���J�G�kbu��f[���ݢ�����Ǳ������7�_x0000_赮�2�M�U�dۏ!����i�}V{6}�����%�Y�iq�[��84���]���IT{:���@u���\	�m�0�����Uc�&quot;�����4U���&lt;��ns����ͭō��	kD	1�}��EuM�-F�|��c˜��]�7�v����$ì�As�[��h���=�:�:���-�o��\v9��?B��~��_x0000_��8�\��_x0000_M&amp;@�r(�9�k�W��c}߾����U�q�:-�]9�9�tgc��}��+T_VE-�����k��*�1�M�srE���i��{�L8{�</a:t></a:r><a:endParaRPr lang="en-GB"/></a:p><a:p><a:r><a:rPr lang="en-GB"/><a:t>f����z������ԩ$�A/���T�I%1{�[K�pc.q�&gt;e7�Ipo��ǁ&quot;|R����Z�eo�8H#ͥW��ҽ?K�tzd�l��#k���ݭIM������&quot;�{�M̫���7��_x0000_�}*M�;�_��ϥ��_x0000_F���b�&gt;�ji����T�V����R�o�+���_�9g��&gt;�}f��vz4���,�K���ÿ����_x0000_R�}�_x0000_�n�)֛�LX��@D_���}E��ɹ���ji�����w�[q��o+�Gǰ�	�f�IP�Ƿ�vߕ�{�</a:t></a:r><a:endParaRPr lang="en-GB"/></a:p><a:p><a:r><a:rPr lang="en-GB"/><a:t>�:�R�����^�����ť�7�z�l~��}M=��#��ާ�iFdM�v�F��Xb�d��D#�0���p�x��=����7�h�-���u�չd���_x0000_�]3��n%����V6���[_���.��_��{��ײ�[,����d��k�?���?o�?FՕ��&apos;�</a:t></a:r><a:endParaRPr lang="en-GB"/></a:p><a:p><a:r><a:rPr lang="en-GB"/><a:t>���ǳd�}CeǸ7謭���&gt;�l$D��v�lP�� O�����~�uv�ց�K���{ZLkE��?������0���[��.�&gt;</a:t></a:r><a:endParaRPr lang="en-GB"/></a:p><a:p><a:r><a:rPr lang="en-GB"/><a:t>{��_x0000_����zM&amp;���,yi-[�_x0000_��g�W�b_A�}�2�}�w��}�c����ԭ��=?z�9��ʸ�N�Q����J\�?0���$W��,�x$�_�g��c�Z?��p��%����2�_x0000_��3&amp;9�Q�6QoٳY�_x0000_�.[;��Ǥۏq��1����s�ښ���ַ��sL���L�jm�&gt;��Q��NO8�9�����Ϸ�ގ��/��.�=����_�x�A��5&lt;��a���K���g�����7��_x0000_	���k��4��$� �8����0-�?.�p,�eV���d�}f�_x0000_&amp;��?�.�?�4����7&lt;���.p��ƴ7�6��	��_x0000_�P��	� L</a:t></a:r><a:endParaRPr lang="en-GB"/></a:p><a:p><a:r><a:rPr lang="en-GB"/><a:t>��8�&lt;y?�6Lya��n2�͎~���.�GX�_UX�⸽Ϭ��	������?H�?��5_��}F�n�sY��&lt;��c�G�磷ߕ���_x0000_��q�;)�&quot;�̊�ẑ����K�����rq�l</a:t></a:r><a:endParaRPr lang="en-GB"/></a:p><a:p><a:r><a:rPr lang="en-GB"/><a:t>s~ݓ�ps],.n�]��5}����^�g\�5��`��k`fAu��v��uu�w������c��5�2�_x0000_�u</a:t></a:r><a:endParaRPr lang="en-GB"/></a:p><a:p><a:r><a:rPr lang="en-GB"/><a:t>�閏�_�D�M~;�}��J�����2+�v=&quot;�&apos;��i�b��?Tc���P</a:t></a:r><a:endParaRPr lang="en-GB"/></a:p><a:p><a:r><a:rPr lang="en-GB"/><a:t>�ȋ6��</a:t></a:r><a:endParaRPr lang="en-GB"/></a:p><a:p><a:r><a:rPr lang="en-GB"/><a:t>�����_x0000_�k_/*�r͘ｮ��Ѷ������렞�|�02t�i:����[RSN�z�.C�]7\�</a:t></a:r><a:endParaRPr lang="en-GB"/></a:p><a:p><a:r><a:rPr lang="en-GB"/><a:t>�������6������yTRN�˝�c����Ƿn��k�_x0000_K���w���䑴��Ih�����������eQ��UE�kKF�6F�����s��Vڿ�!	�</a:t></a:r><a:endParaRPr lang="en-GB"/></a:p><a:p><a:r><a:rPr lang="en-GB"/><a:t>^/����Y-~E=Cz��0Y[\�����v���:���:�u���[i�cݹ�&gt;&lt;�o�]S��U�����u�Q����g���q0��of&gt;5e��KX��7;�G�o��&apos;wcqr������iK�xK��_x0000_�t_x0000_w+���8}&apos;�������(h��6�,�{����q6���V�W,�yuf]�)��C����/xmS��R�c�_x0000_��}Ki].-�_c-�J�\��mu�����k�z���7�I[+�_x0000_I�6H���0f��*��H���60+{�vT�k��� �n��m?૏�n�~��࿝���&quot;�Vv7*�YG.qg�e��g������]��󗮈�L�IC��{�z�2�L�=F�m?����_x0000_S6I:���7c�f5�ix���&apos;ppk�,t׹ߢ��E�ա���cMv�h���=F2����z��6�H��|Q���\֋��-�_x0000_����)pF�:Ҹ��d(^������\�Y�w��6,w��s۱��o�����}����~�׌�	u����K�T����X������&gt;���З���w�s�^���V�����40��R��n�)P�g�����c��je^�����i�6���ۻ�������3;��{��V3��S#���ѷk[g�{F�_x0000_��z���6�k6Z��vzu���o�����_x0000_Ԯ��_x0000_��v=���b5��A�h����[k��_x0000_�M2B&lt;���_x0000_��G���5O�����Y&lt;���t��wS�����-ic������qmw�g���?�[K�����_��2X+m�յ�����&amp;��xc�[+~���αv��:�v9��K^�����T�͊��7�q闘L�I&apos;����;+e���ǂ׵�AG5�T=��7a�����][I</a:t></a:r><a:endParaRPr lang="en-GB"/></a:p><a:p><a:r><a:rPr lang="en-GB"/><a:t>�����ef@p0v�F����������c-��������il�O����,���L�9��������hu�[���3���l����-|S����&lt;�-w!tt���t�_x0000_�ͭ�B�+�ܘ��}��n�qc��e�7�l�����_x0000_�.�Z+���Cl_x0000_R�,�W[=��/���_x0000_;���թ�?���w0_S*�C�mn�O���Z/���}J�_x0000_�W�j�7�m�[�`���Q�c,�k���_x0000_�(H2�t��3�JR�9o-���c�VXX��*�k�Z�X �k�@�3�V�7���q~��P�V�V׻&amp;�+���d�gٝnEv�]�����}��}o��t.�3�clsA��ZǑ�hv��c��[f�oR</a:t></a:r><a:endParaRPr lang="en-GB"/></a:p><a:p><a:r><a:rPr lang="en-GB"/><a:t>��A�i�(���Mwc�SCjۘI��h8��v꿘ߊ�Xɫ�ޏ�����}l���8�&gt;�K��$�\m,�2ڝ���]w�?�~�����_x0000_9�S�oz�����{�5�VF�ӳy;7G�������4lvUK��W�榶�e�ܚE�2������������}{3-�bϲ���߮��C��܇8��\��:�7z��cv}��w���l���Ժ����;����sq�8����ƹ��/S��&apos;��_x0000_�֮�����5��W���%��adYl�+uE����c��g�&gt;�l�%�ޖm_�دt�}b܊������lq�7Qps�{�_x0000_�R��]�����_x0000_�?zE�w$��;$�eW0�7L�[k�cX</a:t></a:r><a:endParaRPr lang="en-GB"/></a:p><a:p><a:r><a:rPr lang="en-GB"/><a:t>�7��f���&gt;���,Ϊ��sn���m~�sF�5�w�����޷�Ug����H�W_x0000_	_x0000_�ǃG]�V};_v��]]�s��6{w����V����3�6��7���k�</a:t></a:r><a:endParaRPr lang="en-GB"/></a:p><a:p><a:r><a:rPr lang="en-GB"/><a:t>..�{w�?޹��Cz�B�i��fcX��,$���_x0000_�c�G���u�8�7:�l�wK�;�lo.�_x0000_N����,YG�c����#z�Ntm6�x�Ӧ���_���ce�젼��.�[�́����!Y�j���쌡����5�bCǷo�W��O���U��߫n�uy-��`���_x0000_�c�2�	�=��[�m���&lt;ϚJj��ˋ��2N���� b��Uġ�.v��k��薿�;k�m��Y���#�w6��ZX��g����($</a:t></a:r><a:endParaRPr lang="en-GB"/></a:p><a:p><a:r><a:rPr lang="en-GB"/><a:t>�F����y���\�+95�k��,�s��N�o���z�[8��ؔ��,s^��A$s��ѻ���Y��^X��mT�����]f���ێ�{�_x0000_G���xW���]u���h{��_x0000_ZL�$/�FĲD��^��X1���st���;</a:t></a:r><a:endParaRPr lang="en-GB"/></a:p><a:p><a:r><a:rPr lang="en-GB"/><a:t>�ښ�k�-�杏��f;��/��پ��Տ��_x0000_E�n����.W���y�_x0000_�I}�+�k�_x0000_&lt;�_x0000_�$�$:-2���&apos;���_x0000_n��*{Ixk	y�o�+����=;��Oӷ��L&lt;/Z�G��_x0000_�Ϻ���S����_x0000_&quot;���k��Ʈ͟b��}����ʮ��}�+�k�_x0000_&lt;�_x0000_�$�˕���_x0000_���U.ȸwy��Wֶ�:�N��[l�Ue��,�}ok��v����5z�x~���v�f��Ԩ��-&apos;{X`R��[0��}�k�m�����_x0000_���M��r�v�����K�_�_���_x0000_I%R쫇w�gN���Y��k[k�l��6��a�~�_x0000_��g���說���E��v?�:����2���=�kv����ߏs�c��{q�Uv��_���l}�+�k�_x0000_&lt;�_x0000_�$�6`����^�͟�%R쫈����=j��Û�����P����2����8�a-�����̳�6~������{9���Ic���s�3�����C}�N��	&quot;�WCH��&lt;7�#��_x0000_MFD��&lt;��(��&apos;�oW�wE2�&quot;��8�����������Y��}�</a:t></a:r><a:endParaRPr lang="en-GB"/></a:p><a:p><a:r><a:rPr lang="en-GB"/><a:t>?��_x0000_UU���Y�؝rΥ��̺�K����lhyc��mU��_x0000_A�{�_u�m����7X�e��_x0000_J���4�9	K!�����I$�c���T�ʩ$�ꤗʩ$�ꤗʩ$�ꤗʩ$�ꤗʩ$�ꤗʩ$�ꤗʩ$�ꤗʩ$�ꤗʩ$�ꤗʩ$���8BIM!_x0000__x0000__x0000__x0000__x0000_]_x0000__x0000__x0000__x0000__x0000__x0000__x0000_A_x0000_d_x0000_o_x0000_b_x0000_e_x0000_ _x0000_P_x0000_h_x0000_o_x0000_t_x0000_o_x0000_s_x0000_h_x0000_o_x0000_p_x0000__x0000__x0000__x0000_A_x0000_d_x0000_o_x0000_b_x0000_e_x0000_ _x0000_P_x0000_h_x0000_o_x0000_t_x0000_o_x0000_s_x0000_h_x0000_o_x0000_p_x0000_ _x0000_C_x0000_C_x0000_ _x0000_2_x0000_0_x0000_1_x0000_5_x0000__x0000__x0000__x0000_8BIM_x0000__x0000__x0000__x0000__x0000__x0000__x0000__x0000__x0000__x0000_��http://ns.adobe.com/xap/1.0/_x0000_&lt;?xpacket begin=&quot;﻿&quot; id=&quot;W5M0MpCehiHzreSzNTczkc9d&quot;?&gt; &lt;x:xmpmeta xmlns:x=&quot;adobe:ns:meta/&quot; x:xmptk=&quot;Adobe XMP Core 5.6-c067 79.157747, 2015/03/30-23:40:42        &quot;&gt; &lt;rdf:RDF xmlns:rdf=&quot;http://www.w3.org/1999/02/22-rdf-syntax-ns#&quot;&gt; &lt;rdf:Description rdf:about=&quot;&quot; xmlns:xmpMM=&quot;http://ns.adobe.com/xap/1.0/mm/&quot; xmlns:stEvt=&quot;http://ns.adobe.com/xap/1.0/sType/ResourceEvent#&quot; xmlns:dc=&quot;http://purl.org/dc/elements/1.1/&quot; xmlns:photoshop=&quot;http://ns.adobe.com/photoshop/1.0/&quot; xmlns:xmp=&quot;http://ns.adobe.com/xap/1.0/&quot; xmpMM:DocumentID=&quot;3E06F4F9455784C062733418DD3B90D3&quot; xmpMM:InstanceID=&quot;xmp.iid:3f06055e-95d8-dc4f-b2c4-3c0c941cc43c&quot; xmpMM:OriginalDocumentID=&quot;3E06F4F9455784C062733418DD3B90D3&quot; dc:format=&quot;image/jpeg&quot; photoshop:LegacyIPTCDigest=&quot;27AE215A8725B449ECD8C3F4D1BB6BAC&quot; photoshop:ColorMode=&quot;3&quot; xmp:CreateDate=&quot;2017-10-25T22:24:11+06:00&quot; xmp:ModifyDate=&quot;2017-11-01T21:45:10+06:00&quot; xmp:MetadataDate=&quot;2017-11-01T21:45:10+06:00&quot; xmp:CreatorTool=&quot;Adobe Photoshop CC 2015 (Windows)&quot;&gt; &lt;xmpMM:History&gt; &lt;rdf:Seq&gt; &lt;rdf:li stEvt:action=&quot;saved&quot; stEvt:instanceID=&quot;xmp.iid:6d65ffa7-31c9-f14d-90f6-8e25552ae9fe&quot; stEvt:when=&quot;2017-10-25T23:42:59+06:00&quot; stEvt:softwareAgent=&quot;Adobe Photoshop CC 2015 (Windows)&quot; stEvt:changed=&quot;/&quot;/&gt; &lt;rdf:li stEvt:action=&quot;saved&quot; stEvt:instanceID=&quot;xmp.iid:3f06055e-95d8-dc4f-b2c4-3c0c941cc43c&quot; stEvt:when=&quot;2017-11-01T21:45:10+06:00&quot; stEvt:softwareAgent=&quot;Adobe Photoshop CC 2015 (Windows)&quot; stEvt:changed=&quot;/&quot;/&gt; &lt;/rdf:Seq&gt; &lt;/xmpMM:History&gt; &lt;/rdf:Description&gt; &lt;/rdf:RDF&gt; &lt;/x:xmpmeta&gt;                                                                                                                                                                                                                                                                                                                                                                                                                                                                                                                                                                                                                                                                                                                                                                                                                                                                                                                                                                                                                                                                                                                                                                                                                                                                                                                                                                                                                                                                                                                                                                                                                                                                                                                                                                                                                                                                                                                                                                                                                                                                                                                                 &lt;?xpacket end=&quot;w&quot;?&gt;��_x0000_Adobe_x0000_d@_x0000__x0000__x0000_��_x0000_�_x0000_��_x0000_�x_x0000_��_x0000__x0000_����_x0000__x0000__x0000__x0000__x0000__x0000__x0000__x0000__x0000__x0000__x0000__x0000__x0000_	</a:t></a:r><a:endParaRPr lang="en-GB"/></a:p><a:p><a:r><a:rPr lang="en-GB"/><a:t>_x0000__x0000__x0000__x0000__x0000__x0000__x0000__x0000__x0000__x0000__x0000__x0000_	_x0000_</a:t></a:r><a:endParaRPr lang="en-GB"/></a:p><a:p><a:r><a:rPr lang="en-GB"/><a:t>_x0000_	u!&quot;_x0000_1A2#	QBa$3Rq�b�%C���&amp;4r</a:t></a:r><a:endParaRPr lang="en-GB"/></a:p><a:p><a:r><a:rPr lang="en-GB"/><a:t>��5&apos;�S6��DTsEF7Gc(UVW�����d�t��e�����)8f�u*9:HIJXYZghijvwxyz�������������������������������������������������������_x0000_m!1_x0000_&quot;AQ2aqB�#�R�b3	�$��Cr��4%�ScD�&amp;5T6Ed&apos;</a:t></a:r><a:endParaRPr lang="en-GB"/></a:p><a:p><a:r><a:rPr lang="en-GB"/><a:t>s��Ft����UeuV7��������)��������������(GWf8v��������gw��������HXhx��������9IYiy��������*:JZjz����������_x0000__x0000__x0000_?_x0000_��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 ���6:����W�47~��~d���~��Z~c����_x0000_�����E:���k�!Ջ_x0000_y_��� W��@�뀕.G���?�v�ԯ^a�uv$R���&gt;������֝R7YES��E`J�t�x#��ߊ�ǫ�(*�r���U��w��o�{�^���׺�d[_�s��}}�)�:��&quot;�����T�Z�׷�?_~�kN���S��{ȶ���c����&amp;��Һ�5?^�.�\ہ�M��I�:�l%N�k_���}ꇯkPhz�����޾޼I��k���u}&apos;�@�����~�׺��u���{�{�^���׺���^������&lt;{�^&quot;��ڇ�~��ߺ�	�]��Z���׺��u���{�{�^���׺��u���{�{�^���׺��u���{�{�^���׺��u���{�{�^���׺��u���{�{�^���׺��u���{�{�^���׺��u���{�{�^���׺��Ĳ,l�]Ժ��]�O~G�uL/ʵ穀X�p���6#��}��u�7Y2ߑ{f��}�u���^���׺��u��}��u�X��A�������_x0000_O~��G��8CkY	��M#�~H�_x0000_�����~��I^E�po�&lt;��}��u�ߺ�^��׽��u�~��{ߺ�^��׽��u�~��{ߺ�^��׽��u�~��{ߺ�^��׽��u�~��{ߺ�^��׽��u�~��{ߺ�^��׽��u�~��{ߺ�^��׽��u�~��{ߺ�^��׽��u�~��{ߺ�^��׽��u�~��{ߺ�^��׽��u�~��{ߺ�^��׽��u�~��{ߺ�^��׽��u�~��{ߺ�^��׽��u�~��{ߺ�^��׽��u�~��{ߺ�^��׽��u�~��{ߺ�^��׽��u�~��{ߺ�^��׽��u�~��{ߺ�^��׽��u�~��{ߺ�^��׽��u�~��{ߺ�^��׽��u�~��{ߺ�^��׽��u����ߺ�^��׽��u�~��{ߺ�^��׽��u�~��{ߺ�^��׽��u�~��{ߺ�^��׽��u�~��{ߺ�^��׽��u�~��{ߺ�]~��z�r$�x?�������_x0000_��5�:��6`M�)����A?2�Bb��4�����`@�I�q�m,hiä)�i;��)�&quot;ꥵZ�?�T?I����ǿx��7O(�%���tDp@����8�_x0000_���\����!�}-��ǿun�&lt;�+�z�{���Dm�u�Ư����$╧^(өH�F?��~F@E�)*A��&lt;�?�=�J�P���;Lm��_x0000_W���k)dW���t�SPb������ z��T+U�&gt;��]��*���*5�5�_x0000_Z��_x0000_�=��˦�YN%�RP���r�_x0000_o��^�ph:���{�{�^�m�_x0000_�����dqo����G���3n�0:�+N�IP����р\_x0000_IPͤ7_x0000_��m�b���׮#��1_�:�:�����`��B��/�O�������m�IV���y�T�R[���JHة�����ߟ~]%����x�b�뉩I#R����*</a:t></a:r><a:endParaRPr lang="en-GB"/></a:p><a:p><a:r><a:rPr lang="en-GB"/><a:t>��6�</a:t></a:r><a:endParaRPr lang="en-GB"/></a:p><a:p><a:r><a:rPr lang="en-GB"/><a:t>�א?#�~��Ƶ���\Ơ�ז�R��T��u�O$�K�ޥuCV���p� ���E���p��P(G����.�#�x#=HVP��so���P֝][P��Oz��{ߺ�^��׽��u�~��pvҬlM�6���ߺ�4��5��</a:t></a:r><a:endParaRPr lang="en-GB"/></a:p><a:p><a:r><a:rPr lang="en-GB"/><a:t>H�RAm?�I?O���:u��:��+Q�*+�&gt;�9��Ք�ſ����Fb�&quot;��H�{�W�~��{ߺ�^����׺��u���{�{�^���׺��u���{�{�^���׺��u���{�{�^���׺��u���{�{�^���׺��u���{�{�^���׺��u���{�{�^���׺��u�?O���_x0000_�&gt;�׺D���z�ln����6f���]�^�I�m�\d����=D�/&apos;��ň7��ֽ��6��}s7�ψ�����|�6Ovuel|��e|���ü������(�g��I���z,�KyǏK�ʇߺ�V��/�wO�����&gt;P��M��ݵ�m��6^�4���ם���o�)�Qש����h�Z@��G&gt;|�:�Jx*�)�欖Hh������ ��Q20yYe@H_x0000_�X{�^�+��v�|�wu��.&gt;�#�!��b�4�i��.Z��R5�ab)�ylT�ߺ�O�UdMgT�YBىWb��Hھ�ߏ~��2ෆ��)X�[r`w2c��	6�g�Z�%R</a:t></a:r><a:endParaRPr lang="en-GB"/></a:p><a:p><a:r><a:rPr lang="en-GB"/><a:t>ӎ�O�7��}-�=��u��r��i+s�j5�̍�O���@�{��&lt;8:7yAj׉$&quot;�/1P[E�&apos;�{���fw�j���_Gb�{c�?���ha����s�q�����{����-;��Ai�X� pC���{��m�]��)�f�{�on�1�}�t�c5��A��TRVI��a����0����u�Uo�DcZ�˂�ϕ(&lt;�|t|�۵[`��J�JՄ4�J�� �R�_�{�*0e*�2�~Cs�&gt;�׺���{�{�^���׺��u���{�{�^���׺��u���{�{�^���׺��u���{�{�^���׺��u���{�{�^���׺��u���{�{�^���׺��u���{�{�^���׺��u���{�{�^���׺��u���{�{�^���׺��u���{�{�^���׺��u���{�{�^���׺��u���{�{�^���׺��u���{�{�^���׺��u���{�{�^���׺��u���{�{�^���׺��u���{�{�^���׺��u���{�{�^���׺��u���{�{�^���׺��u���{�{�^���׺��u���{�{�^���׺��u���{�����ߺ�^��׽��u�~��{ߺ�^��׽��u�~��{ߺ�^��׽��u�~��{ߺ�^��׽��u�~��{ߺ�^��׽��u�~��{ߺ�^��W�u݃�߂�@�^�$��h�U�RR&amp;H�1�^ݻ�3{O��ua$��9��F��x�*cJ�H�x����[	���nH�C�5�C�g�W�W�$�`��2�*</a:t></a:r><a:endParaRPr lang="en-GB"/></a:p><a:p><a:r><a:rPr lang="en-GB"/><a:t>$Ԃ�NG�]j������(G�/I��ߢr�[cVgse�ym܎��E���c,��)�J��Q�ƾN�=����_x0000_�C�:ꭌ����N���yخB��b�����%F�-�Y��]tJ΅Ɔ�</a:t></a:r><a:endParaRPr lang="en-GB"/></a:p><a:p><a:r><a:rPr lang="en-GB"/><a:t>T�����)�D-O��]R�8_x0000_զmDR�:{ٓU�o����a�iP�W�k�秠���ݖ�*��������p�Nf&gt;U������:�=K����8鿽��0cx6?&amp;=�6=$��8��e�2�\</a:t></a:r><a:endParaRPr lang="en-GB"/></a:p><a:p><a:r><a:rPr lang="en-GB"/><a:t>1��٩_��4�03�S�����	��o��&lt;9&amp;��&quot;��GS���+MJ</a:t></a:r><a:endParaRPr lang="en-GB"/></a:p><a:p><a:r><a:rPr lang="en-GB"/><a:t>+ҥ�#E�R�@:K�P\�3ۀ??C� ��@L�D&quot;�94�0MA��</a:t></a:r><a:endParaRPr lang="en-GB"/></a:p><a:p><a:r><a:rPr lang="en-GB"/><a:t>�S��G�?ez,_+�~D�ǎڮ�������4�#YӸm�_x0000_=%6׮��_�={$kNi�V�l_x0000_uQpMÅd�QM,��v8��_x0000_��}/�	6ֽ;�E��cB�ΐ@C�P����]�/@u%Gɪ]����o�t㶡�;[�^�K�i�F^#K乀F��sǶ��´PM+CZ����]�K��]�[tj��P�̓�,����&amp;++G�%Uf�2�A�FnG��R-��ō�������������;[sK�ߩܠ)������U��&gt;jw��|7�l�t6�����O�z{e��&lt;</a:t></a:r><a:endParaRPr lang="en-GB"/></a:p><a:p><a:r><a:rPr lang="en-GB"/><a:t>�.��CM&gt;/��K&lt;�U\��Y岇� �j���H�j2q��T�zu ���Pr��*���6�sY�Õ�c�&quot;�j��s�_x0000_k��:��H�+�!&gt;�?_W&lt;����{w�,X�(H�9�xe�55*G�_x0000_���u��ƺC,�YH����䏧���_x0000_:������Q�h�`�1_A�8뀬��:��Y��_\�3f��1\��۞��S�!���mȸ�;j�{��}���n�_ĩ����d:K!�KF^�[E�&apos;U���;R��?��֐���d�#Pǅb@�.���4м��cW�FX�@��$�_x0000_�m̀&gt;�ZA���_V6�\[:kb_x0000_B����D�����o��_x0000_&gt;F���	v�����n=�&amp;��K�۩��pc�R�_x0000_��$O4b*�$Ю	*-o{��,�w�Ϯ=|�����</a:t></a:r><a:endParaRPr lang="en-GB"/></a:p><a:p><a:r><a:rPr lang="en-GB"/><a:t>�v�;NZ�{�x�I��{��@R�:�������~�&quot;m�ڝ-���uɂ���mŸ��e��QL\�Lݢ�����u]b��0z.����;��ʂ�k#%5jQL��燝1Ǭ6�g|t7�O�=���]��}7���ؓ?G.Ko���ۓWcGY%�2�i&quot;W�ߟu����	��&lt;1^�ɛCs�m�=���_x0000_�3����q��U�#�O������	ܳ���^âݓ�ga�0vi�����:V�b*�Y&quot;C</a:t></a:r><a:endParaRPr lang="en-GB"/></a:p><a:p><a:r><a:rPr lang="en-GB"/><a:t>,lא�&amp;���v˄x�4�&gt;CO�_F~��-�-�-[�K@��ZֲF�T1�=zf�m�(;s�����ђm�쮾�h��MN��r�����?�b)�6������*l��}�t�$FE�)Td�_x0000_�~έ�O)��g2��έ$�G3�_x0000_�I:��t�N���ч�Y�;���)�r���l&lt;{״�{h��p�rc6�9̮=%��_x0000_��fjxVFҡ��=�]��&amp;H�����D|뷧,s���p���cAeJiV?��4-L���j����a�)U$VX��#@t�WX���H���D�t@�$Wf�ԇPjB��AZj#�_.�5m:�&quot;%̖#U$ض����O�B�4^*p&gt;��]8�?�Ҩ����\&apos;�뵬���*�O�&lt;P8Ԛ�PZ��=�%C!�V�/�tż�Q����ԩ�p����tW�	�dD��X��#�����N�́���P�</a:t></a:r><a:endParaRPr lang="en-GB"/></a:p><a:p><a:r><a:rPr lang="en-GB"/><a:t>G��^*��u2k�~�ϡ�)Ǯ��,��+,�����^&lt;�$�(O�\pO���2hj?h���~]0���i�&quot;�f:�2�@�C*��0z�yg��*�&lt;��&quot;���Է��	������fu�}���_��v�m��YQ�����i�_x0000_��]�Z�*]&amp;��F��!$��Kk2؋mo{��ԳyuUՙ�P7q�_��������0</a:t></a:r><a:endParaRPr lang="en-GB"/></a:p><a:p><a:r><a:rPr lang="en-GB"/><a:t>���zӬ�/s����:n��}�Ҵ8�����+0��ִRA���e��JxG2B��} �HK}�[mQ,��</a:t></a:r><a:endParaRPr lang="en-GB"/></a:p><a:p><a:r><a:rPr lang="en-GB"/><a:t>�(��B�p�����ס�*r���&gt;,{J�0*;V���@4�;NO˅M�d�,</a:t></a:r><a:endParaRPr lang="en-GB"/></a:p><a:p><a:r><a:rPr lang="en-GB"/><a:t>*]$QPBD���4�Ķ�����ďj%�&quot;�J�i�&lt;+�z�2$�P�iV�����g�ӑ�</a:t></a:r><a:endParaRPr lang="en-GB"/></a:p><a:p><a:r><a:rPr lang="en-GB"/><a:t>�5.�(eh�.96	d���#M���A�H&amp;����D&lt;cE��_x0000_M�����:�24�UQ���]F��X��$sc���OnB�^,t����_x0000_����{�����X�ҺT���^5�G�V�&quot;2��$����5�6��������y��t��</a:t></a:r><a:endParaRPr lang="en-GB"/></a:p><a:p><a:r><a:rPr lang="en-GB"/><a:t>�+:��4�&gt;MO�z�J�#�]f/���C,���#�X_x0000_ŏI��}����d���(�����I��P�]b|�&lt;Q��Z*���M&quot;&lt;�ɹ��}X��&gt;�M4�P��p�{t�r���2�|Dh�k����_x0000_�RR�M���C0}_x0000_���_x0000_�~&gt;� 1�F��W��Fu����0&lt;s�sפ��(ĳk��2!��s������-��%qij���H��:�*�w(�Ŕ�qnQ�[��?Q���]dc�4�&apos;�O��2M�������ߛ{dH��Z�Ђ&gt;�GY�/o�����1^���׽��u�~��{ߺ�^��׽��u�~��{ߺ�^��׽��u�~��{ߺ�^��׽��u�~��{ߺ�^��׽��u�~��x�_x0000_��ߺ�E�����m���ӛ��(6�Bc��v7n��</a:t></a:r><a:endParaRPr lang="en-GB"/></a:p><a:p><a:r><a:rPr lang="en-GB"/><a:t>���몼L���WS6*9j_x0000_���N�!$iF6�׺׳��4��]+�e�T�˦�D|;�h�7�ǎ��{���}��rm�����f��=5J</a:t></a:r><a:endParaRPr lang="en-GB"/></a:p><a:p><a:r><a:rPr lang="en-GB"/><a:t>Y��3m^5�}׺&amp;(�kS|��X�������ܽ=���7t���gj</a:t></a:r><a:endParaRPr lang="en-GB"/></a:p><a:p><a:r><a:rPr lang="en-GB"/><a:t>�KܛO�����Sn�p	���	��w�2�濒I�&quot;��׺��啫���_x0000_�����S�͐����&gt;2�&apos;WAKGҮ��</a:t></a:r><a:endParaRPr lang="en-GB"/></a:p><a:p><a:r><a:rPr lang="en-GB"/><a:t>jfQP��&gt;�TG�5�׺ ?�?���,���`���ٿ�;h�_x0000_3���&gt;���忷�u�]df�bs{����c</a:t></a:r><a:endParaRPr lang="en-GB"/></a:p><a:p><a:r><a:rPr lang="en-GB"/><a:t>���sYX�T��_x0000_��OM��@�a��{���O��!���&gt;��]�Wu|����=���[Y:�zRP|�߿��܏�d���Kr��p��b`���E�ӗ�_F�Ϻ�F_����������^�_x0000_ɿ�_����;�glO�Y</a:t></a:r><a:endParaRPr lang="en-GB"/></a:p><a:p><a:r><a:rPr lang="en-GB"/><a:t>�����{_���w��kTn��d7)���PW��7���J��{�K��������&apos;�ξH��V����/�c�����y���&quot;���J-���yN��lxk#����H(�����ѪG����U�қ߳��_x0000_��0ݡ�:�h�_x0000_0��Ǥ�@o}������WKᷭ~�ݝ}�݉0��ةb�w�&quot;��)�(u�{��Ϗ��+�������&lt;�_x0000_����G�&gt;&quot;�gM����o��@�h����?�[G5[Y</a:t></a:r><a:endParaRPr lang="en-GB"/></a:p><a:p><a:r><a:rPr lang="en-GB"/><a:t>fO_x0000_�G���*��_x0000_�H��,E=׺����t�/���&gt;Ew��N���_x0000_���dS��ܽ���YuV���w&gt;C�v�˥�����4T�=R&lt;kIK�3�^�l��йFb�f��	?��&lt;����O~��{ߺ�^��׽��u�~��{ߺ�^��׽��u�~��{ߺ�^��׽��u�~��{ߺ�^��׽��u�~��{ߺ�]`I�����#B��g��^z�f@�N������ow�#Y��?⺳)T�&lt;�]�R���m����`}�&amp;���REt.���\����_x0000_������-�_��;���</a:t></a:r><a:endParaRPr lang="en-GB"/></a:p><a:p><a:r><a:rPr lang="en-GB"/><a:t>&gt;��*���/�ߛ\�Ƕ��8�#�n����W����8|��fU���&amp;��s��:��%C/�z�eV q���8qQӬ�pz�qo����`�z�\�[O7�_x0000_ao�&gt;�25tؕ�~}r�8�_x0000_�{�V,��ŀ���������~ήz�ȿ�����[�z������P�V�={Z�_x0000_��c�Y�:�Ƞ^�y���_x0000_���ҥ��pMM0*k���Ճ���l�?��궵&lt;��\&lt;��Y�����0������	=���&gt;�[�:�J�{��������&lt;H�_x0000_E</a:t></a:r><a:endParaRPr lang="en-GB"/></a:p><a:p><a:r><a:rPr lang="en-GB"/><a:t>z�Q��D�X���#�}�#��4��5z��g��#U��������qJ����j~d�-�?K�ny�_x0000_m��C|��5�Ϯ&gt;d��Q���кκ���J���_x0000_��/&quot;�O&gt;���� {�0SCֵ��^�u�_��_x0000_�O����G�u���������%����r)Ǯ�nk_C�Z���&quot;����_x0000_�{�����^�/ȷ�LW��u�:�I�О&gt;��^�&gt;}{P������t�U�a��������x�`�V��zɬ�?�&gt;�{fIV/��</a:t></a:r><a:endParaRPr lang="en-GB"/></a:p><a:p><a:r><a:rPr lang="en-GB"/><a:t>��*�������G�l��r6�</a:t></a:r><a:endParaRPr lang="en-GB"/></a:p><a:p><a:r><a:rPr lang="en-GB"/><a:t>����z���_x0000_�����L�5$��=z���q����̭��z�0^=t$S���_x0000_�&gt;�eP+��z�pƃ���xn&gt;�m��l_x0000_��&apos;�p�&quot;�oP���=�]G�xm\xg�ׇr�r�9�_x0000_���oH�5,�&gt;Y�`W�+��������*O�_x0000_���=x�u���k�{�^���׺��u���{�{�^���׺��u���{�{�^���׺��u���{�{�^���׺��u���{�{�^���׺��u���{�{�^���׺��u�����ߺ�^��׽��u�~��{ߺ�^��׽��u�~��{ߺ�^��׽��u�~��{ߺ�^��׽��u�~��{ߺ�^��׽��u�~��{ߺ�^��xuo��a�_x0000_����M&apos;�/�^�ߐ����_x0000_u&apos;`��_x0000_�	����6���:8�Ew���z��/Zl�_x0000_&apos;O曒�u���t~\��e�����zodd�ʒ|�����&apos;K�tj��&lt;^W�I%�Z#�_�Vn��	�p8��׏�}:�~}��y��+��</a:t></a:r><a:endParaRPr lang="en-GB"/></a:p><a:p><a:r><a:rPr lang="en-GB"/><a:t>�l��E�7W�E*h�5:��(�PjXU�ż��糖�[�d�J����nC�w&gt;n����~f�</a:t></a:r><a:endParaRPr lang="en-GB"/></a:p><a:p><a:r><a:rPr lang="en-GB"/><a:t>�9�Ȩe��j���b��ʦy�ʤ�_x0000_	;�spT(�&apos;_x0000_�̅�ϝ:�wob�}��ܯ1l�@Mr�V}H��8�=�_x0000_�ӽ&gt;Lt�a�_x0000_.��W�q�=��{�q�p�8k*����&lt;���r��04eFOOS?�ji5n/�E��ߔ��a��0j���q�S�ֽ</a:t></a:r><a:endParaRPr lang="en-GB"/></a:p><a:p><a:r><a:rPr lang="en-GB"/><a:t>��|��|��</a:t></a:r><a:endParaRPr lang="en-GB"/></a:p><a:p><a:r><a:rPr lang="en-GB"/><a:t>s��MݣE��-o&lt;��h��+���E��Wo$.��;���o�$����߃�e;�&quot;d����w`RR�n���,TI/dI)q��������o&amp;׸ŵ;-�krH9��a��q\�C�NK��Hy6�-�y8S3C#:���S �Q��2@j�Q0���]�_x0000_	��A��pe���Pm-��{�wlz��e���v?ۿi��92PH�TD�w�-��So�.$�L�$U*�kM@ң�5�ϟ���m�93�[}����Y��_�P�R�&quot;���4�$��O����;o��O�C��NR�}���?��3՝]�w�[�ru}����&amp;sf�_UmU)�#{�UQ��#de</a:t></a:r><a:endParaRPr lang="en-GB"/></a:p><a:p><a:r><a:rPr lang="en-GB"/><a:t>-���r\P ��&apos;�����6���ջ���T_x0000_��M���kU�&quot;b�C�����&amp;�����k����j(�xطs.c1���z��﵏-��l</a:t></a:r><a:endParaRPr lang="en-GB"/></a:p><a:p><a:r><a:rPr lang="en-GB"/><a:t>�r�adZ</a:t></a:r><a:endParaRPr lang="en-GB"/></a:p><a:p><a:r><a:rPr lang="en-GB"/><a:t>�T���P��i�QJ$}T</a:t></a:r><a:endParaRPr lang="en-GB"/></a:p><a:p><a:r><a:rPr lang="en-GB"/><a:t>R0</a:t></a:r><a:endParaRPr lang="en-GB"/></a:p><a:p><a:r><a:rPr lang="en-GB"/><a:t>	�Z�U?����ܞJ���]�dǐR�����!Oj�_H6��䃹���!��wn[ϳ�^��|�v�S&amp;�߱u.F��CL	O\&apos;hM��e6W2�,</a:t></a:r><a:endParaRPr lang="en-GB"/></a:p><a:p><a:r><a:rPr lang="en-GB"/><a:t>)��өg߈����%,TQ�,A_x0000_</a:t></a:r><a:endParaRPr lang="en-GB"/></a:p><a:p><a:r><a:rPr lang="en-GB"/><a:t>Q�S�V���z���	ٝ����W�7�ko��ٻ�!��&gt;�#���K��~������ӽb��pB��~���YfI*Os�NB_xm�k�~p���cUY��f�_x0000_�2N�4:G�A&apos;ƾ�휯����չ���Yn�ڿ�N��o]��}���u�{n�|�+oDU3*IA��}u_x0000_A&lt;��=�N�瀮1���t%�݃g����&lt;�/��sFm+���_x0000_�Qɢ�A$P</a:t></a:r><a:endParaRPr lang="en-GB"/></a:p><a:p><a:r><a:rPr lang="en-GB"/><a:t>PԚ����z|��e����&apos;[|�����_x0000_��l&amp;K�w�9J���덉���ޓ���!�I�*+Jfe@����އ-�=��r�8�hг���綃�9�x����������p�ɺ��/	�0�0�Vf,�}�Y�ѝ���?���{�&apos;��_x0000_���vWce$m�^��˭Ӹ�4����v������WI�WLj�F�Wd�^u�S;�m�+u��B�Gs�?֤����P�&amp;s/�[�7�&lt;�̶����q ��F_x0000_��A�]R3�.�A~f�_x0000_-</a:t></a:r><a:endParaRPr lang="en-GB"/></a:p><a:p><a:r><a:rPr lang="en-GB"/><a:t>��K�`|����h|��M�&gt;�Į��</a:t></a:r><a:endParaRPr lang="en-GB"/></a:p><a:p><a:r><a:rPr lang="en-GB"/><a:t>��b{+qRfbi�Y�,�F��R:dh]�D�U�n�=�y���V�#$�auW�T_x0000_</a:t></a:r><a:endParaRPr lang="en-GB"/></a:p><a:p><a:r><a:rPr lang="en-GB"/><a:t>5�������������������2���+�1�Vh�X(-�(:��V����&gt;J�_x0000_�qw��</a:t></a:r><a:endParaRPr lang="en-GB"/></a:p><a:p><a:r><a:rPr lang="en-GB"/><a:t>�E���ݵ��w��L&lt;mE&amp;��n�&lt;Yi�iH�,���J��@���s���j2��)��A�6�×�䏼}�ӴD#h/�p�o)��</a:t></a:r><a:endParaRPr lang="en-GB"/></a:p><a:p><a:r><a:rPr lang="en-GB"/><a:t>N���՘�_x0000_+�o����Ʈ�K_������w�q�_x0000_�^��u*}�މ���_x0000_�����ݿ6����Wj���_x0000_�J�׷��omn�_x0000_������?�_6����ָ��&apos;��������g�?���WgG�#�w6«���;ɳ{�+�r�b(j1�Ȃ���#U�#�_x0000_��e�Кe���M$</a:t></a:r><a:endParaRPr lang="en-GB"/></a:p><a:p><a:r><a:rPr lang="en-GB"/><a:t>���z���y�����b���_x0000_���=�I[h���R��	���_���~H���%�}1�������]��a��[�݃]����BJ-�C��WSRPE!i^#nX</a:t></a:r><a:endParaRPr lang="en-GB"/></a:p><a:p><a:r><a:rPr lang="en-GB"/><a:t>l_x0000_���.�U��FPJ�F���8���׽���b�w-Sl��5Z�����_x0000_��굎Y(H&quot;��9����8�/��m�#�z�����bu/KuI���a)���Ĥ�,�U��J�+,�5_x0000_�l�n2m��q\����#�I*�z�v�B^y��s��Y��y���YF���Q�#�����CS�[g#^���u��~��f�_x0000_1)&gt;h�=���m�ڴ�͇����ū��c�3�����JE)�f�:��R,���h�W�j8)#�8��&gt;|��i��W3]�d��+�_x0000_�TDߦ��S}U�j֝��&apos;�N���󃥾K��r)~Tvg\n���b�7��b����_x0000_h�����o%D\3ƒ}K_�e����K� �Ӆ�&lt;E1Q��p�l��6�[]��e_x0000_4�*-@���u�=W����{���E��_*�s����6�����g���T�{��c&lt;���xv�_x0000_f̭��ŏ�o��PG*���E��2W�5��rJY�]A@|Kq�&lt;�|ǧC�y�/ڍ�_x0000_o۶M��i�$�+�Ua��jD�]</a:t></a:r><a:endParaRPr lang="en-GB"/></a:p><a:p><a:r><a:rPr lang="en-GB"/><a:t>����J��C�?���s�_��|��;����;����|4���py��1�?�6���K��N��&lt;�=;Z*�	&quot;RUM���35����\[�)ZW&quot;��N���䝻f�=��h�wV�V_x0000_�,��j�z�Xw��WP�=.�ؽ���?���߉}�C�;������,���]�Y�r[#s`�5pf���wy\E,05��z��}z#&gt;�n{�q�!���g�q��*J�������輹m�][�!���9��R%s��1^���T`ߝ?�s���s��J��{���۽l���;?�w^��{ߵ{����Ւ��j�j4�������v�cw�u.����8���0�x�)�r��g)�~�v��s+�T��\ME�������P�	U�^���[�&apos;���ܟ&gt;}�7mG���hu�h|i����Vl�`��$�U�W�Z��2C,Ь2!��ﯬ��)��iun����I8�8.����\�_x0000_�n�s�&quot;E�nm�2m��X^�m@��i؈���%</a:t></a:r><a:endParaRPr lang="en-GB"/></a:p><a:p><a:r><a:rPr lang="en-GB"/><a:t>�&amp;���)c���^��/{v��w}wOM��3����7R��E}KG��oщ&quot;�</a:t></a:r><a:endParaRPr lang="en-GB"/></a:p><a:p><a:r><a:rPr lang="en-GB"/><a:t>dVY�ʆE66#��r@�0k��O,�g֣_x0000_f�zy����ų����kT��REs����J����Puh�{�64{���������A�]���_x0000_&apos;�Q�����=&apos;���QA���=��Q[��,q�`�@�,m9���_C/�.M����u�EDg�q��iSN5�z�����t=ɺ�7h��i�o�T��C#&quot;�&quot;�</a:t></a:r><a:endParaRPr lang="en-GB"/></a:p><a:p><a:r><a:rPr lang="en-GB"/><a:t>���_x0000_L</a:t></a:r><a:endParaRPr lang="en-GB"/></a:p><a:p><a:r><a:rPr lang="en-GB"/><a:t>OI�o��,�Ň�7��.����^SE��E�s.���c�	�c�bEA..���aҴ ٗ�6����Y[Y�x�,R�p$zW�.�=���w�v{</a:t></a:r><a:endParaRPr lang="en-GB"/></a:p><a:p><a:r><a:rPr lang="en-GB"/><a:t>��E#*I�D��(���</a:t></a:r><a:endParaRPr lang="en-GB"/></a:p><a:p><a:r><a:rPr lang="en-GB"/><a:t>��׻�G������W�/�}E�#;-�b{����c�)F&apos;)����[K�������N�ϥ�,^�%گe����#�?�g�$Ѓ_P~ޏ����e�&gt;|�i�P.����]AZ1���t:̀�1��ʿ$��_x0000_+���&amp;�?�-��*&gt;t|���?�7N��==���ͷ7n-�������T�����S%&amp;</a:t></a:r><a:endParaRPr lang="en-GB"/></a:p><a:p><a:r><a:rPr lang="en-GB"/><a:t>��CC#)�	-,o.#_WP��u?o�ˏG��|���6?/�&lt;�fڒ6u�Gr+ U</a:t></a:r><a:endParaRPr lang="en-GB"/></a:p><a:p><a:r><a:rPr lang="en-GB"/><a:t>�x‒I��?</a:t></a:r><a:endParaRPr lang="en-GB"/></a:p><a:p><a:r><a:rPr lang="en-GB"/><a:t>�������S��7������O�k�9�]ѽ��R</a:t></a:r><a:endParaRPr lang="en-GB"/></a:p><a:p><a:r><a:rPr lang="en-GB"/><a:t>N��z</a:t></a:r><a:endParaRPr lang="en-GB"/></a:p><a:p><a:r><a:rPr lang="en-GB"/><a:t>��F`�]�V��E�q���d�RΕ:D,5G-��&quot;�&lt;�KqlR�0=kL�$�7�K�Kڽ���h��+�Q�FUib��j�ӂh&gt;;m^��Y�?�&gt;mo�����Mu����K�7�F��l�ۋ���PK��d�X:Vb_x0000_��uMOY%6�h���K�m/�ń��8�d�:��@��hN~���_x0000_ܹ-b���m�T��&quot;�Iԯ���ރ�q�_�ͯ�_3�]?[����l쾵��{����t�6���ɚ�EN׮�;�}</a:t></a:r><a:endParaRPr lang="en-GB"/></a:p><a:p><a:r><a:rPr lang="en-GB"/><a:t>S�Uc��H��;����q��Uo��I��@���_x0000_j</a:t></a:r><a:endParaRPr lang="en-GB"/></a:p><a:p><a:r><a:rPr lang="en-GB"/><a:t>��s����]���wey�Co-����f%���,`�</a:t></a:r><a:endParaRPr lang="en-GB"/></a:p><a:p><a:r><a:rPr lang="en-GB"/><a:t>	2aV��L�̿�n�/���������&lt;m�������ܽ�E۔�ݥ�Ȉs;���Ye��^O�J����&amp;�-�=����I	��BC}���C#�=%</a:t></a:r><a:endParaRPr lang="en-GB"/></a:p><a:p><a:r><a:rPr lang="en-GB"/><a:t>�o��m�q{�S��[ŉ���#:�%]-��!�_x0000_�]���&apos;D|���{�_�.�����y��۪۽�N�h���8�Ug(��&amp;����u01�T^�{&gt;v�dtG�Ӎ&lt;���y��&lt;��r���</a:t></a:r><a:endParaRPr lang="en-GB"/></a:p><a:p><a:r><a:rPr lang="en-GB"/><a:t>��j���MB%��;#��i`�&lt;�:0}���:s�vOh�c���6&gt;���}�j�&amp;����lt�mŢ��D52�JU؞}�j!Nt��D�ռm�{��mI���J�P4���*sL��z#k�Z������_x0000__n0�G��Y&lt; �x���:s�{�^���׺��u���{�{�^���׺��u���{�{�^���׺��u���{�{�^���׺��u���{�{�^���׺��u���_x0000_`���;������&gt;��Y�����^3S��m��&gt;L^SQM�����_�/ō��^����V�_�f&gt;�����~R�/��*��m���=aٛǪ��G1.Av_Y���e)1԰���bq$�������{��r#/�՟�����ݽ��������������w��9�Ϯ��_x0000_N���D-=~F��:�L�G��pxJD���m�_x0000_&amp;���_ �,���������w|I�;���?�zì#��6</a:t></a:r><a:endParaRPr lang="en-GB"/></a:p><a:p><a:r><a:rPr lang="en-GB"/><a:t>�oUl�O�l�RI!���7��x#����^���&apos;�-ݟ)�_x0000_�i�i���	��G����YoL^��^�_x0000_���)1X����X���ԅqۖ���)�-�u��DXϿu�������EO�{J*�������|��p��_x0000_�O��sO����n��(3±�,</a:t></a:r><a:endParaRPr lang="en-GB"/></a:p><a:p><a:r><a:rPr lang="en-GB"/><a:t>�jR(�Ѩo~��`���C����M|�����~sn�59?�]}���7���f���㠥�m׵z�&quot;�t��y㥯ɻE��a֫��{�{����}��]��^��|�������%&amp;��eg2[r�lǵ��b�G��)ǁ�H_x0000_Ufb���D�/�[�S�8��G�v�iI���O��et�Ȍ�mn�������~7r��F*1I�&lt;�S2M1J�0����OC���_!�7��O|���ٟ8����\�|r����؝;�]�r���Olf��^���B��׽�F�ԑ��^��|F�5�~&quot;o����lo�˼��c|��(�5����l�Ϻ0��z���f���ES/�J�R���u�2\Z�@��9�{�^럿u���{�{�^���׺��u���{�{�^���׺��u���{�{�^���׺��u���{�{�^���׺��u���{�rQ���&lt;�����o��%c*�$c����(Ѫ�d�zjx�����8&quot;���4��M���?��-��	&gt;��I��$Ҁf�&apos;�Ks��{�_x0000_*ԟ����[��G���}۔��]Ó�</a:t></a:r><a:endParaRPr lang="en-GB"/></a:p><a:p><a:r><a:rPr lang="en-GB"/><a:t>\�Y��^l����غ���J��1��DE_T���K�ʐ$k_h��B��De�Y\+�4�+ƹ�8u���w</a:t></a:r><a:endParaRPr lang="en-GB"/></a:p><a:p><a:r><a:rPr lang="en-GB"/><a:t>n��S�#ԧ���\G������#�g�|f���_x0000_��=����s��c-���+E&amp;om�*V��=�OR�x&amp;�+�}������[o�38W\��d���t���Їd��}soh�X_x0000_��#Q���ˉ�Fw�x����t���k��[�G��0N�r^��9���$��=&apos;����Y��db</a:t></a:r><a:endParaRPr lang="en-GB"/></a:p><a:p><a:r><a:rPr lang="en-GB"/><a:t>��</a:t></a:r><a:endParaRPr lang="en-GB"/></a:p><a:p><a:r><a:rPr lang="en-GB"/><a:t>k��������Y��#�L��8tw&apos;�N���/_������hoLw_lA_E��;�xf&apos;J\n�����3��]�0_x0000_��l�.�R�r}hx~�.�_���Gm#SW��oC��\3Z��H#�I&lt;���i`��&lt;z4�T�v�z�$F7]&apos;B�bk_�H���C$?&gt;�PT?�׌��ia�7_x0000_�+N�_�G�ޡ�!&quot;�yʠ,p@f��/�]�ܝ���h��vc����v^Ȋ�+M��X�Ќ���*�JwJ�*�M�q}V�����$�i�a���_x0000_���</a:t></a:r><a:endParaRPr lang="en-GB"/></a:p><a:p><a:r><a:rPr lang="en-GB"/><a:t>�)�</a:t></a:r><a:endParaRPr lang="en-GB"/></a:p><a:p><a:r><a:rPr lang="en-GB"/><a:t>��J	&quot;�(@��=)QƎ�us�YH���E�[����,:���j:�� Q*Iҡ� e�_x0000_�^�o�}�_x0000_&gt;�QZu�΀���ck,�ʷ(��]���_x0000_o�CY�S׺�$�v&gt;��n�B�y��_x0000_c��%?�8|�_x0000_���J�&amp;�;�.n�+1B�:�S[���w��&amp;�RG�</a:t></a:r><a:endParaRPr lang="en-GB"/></a:p><a:p><a:r><a:rPr lang="en-GB"/><a:t>:m��NH���}ø�[��9����ob��y|��,���t�W���)�ܬqF�B+&apos;م�?_4v���I�B��I8&gt;���V�O�z</a:t></a:r><a:endParaRPr lang="en-GB"/></a:p><a:p><a:r><a:rPr lang="en-GB"/><a:t>z�&apos;P���l&apos;o�v���m��p[�K���ɚ	�ְ�Z(&apos;�=Ж�r8&gt;��v��\��o�#𤖄</a:t></a:r><a:endParaRPr lang="en-GB"/></a:p><a:p><a:r><a:rPr lang="en-GB"/><a:t>��&quot;�kC�M�r�u���Aq_���&gt;���-��)�(ꫪ�SQR�WU&gt;�!JjHLӸ�;�iU&apos;J���DT�x�����h:1���_x0000_��z�;|��O��wrnϏ����}��w%^��L]&amp;R�&lt;f�]u؉����X�g��7��ߘv]�`�y����QPj�ҵ�n���ˈHeL�4�&gt;���v�ݿ�6���;� ����0ym˸r�E=D8���9\��R����66Sǲ���$���I�U��ɦO�e�!R��EOˠۢ&gt;Dt�ɞ����E�|gbu�^�)���]6F����X���8�-</a:t></a:r><a:endParaRPr lang="en-GB"/></a:p><a:p><a:r><a:rPr lang="en-GB"/><a:t>&lt;�a�T@\qjw]��_x0000_b�#�o�1I ���AaJz������ecnu4�_x0000_VOC ���_x0000_-`=`�}_x0000_K�_x0000_���I�B</a:t></a:r><a:endParaRPr lang="en-GB"/></a:p><a:p><a:r><a:rPr lang="en-GB"/><a:t>&lt;�GJKF��B�\�@7�����ծ.m�������:��S���N�t��5�h�X��\�v�_x0000_x��ȱ�x��}3Î�k��.�	��������gZ�Z=q�H*F�&amp;��j��9��}�)9&amp;�mzq#��	�îfu��Eŭ���O�Ǵe�V��ӌ�O�#&lt;e��o�f��</a:t></a:r><a:endParaRPr lang="en-GB"/></a:p><a:p><a:r><a:rPr lang="en-GB"/><a:t>E��^��_x0000_�=�H�(L��</a:t></a:r><a:endParaRPr lang="en-GB"/></a:p><a:p><a:r><a:rPr lang="en-GB"/><a:t>`�$sE-Ҫ��`����-\�����N���!ri���ar}��&gt;�+&amp;�_x0000_�����t�߅$��̏��t��U�-4�h��j&quot;�7F�h�Y&quot;_x0000_�#�n-�/�r7�|�F^��Ԓ)�2G��_x0000_��k*-�J��H$�~���{k\`�</a:t></a:r><a:endParaRPr lang="en-GB"/></a:p><a:p><a:r><a:rPr lang="en-GB"/><a:t>k�z�Wd^&apos;�,���b��@����o�&amp;����J��$qY�zW�v]CR&quot;��؛����O gV=z�*�;�+˖��ͯ���-�?C�}���������B�-�?gY|�5��H�_x0000_��_x0000_�}}�#��[�鄖7m �z���3ԭe!�</a:t></a:r><a:endParaRPr lang="en-GB"/></a:p><a:p><a:r><a:rPr lang="en-GB"/><a:t>9���۟t4^4y&lt;&gt;e8�����]</a:t></a:r><a:endParaRPr lang="en-GB"/></a:p><a:p><a:r><a:rPr lang="en-GB"/><a:t>��..���N��� ��[��	L�@��:e%��H ��u�%@���������i-oǵ�(=�:�|F�d�Ep</a:t></a:r><a:endParaRPr lang="en-GB"/></a:p><a:p><a:r><a:rPr lang="en-GB"/><a:t>�ʷ�6�#��ߺ�\���������ߺ�]��^���׺��u���{�{�^���׺��u���{�{�^���׺��u���{�{�^���׺��u���{�{�^���׺��u���{�{�^���׺����ߺ�^��׽��u�~��{ߺ�^��׽��u�~��{ߺ�^��׽��u�~��{ߺ�^��׽��u�~��{ߺ�^��׽��u�~��{ߺ�^���9y���N���G��)��ii$Q�@��7_��h����;�ʌ�\�R�5@M��$m�EWopx�o垎yT�f����d�:�!W2-3��k��_x0000_	����U����k�{�z�rE�}��;s~v�������\y��K��� ��Uf��k��_x0000_CH�9m#��J�� S�4��:�/�o/s2{��n����]E&quot;[�;y^7+`�$j�´RA4�GW��_x0000_3�!�cS���d!�X����� :��_x0000_�),�y	7�&apos;�og+{g�b=q���_x0000_G���&quot;1���Y&lt;�����_��ˇZ��_x0000_��i�_r)N����+����vG�29l#Sg1�{7�����(�$���(̕�$%�*��=�o2���aEX�9	��i��zȯ����|��ܟ&quot;�6s;ç��LhE��2�2���q�W�2S���_�����F��-�Qִ�t��K���M�6K��k���fzښ�$�8��OQ֨��L�7�&amp;�K)�8T�</a:t></a:r><a:endParaRPr lang="en-GB"/></a:p><a:p><a:r><a:rPr lang="en-GB"/><a:t>g�	���&gt;���ss�׹Cz��Ē����҄f�c�@��SA��j��7V��_x0000_��|���ӈ����?-��ͷ�u��c�3����d`�.|5&gt;���r�[�}��Ē=��_�@[��ɮ|ί&lt;�N�˞�-���#��t2��{&amp;��*&amp;dc5�2_x0000_Lj�qP�@&amp;����=��p��&amp;���ak��3�K�w�hPPR���M�_��d(����E���B�H_x0000_Z����W��+��x_x0000_�J��=)�{�	��罆YcX�a�T�@S�-SU�I*p|ʊ�ӟ���^N�������_x0000_����ͷt�5��ƌ�N#���Q$?k�0��LDM� Iul-BV�(�)���#�&lt;q�����y��b]��OvV8��w6�K&apos;��2�V���P � ��#�+�g���Jݘ|ERWv�zw���a~�X�~�yt�6V��JY���2ƥ���v?�~_o���O����򧸜�a��=���nh�6X/mA Pq��_x0000_	��.���Y�okWo������`�k�fk;��d6�</a:t></a:r><a:endParaRPr lang="en-GB"/></a:p><a:p><a:r><a:rPr lang="en-GB"/><a:t>~\fir����OMF��#</a:t></a:r><a:endParaRPr lang="en-GB"/></a:p><a:p><a:r><a:rPr lang="en-GB"/><a:t>���Cf�J��1ۯm��Æ�}�H�]�𼱾\s}�Ѳ��9�cX�(d�k�cBB���4&apos;�_��ޛ�&apos;���a���X7^fzF�gm��E2T��E&amp;��m����b*`g�jG�����d��_x0000_�I�֬�nf�0EGS�?g��З�nY�y{��Y�k�E:;F�/����APC</a:t></a:r><a:endParaRPr lang="en-GB"/></a:p><a:p><a:r><a:rPr lang="en-GB"/><a:t>L=���A�s����Q���CKh��E,�4d���</a:t></a:r><a:endParaRPr lang="en-GB"/></a:p><a:p><a:r><a:rPr lang="en-GB"/><a:t>�z����i�����iǁj~пν��&amp;�q�7,ۘ���#�0�UѬԿ�P5</a:t></a:r><a:endParaRPr lang="en-GB"/></a:p><a:p><a:r><a:rPr lang="en-GB"/><a:t>c������������_-�����?���L�wv��ܴ�7)�Z���%��KB�E����+,������7{��(#e�\б�_x0000_���ji���)�r��,ﻌ�1���</a:t></a:r><a:endParaRPr lang="en-GB"/></a:p><a:p><a:r><a:rPr lang="en-GB"/><a:t>[C�F�_x0000_b1��1��X</a:t></a:r><a:endParaRPr lang="en-GB"/></a:p><a:p><a:r><a:rPr lang="en-GB"/><a:t>#&amp;���_x0000_2����&gt;|/�=ـ�c�7�M˳�ڿ�ߝ���W�2{�Ĵ�����5�t</a:t></a:r><a:endParaRPr lang="en-GB"/></a:p><a:p><a:r><a:rPr lang="en-GB"/><a:t>%]M\4�U}D+_x0000_K�x�.���@QS�ƐO�R�Q�A�$�_x0000_h���Nl��g}���KRѡ�UX���TD�VA���4�C���SM�_x0000_	c��</a:t></a:r><a:endParaRPr lang="en-GB"/></a:p><a:p><a:r><a:rPr lang="en-GB"/><a:t>�r���1��,��42����`���X���s,6����u&apos;�}��NB�xb�8�z���g��t���[������I	���Q��</a:t></a:r><a:endParaRPr lang="en-GB"/></a:p><a:p><a:r><a:rPr lang="en-GB"/><a:t>�☠\�_x0000_��q���P������N�l��J�������M���m񷆍ª:��_x0000_u.��������K�(&lt;����}b�g�+�_x0000_/��*L�Q������Y���zE�	��Ņ�����EU�&lt;�O�J=���o�o�4�I$ҹV�����!��?�Q�n��DbNϊ5x�_l�w���p���S�t</a:t></a:r><a:endParaRPr lang="en-GB"/></a:p><a:p><a:r><a:rPr lang="en-GB"/><a:t>��$z��&lt;����:}����rY�(�a/�K%�!�և�㇯H�_x0000_�P˳�_x0000_)O����z�1%�N����$�b[%Ha�S��56�%�R@�*F&gt;y��I���G�7a�rB�{i �,��ノ�+���v�ݟȗ�nv����c��&apos;L�nТ�</a:t></a:r><a:endParaRPr lang="en-GB"/></a:p><a:p><a:r><a:rPr lang="en-GB"/><a:t>�k��;�gI�s�8!�F�T�����J��w&quot;���`</a:t></a:r><a:endParaRPr lang="en-GB"/></a:p><a:p><a:r><a:rPr lang="en-GB"/><a:t>�	c\q�����v�nd��O�0���$�z��	���hU�̬�(R�J�W����g���&apos;�v��&lt;�޴�Y��T��]ۑ��ڔtX:c@+*��[�ԕ�R4�OJ�2ȅlM����ĥ1�)��</a:t></a:r><a:endParaRPr lang="en-GB"/></a:p><a:p><a:r><a:rPr lang="en-GB"/><a:t>��	�G�������y���i�K����k;��J���0#�-�P�/���%��y�a�����;w�:�?G؝{��;O�����ӱv.J*�۳��UVIs;������ۂm���+x�3�����K�@i���Ў����&lt;��QsU����&lt;d�9�&gt;�k��⠀�&amp;�$�-�?����:�D�q��J����bT������_x0000_�p@�����(���|���*s��*��A��oԫ�Al�	 �^#�8�&lt;G�AG�Α���sʋ�2�n�H$b��L�]�D��`����/ojvi�ie-�V+��Y�ʀ�}	��h��.\���Sq��Ծȥ;��V���S��~�ʊP��&apos;_oAWfS�����</a:t></a:r><a:endParaRPr lang="en-GB"/></a:p><a:p><a:r><a:rPr lang="en-GB"/><a:t>$�lZ��M���y���t���=@�V�C��Ph:w�Yd��߽C�]:;�@�</a:t></a:r><a:endParaRPr lang="en-GB"/></a:p><a:p><a:r><a:rPr lang="en-GB"/><a:t>�}4Eu��H ���@?ra(�����_x0000_���W|p���v�K��mv3uE/oe�X�^J�-]]I-,���By���������A���n��IX�U�Nk�i��trω��.��{	��%���I�b������]�i�P�|�,�o��g�s�s�~$cv�|���޺�}���e�3z`z�X�Ɵ|�\�]kc�+�����g5@��&quot;��w���,��I��)�l�&apos;ӅRo���_x0000_������&lt;�K��Cm�*�R��&amp;S# @�E��_x0000_+�6��_x0000_</a:t></a:r><a:endParaRPr lang="en-GB"/></a:p><a:p><a:r><a:rPr lang="en-GB"/><a:t>a�QV|O���������鬜�j!��:*Ij*ڢJ�c��TɫM���S��׶��&amp;�BO�,A���})��i�-�Nk�v�ٕgH*����[�՗D�Pe_x0000_�P*(k��(.�_N����ޏ�:���ʽ��{�jW��,U�Ϛjk�ü�3Q,O!p�Uf�zs��Ԭv�js�)��3�5�1^�{!i��4{s|�is�[bgR�ځאB�jr@&apos;M=^�?���J��2����.������2o���������+t*|rc��m��B���a&quot;��&gt;mR_x0000_��k�+_PA�</a:t></a:r><a:endParaRPr lang="en-GB"/></a:p><a:p><a:r><a:rPr lang="en-GB"/><a:t>ܽ����%��{	��K���&amp;�Y</a:t></a:r><a:endParaRPr lang="en-GB"/></a:p><a:p><a:r><a:rPr lang="en-GB"/><a:t>x����	�@_x0000_d�3ָ_�;�쾏�r9j�y&amp;��u��jγJ�ib9����N�M��GOVi�y#r�Y��m^+k˰4��=ئ=H �yP�8��y��</a:t></a:r><a:endParaRPr lang="en-GB"/></a:p><a:p><a:r><a:rPr lang="en-GB"/><a:t>���1���\��	#�</a:t></a:r><a:endParaRPr lang="en-GB"/></a:p><a:p><a:r><a:rPr lang="en-GB"/><a:t>� �(о��T����?�:��)�����ݽ�V)ψUF���S;��H���</a:t></a:r><a:endParaRPr lang="en-GB"/></a:p><a:p><a:r><a:rPr lang="en-GB"/><a:t>M��}�i�Q��π�_x0000_/@/�&amp;�f���Em}q2�,H%���D�#�������ex�_x0000_�g�ESR;�k��LK��p�^&amp;!®�u_x0000_@#��LØSW����O�&lt;�B_vv�x���of�g���E��*`�E��]\#Ϧ�����_x0000_��_x0000_/O4���_x0000_��%,Z|^�1I$��(M:���X�)����8�S����Ǥ&gt;���}�w�4��漅4��!/&lt;*N���s�T����S���_x0000_8o�?~c�������leGI�oڝ�&apos;T�٫W�ǚ��ISK\J�TMSQNZw��	�G�����p �S`Zj�?i�?i�B��{o����_x0000_6rm��v�I��$`�+��JF_x0000_`��SS�������f�A߿</a:t></a:r><a:endParaRPr lang="en-GB"/></a:p><a:p><a:r><a:rPr lang="en-GB"/><a:t>�;��j��s���}�ܙz-���ͷ�ҏ9?A���~���~�_x0000_ �5.6j�%}/)�����k�LJ|BA��&lt;�f�=����������7k]����Zr��D��b��B��5RMEH����~Ft�Ǎ�����ݵ�:�6&gt;&lt;��_x0000_��Tm�|يՠ���_x0000_�/��t�_x0000_��c�&apos;��3#�X</a:t></a:r><a:endParaRPr lang="en-GB"/></a:p><a:p><a:r><a:rPr lang="en-GB"/><a:t>�h���u|�ǯXM�r�0_���q\}S��,�EqƵt-&amp;�,B�#Τ�핼��am]��6N^�sm׉�����@�lvk��OC���TR��aq�,��6q���_��gk}�G��õ�4�Ϩ&apos;��~���R���_x0000_�}�?	5��,�P����8u��:�^��׽��u�~��{ߺ�^��׽��u�~��{ߺ�^��׽��u�~��{ߺ�^��׽��u�~��{ߺ�X��z��X_x0000_N�r}ZM���/��{�&amp;�8���T&apos;�Y���J��F��^�����׺��N���8c(t�B�o����ӛ{�u�T&quot;*�-�&gt;b����:���o�����^끭��b��5��}%]u)Y���5)*�~��_x0000_=�򏨺k��&lt;����稷��</a:t></a:r><a:endParaRPr lang="en-GB"/></a:p><a:p><a:r><a:rPr lang="en-GB"/><a:t>Ǻ��SSc��o1����͹������: �!������I�2#����&gt;�����</a:t></a:r><a:endParaRPr lang="en-GB"/></a:p><a:p><a:r><a:rPr lang="en-GB"/><a:t>/m��]��r�=Y��w|�{�YO�Y=��;�?���C!8ʊJ�U	RH�����҃a���;G</a:t></a:r><a:endParaRPr lang="en-GB"/></a:p><a:p><a:r><a:rPr lang="en-GB"/><a:t>�]e�6��ؽ�CO������܎��8܌OM�(���b��xºV{�_x0000_%A�^�@�xb�&quot;Q!1D?l�*Ƃ�!�_x0000_U��J���ߺ�E���n��YGۙ��d�����񳱥��rx�v�U�R�n��9d�I�6���P�cu:����tc</a:t></a:r><a:endParaRPr lang="en-GB"/></a:p><a:p><a:r><a:rPr lang="en-GB"/><a:t>LV$�Jaҏ	s.�U�oU���_x0000_~��_ ~Bu��^����J��^�&amp;mǼ��m�����c&quot;�:mT{�UN�&quot;X��.o�X�u�m��0��jm��j�����aw6��YCQ.?��1�����x��&lt;fH�0�ģ(e`=׺}5����Y�X�DVk�%��,~�[{�^����,�ߤ-������%��	����׺𫀢ɪѻ�њ�ZFm���J� A��ߺ�\��-ZA����:�����͹���pA_x0000_�ȿ���ߺ�]��^���׺��u���{�{�^���׺��u���{�{�^���׺��u���{�{�^���׺��u��Ub����1?�su:hu��8_x0000_y��u�hj�U9��w`�?��_x0000_Ⱥι�-C���`1�̞%�:�^���Z\~�Z��_x0000_6�D����_����k</a:t></a:r><a:endParaRPr lang="en-GB"/></a:p><a:p><a:r><a:rPr lang="en-GB"/><a:t>Ý��С������1��</a:t></a:r><a:endParaRPr lang="en-GB"/></a:p><a:p><a:r><a:rPr lang="en-GB"/><a:t>��i�w����.#I_x0000_|5f:s�4��hV|���Rl���t��T�+I���|{F��Ƨ�n����Վ��W��RD�&apos;���&gt;�_x0000_��{ou&quot;��H�Kx�$2��_x0000_�^0W��ڪN(z&amp;���_x0000_���,�F�*B�9&apos;P&quot;C��p�J�BrH�5���uO�#��?2��}M����?��t�T���#I%/�m,62%���0��_����&amp;�&amp;�%��Ǽ�%���+4��II]2h�T�3�B5P�T��9</a:t></a:r><a:endParaRPr lang="en-GB"/></a:p><a:p><a:r><a:rPr lang="en-GB"/><a:t>��t�tٚ$����@&quot;�_x0000_U&quot;��(4����lmo�}u�Fn�ܵ[��z�1��}�S��Q�&lt;�|&lt;����4��*�&gt;��_x0000_d�^�n�s�&lt;&quot;�:�����DCEL��;�EOC9��m~g��Hqt(Đe5</a:t></a:r><a:endParaRPr lang="en-GB"/></a:p><a:p><a:r><a:rPr lang="en-GB"/><a:t>ĒG��O�J���0v��ށ���������g�[~]����ܬ�ggh�姞�4`F#g���@�]K9G�wwܿr�RR��Z��ZW!X����f�</a:t></a:r><a:endParaRPr lang="en-GB"/></a:p><a:p><a:r><a:rPr lang="en-GB"/><a:t>��l�{���L�G�����`�</a:t></a:r><a:endParaRPr lang="en-GB"/></a:p><a:p><a:r><a:rPr lang="en-GB"/><a:t>c�垪���o�&lt;i���fm����Ou�dg�yF��z2�|�E\p���OJGDQ�@���^���۵��iW{O0�I�H��K���=G�n�_x0000_�f�ܧ$�r�N���N�P+G	���k��o=��������\�&quot;�7�*+WA��y�-�٨C6��k�p�xȝ#�R�&gt;���koN���o}h���D��</a:t></a:r><a:endParaRPr lang="en-GB"/></a:p><a:p><a:r><a:rPr lang="en-GB"/><a:t>�&gt;�h�Z�PkLg��&gt;YZl�9��6₞f=�8�w�׫L鯔}3�=��%�wmu]v&apos;�j�g����}�n:-Ƒ�Xj(J8�	 </a:t></a:r><a:endParaRPr lang="en-GB"/></a:p><a:p><a:r><a:rPr lang="en-GB"/><a:t>�=�9_x����j�&quot;�z�1.\</a:t></a:r><a:endParaRPr lang="en-GB"/></a:p><a:p><a:r><a:rPr lang="en-GB"/><a:t>&amp;0T3�ZV�,���r�W��;vRߪU@j�Q</a:t></a:r><a:endParaRPr lang="en-GB"/></a:p><a:p><a:r><a:rPr lang="en-GB"/><a:t>��&apos;�W�UqE�꟰e�[��~���~���</a:t></a:r><a:endParaRPr lang="en-GB"/></a:p><a:p><a:r><a:rPr lang="en-GB"/><a:t>�&lt;�u�Z*j&lt;}e&amp;%C��{of�S�Er@�����eF�A��_x0000_���ɼ.ͻ�X�1+�����C\�Z�TqM�V�&gt;ַ�v���*�;}c�*J�_x0000_+��(�X��������_x0000_0^��L��=���W�lVB��r��.71��㪔T��QT�%5E&lt;�JH]__g��r��%�VǶn�{�Ux[ċBJ@[T2�IZ��軐���Ni�wF+�h��B���غJ�Ut����9�e�m|��$p;_���?�R����[�)I��r�h��屔t��𷅎�1��s+_�׷nۙF�rC$A	/�����&quot;�oC������s�ڬ�A.��%.�Bi�1,&gt;�gS{������_x0000_���v&amp;�������g�(�T��G�����r���i]�Ҹ�D�ꤷ${U��n�r��7[4B���H��S_x0000_W@�C����ӛ6��y����O������է��5���z�P4ޣ������+go烦��~���r#s�j�����e�v�:=eFW&apos;P߰Uª���8&apos;|����\�/3m�[��W+j�,�Hɬ:)��5��&lt;�*�}�9kxM�pYZwP��%</a:t></a:r><a:endParaRPr lang="en-GB"/></a:p><a:p><a:r><a:rPr lang="en-GB"/><a:t>FN�&lt;G�:{���$k~+����_x0000_�]�_��Z�:�m��1TWn�݆|}�k!������O���T��G�J��WW�9y#r���,شs�RY�}q��,]V�G%qǁ42nn��6�7���B����1</a:t></a:r><a:endParaRPr lang="en-GB"/></a:p><a:p><a:r><a:rPr lang="en-GB"/><a:t>��$T�</a:t></a:r><a:endParaRPr lang="en-GB"/></a:p><a:p><a:r><a:rPr lang="en-GB"/><a:t>M01�UO���Z�n�_x0000_��7����q���ԛ��ꝚК��Ge=+Vx��Z�b</a:t></a:r><a:endParaRPr lang="en-GB"/></a:p><a:p><a:r><a:rPr lang="en-GB"/><a:t>N�����x}�ۢ��6���ha��6j��SH�_x0000_��|{8�q����ڷ4�C���r*�86��J�_x0000_K�߀�3�/�o���j���Sq�wd��csT��w7���4�M�����E�����Q��z��%m�{�){��l��ZL��̮���G</a:t></a:r><a:endParaRPr lang="en-GB"/></a:p><a:p><a:r><a:rPr lang="en-GB"/><a:t>1_x0000_��CA�E	M�6;�&amp;\o�ltG������VPH���Ϣ���ᩨ�Z=&apos;*���oD�ylg]F�r�G�m��a��q^s����Lv���Ti&amp;��@+_.4��r�.����I$z1�֣��=[^�d�;���_x0000_���G�fҲT�K��X��Y.��#AdZCP´��=ܔ��!U�F��P�� &lt;ϐ�|�=��mm��#)�&amp;���</a:t></a:r><a:endParaRPr lang="en-GB"/></a:p><a:p><a:r><a:rPr lang="en-GB"/><a:t>�~Now��5���5,�5&quot;H�&apos;&quot;HT����l}�������a����,�j����N��V���H����7�&amp;�as���s΂$����1��j5N�|�V�_x0000_�z���ȚJ-��kj�:�������F��yv|b��S�5HH�i$���Q�|��/3�]m� �Ԗ��Ok�U%i@*j|�]</a:t></a:r><a:endParaRPr lang="en-GB"/></a:p><a:p><a:r><a:rPr lang="en-GB"/><a:t>��~ڬ����y</a:t></a:r><a:endParaRPr lang="en-GB"/></a:p><a:p><a:r><a:rPr lang="en-GB"/><a:t>��f J��#F���hj)�_x0000_�EY|7�����Vx�-�ܵu�ҬtX�~שּׂ������1Ĉ�$�x ߁�m�������K�I�!�@0�M_x0000_�D&gt;��{��-�h���%Q��</a:t></a:r><a:endParaRPr lang="en-GB"/></a:p><a:p><a:r><a:rPr lang="en-GB"/><a:t>H</a:t></a:r><a:endParaRPr lang="en-GB"/></a:p><a:p><a:r><a:rPr lang="en-GB"/><a:t>�$���B8�I�_x0000_�����������Eջ/)Y���/1K�6�n�!J���d�$��B��E</a:t></a:r><a:endParaRPr lang="en-GB"/></a:p><a:p><a:r><a:rPr lang="en-GB"/><a:t>�YC�Mu</a:t></a:r><a:endParaRPr lang="en-GB"/></a:p><a:p><a:r><a:rPr lang="en-GB"/><a:t>��	, ���۵ʣE���#�e��h+P*��PT�Orb��9&amp;�6���3�#[���?M���4榼8tx�|�꿚�M���n��쾳ˍ���K��W���:|���*�*!��(��Z6�q�6{}}��;��X%��X����k@p8��44�=m��3m����4c�MA���i��tK��r���{K�z���_x0000_pwu�fn.��uN���RmՎڕ�X��ؙ-�Y</a:t></a:r><a:endParaRPr lang="en-GB"/></a:p><a:p><a:r><a:rPr lang="en-GB"/><a:t>R�0��4�S���IQ</a:t></a:r><a:endParaRPr lang="en-GB"/></a:p><a:p><a:r><a:rPr lang="en-GB"/><a:t>�b�Y���v���}�n�c��Z���+BX*�x�Q�8g����ۦަ��ĚI�$KE��Vc�Q_Q�C�������뿾/wGR|�ڑ��6�Bc`�~nn���j�1ح��kqp�S#&lt;�H^�Y*F������d�b�+�W�������_x0000_q (</a:t></a:r><a:endParaRPr lang="en-GB"/></a:p><a:p><a:r><a:rPr lang="en-GB"/><a:t>��UZW`ou��u��47�p?L�d�u_x0000_I4��t��ͫx������q�ϵ&gt;*��٨6�Yo�˼0{�]������Ct�[@/��Ԡ�A�%��-�wۧ��z{y���_�KR5E ����</a:t></a:r><a:endParaRPr lang="en-GB"/></a:p><a:p><a:r><a:rPr lang="en-GB"/><a:t>������m���+�2�h�6*�,�&quot;�yW���s�/Y| �{W9�p{�|�~��P쾭��D*�V�����	r`��&lt;q0W+�H���?�9b���I�Z;x�*�%�xj�(�ENO���QW2�E���c2K4����)���j����D;���ˤ�����w����̕6?#�ԛ�no��1�1Jy�X:�x�fv2�H��� �{V�V�o���7� �1�p�j�/ؚ�k�L��TT�uZ��m�Zɽn�v�+*�ں9,	VG\H W����|�2|�a���{���ζl��&amp;�YF���</a:t></a:r><a:endParaRPr lang="en-GB"/></a:p><a:p><a:r><a:rPr lang="en-GB"/><a:t>G��[�|�ґT�U�:t�uv}Jl�Ol9#V��{���m����)��`�E�E\�j_x0000_1�s�7�/*�0�op�\,z4��пr�p�����_x0000_�W�����&apos;</a:t></a:r><a:endParaRPr lang="en-GB"/></a:p><a:p><a:r><a:rPr lang="en-GB"/><a:t>g�Ga�������f�^�*�[����Y���ҩpk��I����2�{A�W#�������,0H�,l�%@*�LҦ������W�yq�.�H)�\�cO��MJ0 ����4E7�x�Nԛ;�~(�_x0000_/�����w&apos;[C/lA���ʢ�I�Y&apos;&gt;��堖Ic�H�-qI)w�� ��v}��A�n{|s�*4J�)٫��+TLp��I�=�۹�+�����H���F���ʳʓ�g����gP��ڙ������m������޴�Po����EO��V��L�7��,�-tB@���_x0000_$���tU�9�R[j�&amp;��4&quot;��iJӀ����i�x�o,%��u�&lt;@�*Z�5��d�Q9���}��}1�S����6?h��&amp;��a��lКjM����Q�a��S�S-Yy*&apos;x�U]L�&gt;�}��6;[{����n-��V�|9�&lt;hU����������s%��ݴAxe�,��+Ub��+� ��tö?������.����s�jd0�M����ݻ��s��e�b�}m%&lt;��5D��%2êH�K/�_{)��ޜ�gsf���`ΡEN� S�T6&lt;�W[{���yb�;�{;�â��MImK�j4yq�﮿������Z�g�_�=��Bn��GS�úp[��������`��Q�d,�h���Oh/�̓u�v;�I��m���ZU�!�B��$�b�����黎}��/���8�S}1�&quot;���fMN�L��Oˣ��c�o[|&apos;��*�s���������Ωꎺ�M�ݛ�s&quot;�:Cj�OKdY��H��$���9*�</a:t></a:r><a:endParaRPr lang="en-GB"/></a:p><a:p><a:r><a:rPr lang="en-GB"/><a:t>�݃EmkiC,�������B��0_x0000_�&lt;sg2���[�\E4�]��#2SJ��`�&lt;z&quot;9����],�m����vw�@�W%M��������MO&gt;[���=RHjj&quot;e��m`)��ֆ�su�������&lt;4�X�p�</a:t></a:r><a:endParaRPr lang="en-GB"/></a:p><a:p><a:r><a:rPr lang="en-GB"/><a:t>�GU�����A�#_nvW�B�,�앩��_x0000_��#�q߽յvGF���Z�ճ��_x0000__�.�v�E5foRa�qF�_�+�=:��!I_��mvK�܎���ήP���`H:�QJP�:�nw�;m�wF�����H4����y�j|��͹ޛ;k���</a:t></a:r><a:endParaRPr lang="en-GB"/></a:p><a:p><a:r><a:rPr lang="en-GB"/><a:t>ŋ��n�zHst�g3Q��i��	W���2��6 ˻��s��xM6�ߦڀ�� g�N���6���YN��Sѩ����&gt;�����	����lE</a:t></a:r><a:endParaRPr lang="en-GB"/></a:p><a:p><a:r><a:rPr lang="en-GB"/><a:t>:��}k�{�^���׺��u���{�{�^���׺��u���{�{�^���׺��u���{�{�^���׺��u���{�{�^���׺��u���{�{�^�����ߺ�^��׽��u�~��{ߺ�^��׽��u�~��{ߺ�^��׽��u�~��{ߺ�^��׽��u�~��{ߺ�^��׽��u�~��{ߺ�^���9����&apos;PO��~-���L�^�i�,�1�r��f��٭���\�rbk�Y�	Hҷ��j</a:t></a:r><a:endParaRPr lang="en-GB"/></a:p><a:p><a:r><a:rPr lang="en-GB"/><a:t>�vx��`</a:t></a:r><a:endParaRPr lang="en-GB"/></a:p><a:p><a:r><a:rPr lang="en-GB"/><a:t>�nx#���ǈ�8����m��n6�K)�&quot;�8�&gt;�@�_x0000_!�K,Q�7�\G�/��|�����2</a:t></a:r><a:endParaRPr lang="en-GB"/></a:p><a:p><a:r><a:rPr lang="en-GB"/><a:t>��*\[��#�6���Fa�?�y��Ա����_x0000_�</a:t></a:r><a:endParaRPr lang="en-GB"/></a:p><a:p><a:r><a:rPr lang="en-GB"/><a:t>�H�</a:t></a:r><a:endParaRPr lang="en-GB"/></a:p><a:p><a:r><a:rPr lang="en-GB"/><a:t>@Q�����X��@�_x0000_�rh�R_��fA[c(}�.</a:t></a:r><a:endParaRPr lang="en-GB"/></a:p><a:p><a:r><a:rPr lang="en-GB"/><a:t>�q���D54�����D8𱚎������1&apos;���IM{ħ�n����q=��Y��������#��h�&gt;Pcv&amp;���;G��������AHV�hg�%S�76$��r��*�F���^�?by��/�g�gۧE��d�He��ַ�̾�&apos;�#:�j)���,�i����[3_�c뺎��:��1U]�ҽ_K�llR5�\bS����@T�;�o�N�KZP��_x0000_W�z�����3����M�ls���T�����H&lt;��{C��Vw&apos;Hn/���0�~�ݛJ���X�._x0000_�z�x*(0���x���6��GDhU</a:t></a:r><a:endParaRPr lang="en-GB"/></a:p><a:p><a:r><a:rPr lang="en-GB"/><a:t>��ok�19a&amp;A P���zdum��2�s=�3�M[�.���KJƌ�j%�$�ډ&lt;rOQ�����}��ىظ����1�y�뜥9���vm</a:t></a:r><a:endParaRPr lang="en-GB"/></a:p><a:p><a:r><a:rPr lang="en-GB"/><a:t>1��</a:t></a:r><a:endParaRPr lang="en-GB"/></a:p><a:p><a:r><a:rPr lang="en-GB"/><a:t>S\K%D~2�$�Hp����� Ҁi*T���������0�5_o���Y�FY��^��AƠH`	* �\[C�,m��Q�.�芉�q��mǃ�y���n���1�+[�jN���|\�C*H+)gU6+b�)o�[�1���i�0x�H�^���&gt;�c�,/�B�C(�D�c�Fլє�� B#=X7D�X�/�tݍKl:=����r������!Z��뛂:l�bH+�t�:C~UcҠi�ۿ�탳B�����\����?3s�&gt;��w��w��B�gp@�5���Jt@{?�-����lfz&gt;�����������ߛ+gg���VTTm}�[</a:t></a:r><a:endParaRPr lang="en-GB"/></a:p><a:p><a:r><a:rPr lang="en-GB"/><a:t>-9�v�X����I�}���j$�J�Ț�q�u#m��{����x�[�	���U�u8Ri ��ˣ�Կ�.t?l�wOO���]�Yֻk�&amp;��j�����/��ۋmC7��D&quot;C�EJ&amp;��2Hǟf1�[F�����#ҼH�_x0000_��&lt;߹��bf��/~�̵BI$��B�UJ�4�_x0000_:T��_��_x0000_�����{�4��U�����c7SQ�k�b(qOEYQ$c�.�tK��&gt;�Ak��&quot;�$�:��ϦwNiܷ�Xl�\��Pp</a:t></a:r><a:endParaRPr lang="en-GB"/></a:p><a:p><a:r><a:rPr lang="en-GB"/><a:t>|:�</a:t></a:r><a:endParaRPr lang="en-GB"/></a:p><a:p><a:r><a:rPr lang="en-GB"/><a:t>_x0000__x0000_�&gt;Ҝ�o���ݏY|���f��8��n#�O���aG��[{r�d�!FӏD�A&quot;y&quot;5���6��E�AQ������_,s���7&amp;�l���&quot;� z�)��J����_x0000_A�_x0000_&amp;�����-�S�:�=��[W9����Ÿ{yI��ԯ��bq9��=g���`c�_x0000_XX�=\/�mnj������3BGG�����o���}Ɂ[�f�a�&gt;&quot;�:���	�jdyt����U�&gt;8v�_x0000_�-���ٺ3���3�;Wuv��9���RAAKA��׽u-:P�,T�S�A&quot;�ؚ.�m��AF����i��M���{���&lt;�ʫ}�����ٖ����2iL_x0000_|:��6�Nu��꾺�À�}y���7h`c�i��mݻA&apos;�&gt;I$UD_x0000_�#��Q�ݣOP�=��&gt;�7����=��s��ܟ6&amp;�䞺�^��=��;Ǫ{+�����e�����MWN��^IW���&apos;�H��,�P��rN�OP�u�K�v�{RACQO_��]$:��X�cꝫ�])�`�}m��#��t����c#��ɓ�X�rO4��y��m��_x0000_}ev�t�#ӥ\ÿ�&lt;����Y�i_x0000_��@�H�H��GQ�B�q꟔�K�:7���.��-��</a:t></a:r><a:endParaRPr lang="en-GB"/></a:p><a:p><a:r><a:rPr lang="en-GB"/><a:t>�v�]^B�,�b��#@~��MI#W7_x0000_^�__�ҁ(Ԟc�ӫ��1n\�̒n�T���j�p��a�`�����q��#כ7��=�6�����Чؘ��������GH(!��Re���������Դ�_x0000_m ңȂ</a:t></a:r><a:endParaRPr lang="en-GB"/></a:p><a:p><a:r><a:rPr lang="en-GB"/><a:t>{N8�/�s�sH�4�-x$�&lt;A,� |!��_x0000_�j��AUn�������&gt;�%�q����Ul,lv.�&quot;�I�ULt{+���</a:t></a:r><a:endParaRPr lang="en-GB"/></a:p><a:p><a:r><a:rPr lang="en-GB"/><a:t>y�bf��&amp;�B���=��?lJ�8���ֿ1�yu,?��U��J=���y��e�/k�p�Z�����k�G�z�cu�&apos;��V��S׫�l��C</a:t></a:r><a:endParaRPr lang="en-GB"/></a:p><a:p><a:r><a:rPr lang="en-GB"/><a:t>K���&gt;.�OI�H�y�w2L��&apos;�ϵ�Zr0+A����E[���n{�_&lt;��	R]����Fb���I��z_��_x0000_UQt�ǝ�Mםm���7֤�f�����U���V�vbi�o�������I_���k��4R�?m��t�7����e��ĕ��6�W�c������_x0000_z/����&gt;Cu���۽��</a:t></a:r><a:endParaRPr lang="en-GB"/></a:p><a:p><a:r><a:rPr lang="en-GB"/><a:t>,l���������8���Ž^&gt;�V����5D� ���o</a:t></a:r><a:endParaRPr lang="en-GB"/></a:p><a:p><a:r><a:rPr lang="en-GB"/><a:t>��}rx�d�_x0000_�.���{�}��]Q±�M i*��MX��C\u��&gt;td��Z|��;�t��3!��M��\�5;f���k`�K&lt;T����]^h�Ŭ8��դ���d�R��N��&gt;�e��k)�(gX��eI`j8R�&apos;�t]�\+φ�_x0000_93�=���e_���Za����t�m���6�+!���α�uT�Z��F�T�Ǜn�e}@j���Q�(8~]r����{a�͵��ɫT&quot;i��W��^�	#$t���Mˮ/����6#��&apos;��3�����9�{;&apos;����ڹھ�z�͵M)J�W�4&amp;?RIg�}�Q</a:t></a:r><a:endParaRPr lang="en-GB"/></a:p><a:p><a:r><a:rPr lang="en-GB"/><a:t>��xq#�$�#�O���Ow�̶�-��+��o­2+�U�&lt;4u�	</a:t></a:r><a:endParaRPr lang="en-GB"/></a:p><a:p><a:r><a:rPr lang="en-GB"/><a:t>N��(g��=��&gt;*n�_x0000_�{K�.��c�&gt;=�Lf�i�Ǹ�[=��_.S</a:t></a:r><a:endParaRPr lang="en-GB"/></a:p><a:p><a:r><a:rPr lang="en-GB"/><a:t>������e�A�¼JU�n���_x0000_��xJ�_x0000_��ָ��}��t�6g��6����r��(jds#TW_shŲ&amp;��,z;��_x0000_Ɵ��,uo\��)Q�f��=ݕ�o�nQ���_x0000_w��22o+�zz�}F.��&lt;v�^�&amp;S���^4��M_s�2K�ͶS�m�0�)�m�</a:t></a:r><a:endParaRPr lang="en-GB"/></a:p><a:p><a:r><a:rPr lang="en-GB"/><a:t>�j�UhMJ����&apos;��]</a:t></a:r><a:endParaRPr lang="en-GB"/></a:p><a:p><a:r><a:rPr lang="en-GB"/><a:t>�&amp;��_x0000_B{��T����gC��T��J/��91K&gt;&lt;�$�դЅ���b,����	�&lt;@�O矑�w&apos;�\�_x0000_&amp;�bY#��&amp;�� ��㩃��\�l8~��&apos;X�Ӹ]����U�_�Wa�]&gt;mA�����W`�񘕆:xd��X�Ӫi</a:t></a:r><a:endParaRPr lang="en-GB"/></a:p><a:p><a:r><a:rPr lang="en-GB"/><a:t>��MoҮ���&gt;x��z�n�����&amp;�9�U�vea&amp;�ZJ�4�Hډ&gt;���7��7R�P�L/H�^σ`u�ݫ�.բ��d��՛�36w&apos;,5�V������&lt;�_x0000_l������TS4�����e�˚9�ﻬ�+��uQK�Tա���;ԟ�?�;o�������m�7�|�.w��&gt;O1�}ߗ����:��\��CU�6�@�������At�Z�&lt;k���O�׹��7���f�f��m���iA��Q�sR���&quot;�u�w|:����F���</a:t></a:r><a:endParaRPr lang="en-GB"/></a:p><a:p><a:r><a:rPr lang="en-GB"/><a:t>�ט��|�&gt;#�6����9�X|�=U%]</a:t></a:r><a:endParaRPr lang="en-GB"/></a:p><a:p><a:r><a:rPr lang="en-GB"/><a:t>c��3JڐH���d!�&quot;���W��_x0000_V?�V��/��i�.)g#h��Ue�BĪET�|�/.?���?����]����]����ǯ`l�ן���WAJ�q���Қ��ǮSޙ&amp;vh�1�J�|ZՈ�&quot;��Φ�z��s</a:t></a:r><a:endParaRPr lang="en-GB"/></a:p><a:p><a:r><a:rPr lang="en-GB"/><a:t>��K�-,I!r��j�(ઓC�Qk�3T�o�X�]���z��L����l�n&apos;?�(�)�p��ݹN΂�s�5q%�Z�BT��I�[ȥ)jO�y�O�����n���=�r��{��W��0�� �*V�A���_x0000_���r�_x0000_/��[��n��?��N��ٶ1w�ٻ�xRzM�^rX_�ۿ�W&apos;U*N�+�5S3���1�</a:t></a:r><a:endParaRPr lang="en-GB"/></a:p><a:p><a:r><a:rPr lang="en-GB"/><a:t>���N�</a:t></a:r><a:endParaRPr lang="en-GB"/></a:p><a:p><a:r><a:rPr lang="en-GB"/><a:t>t~r�G晷�Y���k,K��� &amp;���Ѩ�޼��U�6�Z�&lt;R`�V���ݱ��O=Tx�.&amp;�R�P�SV^VX�U@]����Ŵ&gt;F��U�9�]͸ܽĭ��Ԟ?�K�[0��@�_x0000_�{W\S��`u�޺�^��׽��u�~��{ߺ�^��׽��u�~��{ߺ�^��׽��u�~��{ߺ�^��׽��u�~��t~����Ͽu�T/� ���L�CkW_x0000_�S����&amp;�_x0000_�ߺ�Zq���^��O�?1:���_�_�/�:�����J�n��xn��.��b���}������</a:t></a:r><a:endParaRPr lang="en-GB"/></a:p><a:p><a:r><a:rPr lang="en-GB"/><a:t>�E�jL�WQ�4T�#�Ǻ�V=�ӻ�n�~�)�o��~U�NB���O�-��[{p��pt89�qt�G`��C����uQ4�괁���?��^�/_�[�����_��:�/�,����o�����[��K�w�Xn%�su�[���E��r4k5G�:]0Ȩ��IOu�t~K�����9�?�.�����w���=��_~�u7_f&gt;3m���ϔ��;&apos;��1��g+hh[f�V��XՌ���J���`�-{�_x0000_	��g�F)�~}��_�U��&apos;a�</a:t></a:r><a:endParaRPr lang="en-GB"/></a:p><a:p><a:r><a:rPr lang="en-GB"/><a:t>��۽wjJo�k%(�E�D�i�]&quot;9��}׺!��8��m��_x0000_</a:t></a:r><a:endParaRPr lang="en-GB"/></a:p><a:p><a:r><a:rPr lang="en-GB"/><a:t>E�?��G��m�_x0000_鞖�����Aұn���εv:e�͐¤�rzJ���,�N/��F��G�9</a:t></a:r><a:endParaRPr lang="en-GB"/></a:p><a:p><a:r><a:rPr lang="en-GB"/><a:t>����:��?TuP�lOǪ���/��}e���ÿ������k�DsSŏܹ�6��w&lt;��U�3)d�)�^��u�c��e�������hy��&quot;z���]��߽s��yލ��_����m.��8|MN�7��Tb���ke�HP��tu�?�/�;�gф�3K���_x0000_�</a:t></a:r><a:endParaRPr lang="en-GB"/></a:p><a:p><a:r><a:rPr lang="en-GB"/><a:t>�B����S��fD(���Pb/����{�������ޑ�c�c��ʭ����vw]o]��_2z��,�k����Pm��m�_��Qm4��O�j�{�!�D���w��R|����̻�l���o�x^����_x0000_���k��]�v�[�.��!vV݃;���4r���TC3TT*H���t���_x0000_�`����&gt;�8����[3��ţ�	���~��{�r㲔����?�:Ɨ-H��nZ�&lt;t4RWyq���$�DeDS��{c�����k��_x0000_�����M�~G��&apos;��-&gt;3w�_x0000_`m��퍫S�:�7X6��K;9%}4�5vvBQ\F����_x0000_!~q��ڿ�l7�ݽڒ�&gt;WV|2���U=�I�����=յ�:�|Ѷ*?���� �����T�^� �d�8����Y�k�N����?�c�������</a:t></a:r><a:endParaRPr lang="en-GB"/></a:p><a:p><a:r><a:rPr lang="en-GB"/><a:t>&gt;Ul���:���</a:t></a:r><a:endParaRPr lang="en-GB"/></a:p><a:p><a:r><a:rPr lang="en-GB"/><a:t>��4՝o���&apos;&apos;��chb99���3)r�Y&quot;���V����|�&gt;��Rv�������������]5W��/�:y�(�1X��ۻf�f3vRK%L�Q4�ј���(���Y�O�7��ƍ{}K{ـ#�b�u�{�^���׺��u���{�{�^���׺��u���{�{�^���׺��u���{�{�^���׺��u�TheW�7�zm�&apos;�:~���a��(��_x0000_�=U����X�����%&gt;&gt;�f�x���M�O�����4�g</a:t></a:r><a:endParaRPr lang="en-GB"/></a:p><a:p><a:r><a:rPr lang="en-GB"/><a:t>�����cqD�G��a�tuw��	h�en	�{ʼ��sPf�(��a��&lt;7��+�3T��;�R:/�7��iۄ[���BH�5�E�z����G�;�w.��o��d��xʾ�ݕ�|,�Fk&quot;����PSD̑GI</a:t></a:r><a:endParaRPr lang="en-GB"/></a:p><a:p><a:r><a:rPr lang="en-GB"/><a:t>$�Z�ܓe�?3�[�x�k	%�r�Z��Qǈ���0�FI�ck�mW������Sl$NҌ	�</a:t></a:r><a:endParaRPr lang="en-GB"/></a:p><a:p><a:r><a:rPr lang="en-GB"/><a:t>1�|��D�</a:t></a:r><a:endParaRPr lang="en-GB"/></a:p><a:p><a:r><a:rPr lang="en-GB"/><a:t>�(���ϊ}&apos;����A�\�;�N�����䫲[O!���_�����1�t�-;衒*G��Z�Ie�{e���{{�s�f��[U� UX�]U�.�jW��z&amp;]�s�r�v�v�I�_x0000_5f�aJ�b��&quot;������3�yKh����F���&quot;�3��_x0000_J��A���d�����1 a��na�9wf���֠���?��S��&amp;*c_�ջ wH石��*h��&lt;�^�Т�o�b���_x0000_����n)qρ�6 �dS�R	�GF���$���e���|�΂_�Ջ�nN��Y{s0M���</a:t></a:r><a:endParaRPr lang="en-GB"/></a:p><a:p><a:r><a:rPr lang="en-GB"/><a:t>�8-�$����Ԙ�u:�A$�  ����c�f�xXnѹ��d�1T�O�q��F&gt;X�#�g��6�]v5XĚ�cE���U�����k05x:�*۲bfǾ8�J�cZ��И�*����&gt;��|a�/��ݥ��g��&quot;��F����|�&lt;�z��m��\vTAnP�@�R��</a:t></a:r><a:endParaRPr lang="en-GB"/></a:p><a:p><a:r><a:rPr lang="en-GB"/><a:t>@����֘�</a:t></a:r><a:endParaRPr lang="en-GB"/></a:p><a:p><a:r><a:rPr lang="en-GB"/><a:t>ɸvo��d�_f�֎�_�u�Zh疖�c���6sCH�L�㞊���F</a:t></a:r><a:endParaRPr lang="en-GB"/></a:p><a:p><a:r><a:rPr lang="en-GB"/><a:t>��_�fF˸{��o;�</a:t></a:r><a:endParaRPr lang="en-GB"/></a:p><a:p><a:r><a:rPr lang="en-GB"/><a:t>7��f��qdEUj�ؤ�栭x�&gt;��Iɻ��b����t��MV�T�_x0000_kí�~m=���)�n��F�</a:t></a:r><a:endParaRPr lang="en-GB"/></a:p><a:p><a:r><a:rPr lang="en-GB"/><a:t>Nl</a:t></a:r><a:endParaRPr lang="en-GB"/></a:p><a:p><a:r><a:rPr lang="en-GB"/><a:t>�T���)�k2�~�+���OG�*d�����il|�;K�����{����{�J�7���^�2?</a:t></a:r><a:endParaRPr lang="en-GB"/></a:p><a:p><a:r><a:rPr lang="en-GB"/><a:t>�����g����o,&quot;�Ut𸲂Ic�������uU_6��ٿ�G����}.3�w���_x0000_eA</a:t></a:r><a:endParaRPr lang="en-GB"/></a:p><a:p><a:r><a:rPr lang="en-GB"/><a:t>��ŗ�ut���t�Ɣ��Mx졦`Tq�L���vܽ����d�R�#�p_x0000_f:H��ν9n���b���(�U1�_��$��δ���/�����g�Ii̪��pE�f�?P_x0000_X����_y�嗓9HƄ�a�M{�W��{j��_x0000_־c/@�:�#���k�����Z�	������IQ���­��%���3���2��Y�E����S�bP(���_x0000_F���u��݆�#�/���1�6�ۻ����</a:t></a:r><a:endParaRPr lang="en-GB"/></a:p><a:p><a:r><a:rPr lang="en-GB"/><a:t>��Rei0?��~&quot;�#T0n|UT8\��::�)��G������(�V���3p���VM�%:I�nU��2�+�^�̶n���C զhhFW</a:t></a:r><a:endParaRPr lang="en-GB"/></a:p><a:p><a:r><a:rPr lang="en-GB"/><a:t>^����{;�OS|c���=�OݛWs�.gu�**����I]����k�S�sT=[��(:U�1F�Olv�u�9�XyN���H�z rh�2t��#��&gt;�Vٹg���aK�1��bg�&apos;�_x0000_r���ZU��Ǣ������ۛA���������mW��g�̦[7��ύ	EQ��y�%M�V�cBHI˞��7.��W���fuS�I�ê!=ލZ�QPz�̾�？6�(,�l��&apos;��*��Y���Oʝ�����_x0000_)&gt;�3�?�:&amp;#���(&apos;��O�pT��bM�&gt;Ş�L�&gt;���Ņ</a:t></a:r><a:endParaRPr lang="en-GB"/></a:p><a:p><a:r><a:rPr lang="en-GB"/><a:t>��E�Efs���Y�m����t:�+��W���81��V�FW��o��,&gt;�&apos;��x��ϸ����_x0000_+���J?����Y�?��?�ղ�q��-����nD��[5���&lt;��v�q5�T���ΧNo�ԃ| ki�崩���ݓ�</a:t></a:r><a:endParaRPr lang="en-GB"/></a:p><a:p><a:r><a:rPr lang="en-GB"/><a:t>���jA������/ܛ�v����=��۷kag�o�ʹ����M|iWM���f�\�y�m`-�0=���ߔ9�k��n�k�tf�h+_�F�</a:t></a:r><a:endParaRPr lang="en-GB"/></a:p><a:p><a:r><a:rPr lang="en-GB"/><a:t>A�X���%m;�&amp;�Cr�Ks:�.�_x0000_8�����N�&apos;����μ�����;�ql���-շ����[Msom��5楮��9#��&quot;Τ�X{�9S߮o�9�m���R�A&quot;S�mU�����p&lt;�CNq��c���n��%_x0000_��A�:P1���ODף�^����N����k)�|�`c+�1�U�qۿ��;���+��T��</a:t></a:r><a:endParaRPr lang="en-GB"/></a:p><a:p><a:r><a:rPr lang="en-GB"/><a:t>�=H��{՝���6�v�Db��/�g����t7�[���nJ�UeU|pA�s_P(A8��|&apos;���?�_:i�o�Ύ�}UM��!�wT��z�ycr�&amp;��w�1 a���#Wԅ�5JQ��{�v�k&amp;��7��h�&quot;dTA��P^?��t_x0000_jx�1�G���|�d�~ܮ���c����K�~U�&lt;���7̚�A�_)���v?Im���������n�wu�#�f��&apos;��W�J2�O$_x0000_��H=J�س���d~J��ͦg��]Ԗ_x0000_5@�E\PQ~&lt;�џ#[�&lt;��qw�ڈ�h~�է�M��na���ӷ+c�j�|���f�UR���wf��͍��ֱ�C�4q��(���X�޻�-����x&apos;yH 8� ����`5t�ڽ���ml%�rCPr@�������	���_x0000_:�L�UF/��~Z�Ibs�����R&amp;Z�2,l�&apos;�3(�\�+���b�V�&quot;v5Ɩ_x0000_���*��&gt;m&gt;�9����UAE.�I���A��u���Hiv��i�l�����hٿh�Q4G6�W#ԫ�,,M����</a:t></a:r><a:endParaRPr lang="en-GB"/></a:p><a:p><a:r><a:rPr lang="en-GB"/><a:t>�����m.�|�Ex�</a:t></a:r><a:endParaRPr lang="en-GB"/></a:p><a:p><a:r><a:rPr lang="en-GB"/><a:t>�R,�ޗ���46i�oyr�L�ҺH_x0000_�5�g����|�鞦�*������+rY�_x0000_�{b(����*�_&gt;��8o�Mq�O4�K�#CbB��c�7nX�m�����13QAv_x0000_�.��k���@�jhu�[�۹��m�?����J ��(Ƨ��u���_x0000_0���h����L��џ����rUojj=�ߝ����,Q`1/J��$�L�H�`ƺ��</a:t></a:r><a:endParaRPr lang="en-GB"/></a:p><a:p><a:r><a:rPr lang="en-GB"/><a:t>}��=����[~]�%�iK�$�˥�X,iE����I�_x0000_��|�y�M&amp;�-�Y�</a:t></a:r><a:endParaRPr lang="en-GB"/></a:p><a:p><a:r><a:rPr lang="en-GB"/><a:t>&lt;)F�j@g&amp;��B���k���_x0000_�Eu�B&gt;�%�O�&lt;�E �C&gt;ȳS�ԊTz��_�n�����[�C6���rZ2�DgS�hJ�</a:t></a:r><a:endParaRPr lang="en-GB"/></a:p><a:p><a:r><a:rPr lang="en-GB"/><a:t>�:��/����G���[�:X��d�_x0000_~�t|�ܻ�i ޥ�WWgzO�.���`�</a:t></a:r><a:endParaRPr lang="en-GB"/></a:p><a:p><a:r><a:rPr lang="en-GB"/><a:t>�ۙo�b�)#�e �!�E�`]MՉ����{������9�^M��&lt;Q2iH5����2�����]�5S��B����HZ��</a:t></a:r><a:endParaRPr lang="en-GB"/></a:p><a:p><a:r><a:rPr lang="en-GB"/><a:t>_x0000_N�����!m=��~-t�ٔ4���ꍄ1��֛�%�m�M5^@���&amp;ie�Y����f�ss����us�\�2�;�.�8FҀ�</a:t></a:r><a:endParaRPr lang="en-GB"/></a:p><a:p><a:r><a:rPr lang="en-GB"/><a:t>&quot;���Է�;&gt;ϱ����æxfD20������I��O���n���m?/��=�E��&apos;@���ƤIN��$��2?n�=`Jէ�s��m������ </a:t></a:r><a:endParaRPr lang="en-GB"/></a:p><a:p><a:r><a:rPr lang="en-GB"/><a:t>�n</a:t></a:r><a:endParaRPr lang="en-GB"/></a:p><a:p><a:r><a:rPr lang="en-GB"/><a:t>l��`XH5b�T</a:t></a:r><a:endParaRPr lang="en-GB"/></a:p><a:p><a:r><a:rPr lang="en-GB"/><a:t>=�oQw(��������r��P���T0좫�Xɡ���;����h#�8~_n���9�UɄ��l�B��C�^iL̚�d_x0000_TX����9We��B�{�Si�!Ur�Py�y��՞�%��:F��ӂ@Z��v�����ep����QN9�) ����pQ</a:t></a:r><a:endParaRPr lang="en-GB"/></a:p><a:p><a:r><a:rPr lang="en-GB"/><a:t>��h��0c+��d�#d�$N���}��E�|�!��[J\��K�c�R���kZ���:Esa��ډ#5��,SP�� �4�7��/k�i�oN�����C+ʵ8�%E�.���(���m�	q�]�=�����0�j��i�|��ֽ곊�뗤�e/��,��&lt;x��_x0000_W�����鎨�+�mmϋ�?+~t�S;и544u]o��&lt;ԙ����&apos;4MQ�h�T��#��*����</a:t></a:r><a:endParaRPr lang="en-GB"/></a:p><a:p><a:r><a:rPr lang="en-GB"/><a:t>�s��r���6h���R��/B�cZ1N�r���Mϼ�ӻl��A��4�i@5LtVu</a:t></a:r><a:endParaRPr lang="en-GB"/></a:p><a:p><a:r><a:rPr lang="en-GB"/><a:t>�</a:t></a:r><a:endParaRPr lang="en-GB"/></a:p><a:p><a:r><a:rPr lang="en-GB"/><a:t>:ytD?��`�_x0000_3���K�5���_:/�#�m���G��ٍ��{��m�IK��PUG4���W����7�U���߶V^����e7/\�K{W�����8b|0��j_x0000_�$�Ǩ��M�w�X��������p�L�a�������O�/�t��_x0000_��I�]e��S�2�2jbmZ������_��WW�}�i&gt;6�BJ�J�9��c5�l��R&gt;U���mzb\�</a:t></a:r><a:endParaRPr lang="en-GB"/></a:p><a:p><a:r><a:rPr lang="en-GB"/><a:t>j�G�}:2t4��i��԰��驒�#+���F\�&gt;�����K����ۆM*~}	 ����&amp;��S��:u��Ԟ7ӟ���MD�3��OY=קz��u���{�{�^���׺��u���{�{�^���׺��u���{�{�^���׺��u���{�{�^���׺��u���{�{�^���׺��u�����ߺ�^��׽��u�~��{ߺ�^��׽��u�~��{ߺ�^��׽��u�~��{ߺ�^��׽��u�~��{ߺ�^��׽��u�~��{ߺ�^���9�0R��i����r=�Mʮ�H�\H�no{�#��������U�i������чW� ?� ���a�í�6����뉧�����=�Jz߅m��_���#s��������;cse6�G��ج�X&lt;fb�od��p��C#�Oao$%O������&quot;���&gt;Ό,7��_x0000_b����ۧ�t�dtFP</a:t></a:r><a:endParaRPr lang="en-GB"/></a:p><a:p><a:r><a:rPr lang="en-GB"/><a:t>�Dl+�H�#_x0000_�ҼAXC,��ZMd^����~V�+SǍ)�����eQ�YF�Ƹ���QԿ_�_x0000_��&apos;����{�$�����!Z�5|�ׂI���nm����{,���u:@?��_�4K�D�ݵ38��ַ���}?&gt;�����^�RG�.�����O���)eVp%f�F�Jh�ƓN�eHa.}e����Tف�)L_x0000_&gt;}55�� +$��aZ�oQ�)���R���C�U450�z�L���Q�)_x0000_3lm}-fPbM	$���ɡI��8��׮Q�c�a��G����y��5w</a:t></a:r><a:endParaRPr lang="en-GB"/></a:p><a:p><a:r><a:rPr lang="en-GB"/><a:t>	��,��_x0000_���[���!�BM�U/}O</a:t></a:r><a:endParaRPr lang="en-GB"/></a:p><a:p><a:r><a:rPr lang="en-GB"/><a:t>d��M��o��姧j�8�eJD���&apos;�-`�H��3N�Q���Pl�5��_x0000_��vglv���^��m��YN��n͟z��j}ﶶ�3���Ū����ɺ�f�N���#���T�V�ߵê�@�y�_x0000_W�:0�]K����]C����Xc���i</a:t></a:r><a:endParaRPr lang="en-GB"/></a:p><a:p><a:r><a:rPr lang="en-GB"/><a:t>5+0y&lt;zA��ݝ�=})�m�u��˒�:H&apos;�3��uD�{��v������_��h����,��2o�	g��\O`gv&quot;�C.q�������E(�G��j5gv&quot;�^��Q��B�WM	4���Wҕ�X(�9ZI��6��F�0�љ�V�1*H }y�ߚ��N?�뿺�`�Ir��1��j����</a:t></a:r><a:endParaRPr lang="en-GB"/></a:p><a:p><a:r><a:rPr lang="en-GB"/><a:t>m�V �.,G�F��[B)���4�|}&lt;r�SUKE~y���`D�u��ǯM�m�</a:t></a:r><a:endParaRPr lang="en-GB"/></a:p><a:p><a:r><a:rPr lang="en-GB"/><a:t>�=��Q��</a:t></a:r><a:endParaRPr lang="en-GB"/></a:p><a:p><a:r><a:rPr lang="en-GB"/><a:t>_����eh�4��f5�e��dq&amp;�D�RZٔ��[�{�E)ׂ�Ѹ��_x0000_���:ĕԑ.��Zi�����&quot;����؋����nd&apos;_x0000_&gt;]R&apos;đ��&amp;��F���i�������ehcyk�`��F��#���{mk�{�h+���^��#�fv#�T׀�ަ����=�qJRX�Bc��Yy.x�OޡqϺ�$�&gt;\zj�k���WOTS?��M�yj���&lt;vE`Г��WSVR��]	&apos;��j�7���}����kג;��Ky,KШ9���㩳�(1��+��԰&lt;���B*��v�WU�T�܁� {�2������L&apos;��H����J����W��B��)r�UX\966�$�5nE,�Gk��o�&gt;Dy�垈g~|���������O���v�;y�w9�ly:�c}�9</a:t></a:r><a:endParaRPr lang="en-GB"/></a:p><a:p><a:r><a:rPr lang="en-GB"/><a:t>���(�6C�K</a:t></a:r><a:endParaRPr lang="en-GB"/></a:p><a:p><a:r><a:rPr lang="en-GB"/><a:t>DU�l��{p#��#3Hk��s�����c�񝙔���|z�ٽ׿���e��w��G^mjȩ��n�˄�M�f&amp;,EJ��</a:t></a:r><a:endParaRPr lang="en-GB"/></a:p><a:p><a:r><a:rPr lang="en-GB"/><a:t>��oŞ��s�/&lt;�P ��Ǔ�:t`�)���jx��ڢ��� 5T�=;(�&lt;HŐ��sk�۞ �W��z�v�x��\���#쨯�������+jq��j�&quot;U��:c1J%:�2�1</a:t></a:r><a:endParaRPr lang="en-GB"/></a:p><a:p><a:r><a:rPr lang="en-GB"/><a:t>j��/��$U4-���_x0000_���.4��L�I��h&lt;�ڳZNQI�#�ژX_�bS��:A�&gt;����L�F0����&apos;Y|s#����~��</a:t></a:r><a:endParaRPr lang="en-GB"/></a:p><a:p><a:r><a:rPr lang="en-GB"/><a:t>�#X�\�_x0000_X�.s��ik�����C~�g$�ˈ?mz�i,@���_x0000_^}ф����V�^=`�*������j��}6��mA�+��TF-(�����:��kd7��}/r=�7��?�!J�k��}�z��r[^�$�B����ɦ,��҂b��&lt;z���</a:t></a:r><a:endParaRPr lang="en-GB"/></a:p><a:p><a:r><a:rPr lang="en-GB"/><a:t>�Q?�	d��ݑ����b�</a:t></a:r><a:endParaRPr lang="en-GB"/></a:p><a:p><a:r><a:rPr lang="en-GB"/><a:t>C#��V���J����{�z�y|��i���:1Ǒ8�6�-m6����WU_x0000_P��s����_x0000_~�y�ˮ�����~��{ߺ�^��׽��u�~��{ߺ�^��׽��u�~��{ߺ�^��׽��u�~��{ߺ�^��׽��uX����P4�A���_R��	�~��k���E��q����������|}�N�ޛ��{�bm~��=���;��\�^�효��z�ȸڜ\�s%���w�t�����m�}�?�n{���ǟ�[��x�;�؟;�s�_x0000_r��{f��/��?ԛ�u��Q���*��	U����EJ��$U�{�t2m��7��6&apos;̿��S�n���g�Gj|O��̯����3O�}�n��&gt;���n�S49�ch��,p}Ğ��M�����?�ϸ�3��_x0000_�����^uWy������滻h�U.bJ��N�Ť[r�xS�K&gt;ܢ��2��Eg���ߺ�FW�����폎��n�����;W�OZo.��,��c�D����t��E��%���T�j����L&lt;w#G�u��L|�������������.1܏v�����~��Kٛ�{?�i���7_K�ZG��Y*�g�Z�mQ�%9Ou�&amp;�\1���o����ǩ&gt;+�l+����[C��s�������;o��ژ����g��S��--p������z4���Yӟu�D���ٷ�ϯ���~&gt;|K뭋�y^�����N��ꉲ]S��ݶi�����gU�h�,��</a:t></a:r><a:endParaRPr lang="en-GB"/></a:p><a:p><a:r><a:rPr lang="en-GB"/><a:t>��Ūx�)��꧖��{� �V_{S������:��W/��3��&gt;ēj�(`�~���6�m�T��J(�5�F�D��G4���^�&apos;�oh�_x0000_3</a:t></a:r><a:endParaRPr lang="en-GB"/></a:p><a:p><a:r><a:rPr lang="en-GB"/><a:t>��[o�&gt;�z��C庪�����t�l/Sc��pgW)������FF$�����e�ٝt�SF�*f�g�?u���W�ϋ���#�믌��w��l��]c��7��z�����D��x�l6.���rf�v�Wa�K�P��#��^�˶O����_x0000_2_�_.2�;.&gt;���_x0000_�S�&apos;|RC��6㟳�67:kp��X��,to�Y�Q[@A,=׺e�˗��+�_�0�śژN�����vO�=����VTn�&gt;�����o</a:t></a:r><a:endParaRPr lang="en-GB"/></a:p><a:p><a:r><a:rPr lang="en-GB"/><a:t>-*�4&apos;!�&lt;3�Ϥ��}��uS�����w���De���/O�~����T�!����:�p��콯���| �ڲU��</a:t></a:r><a:endParaRPr lang="en-GB"/></a:p><a:p><a:r><a:rPr lang="en-GB"/><a:t>nO/�����1�L�r�?u�w�\�_x0000_4N��L���z#�������+�{�r�Rɱ{7lS&gt;&gt;��6&apos;`�p�:\�;)M!�&apos;��G;��#��5{�t���&gt;v�ĉ~]wq�Η������`��^��,�tA����]�EI�j�5���=Vr���:YfH���6Ou~���^�=��u߿u���{�{�^���׺��u���{�{�^���׺��u���{�{�^���׺��u���{�{�^���9��J���A?Oz%��q����^�YX�]_��v���{��w�Z�oǔ�������k�Wx`jV�	���vT�Q��QM&apos;�Hف?@D\��[�*o�p�Ш⒠Ժ԰bsP</a:t></a:r><a:endParaRPr lang="en-GB"/></a:p><a:p><a:r><a:rPr lang="en-GB"/><a:t>ׁ_x0000_��t杆�|�h����[�s��!�X��&lt;/�;g������_hR�g�]V��۹����QK����c%�H)�T�b���d�7�c�Ǳ|�{�{�2JռY&gt;�,��p@ֲ�Κd�q�l��/c���s[�.�9**O���ҫ��|����b0}�טʞ����g�:�MS���&amp;-.8n�	�i�fs&lt;�UT����q,l�x�O��o�9&apos;��i�{�a$�hT�t�0��{t�J�-h�CM��w��m���&amp;�D�U</a:t></a:r><a:endParaRPr lang="en-GB"/></a:p><a:p><a:r><a:rPr lang="en-GB"/><a:t>��,</a:t></a:r><a:endParaRPr lang="en-GB"/></a:p><a:p><a:r><a:rPr lang="en-GB"/><a:t>���@E*ž*�Bi���_x0000_?�|��?(:�O�j����~�۹M�������M����R:ʏ:�Q4r�EdT��3z}���_x0000_�vKG���q�Yb��+A����w� jEa@�$��������-���&amp;�(��e2+� � &quot;� �*�������3��uEf/�q�!�����vK��;n�J��&gt;��S�ˎ�n���4USGMK���I���mj�C�� 󗶜��I�[Z�̒%	</a:t></a:r><a:endParaRPr lang="en-GB"/></a:p><a:p><a:r><a:rPr lang="en-GB"/><a:t>c5_x0000_�Mk����t��P�~q��� ������`</a:t></a:r><a:endParaRPr lang="en-GB"/></a:p><a:p><a:r><a:rPr lang="en-GB"/><a:t>@!X�R�ǥG����O��+�O�:��o��Xo���߻��;Q���tݰ�*���z%�U[E?�]&lt;,�$�0��1����Gn�nd�7�$��&lt;$N�-#~�gUp]y�=D������f���#�+�K�(Ŗ 4iV&amp;�	:��S&lt;��O��e�Y?�����&quot;���e�(w��9*�MDcO����-du���u��OR�z��7oi`�1̖VWB�W�к���_x0000_*�R�L�2F)N޷&amp;��O�?��{�Y5˧Hz�оc�t��iѧ����&apos;�6o��㫫�����?ao�G��e�;&lt;y�4�UX5�R�inM:P]�E�������=�</a:t></a:r><a:endParaRPr lang="en-GB"/></a:p><a:p><a:r><a:rPr lang="en-GB"/><a:t>��LQ�_����XV���&amp;V|�j9=�or�G�&quot;B�Ŕ�e,UM)U,3½ޜ��_x0000_Ώ����f��gv읓MQ�z��w��m��l�@\�]�M �L����8 �荖�J�G�{׵�������[��^T_U��:~!�d���h	�f�}��]���{]0�-d��_x0000_�Ɛ�Ι��d�^~@�W�o��w{`{;�7jՎ��7&gt;��Z�����6Ј�e+��ŁR�$(����{��������,Z=�[r��$�	q ��4f�u/�5!�U%AfU��&amp;n��n{��*�=�z��A������F8��_x0000_�&gt;(�_x0000_0�_x0000_�&apos;�Kv�]���ҟ&apos;7��v��{ڇf�6��F�����sQjX��X��2ʭ��\�u�s�����[6��[\�}���taSR���ƓFN�cĔm���{8n�ż�}�ّuI�5� )�-Ç�S6g������/�� �GV��*��&apos;fl=���M�қV�nV�vF��Ʃ�2��CW�y:��EJ�!��R�K���콸ܹj��Y��a�9XE�ƉI&lt;B&gt;�n_x0000_+-2t�t�&lt;��w\��s}��-�D�Y5�g,�;4��Xtn�/�n���_x0000_6���@�NN�ۿ2�e��L����ܙ�=Qb��d��R-`.@!��k��NF��R_�ְE�n�Iׯ][AZq&lt;:��{���n�c�e�N���R_x0000_�Ӣ��҇��|*�3�Cl���pav�lu7ab;&apos;���J���1Բ�Ua2U\Ӭ��e�o�q,l$y#����$o�_ܫ�g��s���F����Zy��N��&apos;+]sf��P��%YPKR��0�S�1��_x0000_)f���&gt;A����_~-���&quot;M��ϵ������KJ1���6��V��PTWB�x䪑VY]�L%��������</a:t></a:r><a:endParaRPr lang="en-GB"/></a:p><a:p><a:r><a:rPr lang="en-GB"/><a:t>��,��9�3+P*_x0000_:��b�Ӡ�����_x0000_,I��W6ЇCBgI���x��}�C�^?�d|t�O��&apos;����Ք�W���޴y���[ҕ0�y&lt;&lt;2��TC3�5DI/��</a:t></a:r><a:endParaRPr lang="en-GB"/></a:p><a:p><a:r><a:rPr lang="en-GB"/><a:t>X)aG�������9r�w�%�Z�p������¨x�h�#��Ǥ�����i�����Mh�������$k+H(T�M_oG+�V�e��?�ס��m���Z�r��Wi�&amp;��Z,�Y�鞞�x�g:X�b����y��,���w��㍑V��U�k��y��;佂��%��]@��B�hԥ&gt;^����,uNG����3�br�PyX��h$��ǀ5��?A�!h�O2J��� A�t&apos;����7�Zѐ���S�zO�UQ��&gt;�g�������po^��;��C5S����W��R5L�AI�/(~o�Q�c��9�}������ ��J�R��+JT֞]F��r���]�3��&amp;yF$_x0000_i�%�N8#��a_ 6.s�:K�z�nk���{�ja#�T5%+�֩��^��+x�M�����{�9os�6�b�ܮ�F���`��C����.��]T�q�c�;&lt;Ǳ\m��H�錒��c��1J��:���77Z�_x0000_.)���������h���&amp;��I���</a:t></a:r><a:endParaRPr lang="en-GB"/></a:p><a:p><a:r><a:rPr lang="en-GB"/><a:t>�2�V�k�)ርU)x��wIcVBl����</a:t></a:r><a:endParaRPr lang="en-GB"/></a:p><a:p><a:r><a:rPr lang="en-GB"/><a:t>��9�����=B}+&amp;�B���fZ5H�5�5��/�|�u&quot;I�&lt;��N�\�S&amp;��Ҿ*�P@��z,}?��_x0000_������gctʞ��55��E����c�ݽ�������q��S5B��3�#�)R$&quot;(]��o����/���-�Jkm�E��hX3�S��MxV�l���Ŭ[M��kڡ}_x0000_��`3���G�Sӣa�7�t�od����݋���%��*\FS��*��덡K2��mm�H�;��²�&amp;�_x0000_����\��卶���K�3�A�r�P�叐�H��-y���[�a��Ĵ�&quot;lP��8�)�+�M�]_�w�?a|��=�6�X���Yٝ~�&lt;������9L�ON�3A���E2/� _����6�̜���;&quot;L�m�ʷP��ч����E5��E���{���;��~���2��,YB#�թE*X��G�X3?�z���l�_x0000_���j����u����&apos;P���G��X��������P�ޏ�v&quot;���^Oh����H���2_Uh�#�����4�#�4�V���-4i㟋�M�_x0000_�S��t���|Y����o7R|�۽������#]��UY�������l[���l��m�w��,���?%�J��#!�+S�������ךc��kx�N��e�R���M*�Wi��8t���m�Or�����6s�:koe6&gt;k�;</a:t></a:r><a:endParaRPr lang="en-GB"/></a:p><a:p><a:r><a:rPr lang="en-GB"/><a:t>�hq{�idj$��q�9���E��$I*)�~����&quot;^J�&gt;[����M�&amp;h.�IH4k�_</a:t></a:r><a:endParaRPr lang="en-GB"/></a:p><a:p><a:r><a:rPr lang="en-GB"/><a:t>P2��~)��9������ߙ�~X�Hbh�N_N�����������_x0000_0&gt;��}}�T��dÃ�&apos;��]���|��oc|y�����f���a�����H]���V�K����{a��4�3r�{��;���OE��QP�/P\�Xp$\ų{�ͻ&apos;�n2������b�#*���SW$��O��m�&gt;Yw_��_{�e�N��(�7UlU��wV+3��|x����7VC�1��V������Q�jd��2��O��S ��{���-e�B����]�o3Зrڹ����^�^&quot;º���O�*@.+LTON�|r���o��o/�?:6�Ym]��뭳սa�z�;.[;]A����RO#�}]%U!��C�_�f���ǒ��;���[�Gf`�c1�	�C�����-�s��q�\�&quot;�5� 0���5ܚv���=���&amp;�:���;|���&quot;�a:Ӵ�&amp;�_x0000_;~�</a:t></a:r><a:endParaRPr lang="en-GB"/></a:p><a:p><a:r><a:rPr lang="en-GB"/><a:t>��`z\7+�����M</a:t></a:r><a:endParaRPr lang="en-GB"/></a:p><a:p><a:r><a:rPr lang="en-GB"/><a:t>~P��T&quot;��E�y�t�S�7[]��n0H��Hs ����O�I&quot;�͓��Sk��Z�	�vo�%�cEZ�tӉ</a:t></a:r><a:endParaRPr lang="en-GB"/></a:p><a:p><a:r><a:rPr lang="en-GB"/><a:t>X�F��w��������w�{�/Ȭ���&amp;���Q����9���cN�HJ�</a:t></a:r><a:endParaRPr lang="en-GB"/></a:p><a:p><a:r><a:rPr lang="en-GB"/><a:t>xE��C��s����֛)�%��jP�Y���&quot;TPb����P����Y9kq��w��WjWR����K��RF2iA�xb�Y�_x0000_��G�gl��#����T�{-U�-�2���㿌5U=9���UIz�2���M�_:Ys�[_���6�{G2���5B�Qܔ%j	���㥞�r��(�nr�����T�%W\�G��F^�xu�����_x0000_��~h�?�P|n���bo�y�!*e8o�S(�?�i��)���������f���+��._x0000_����u��o�����V��Ã�&quot;�1Qhd%�Btʵ_x0000_.�ƼX��{��&gt;[�|8��8��&apos;G|��������fŏ��&gt;ZV�����&amp;�+�Gз��_���筫��&gt;e�.㕤�l��](�Q!i5:4���zC����sm��5�� ��i��\R�@Z+</a:t></a:r><a:endParaRPr lang="en-GB"/></a:p><a:p><a:r><a:rPr lang="en-GB"/><a:t>��6���8������gˮ�����]���k���V���U���q{�nU&lt;�b�d��Dn����J؊&lt;H�+&lt;e_#s���r^��|�.</a:t></a:r><a:endParaRPr lang="en-GB"/></a:p><a:p><a:r><a:rPr lang="en-GB"/><a:t>���Jp丐�Z� �#�\������w1���dŜJZ��EӡI&lt;Hj��=�$&gt;/�_x0000_4ߟ�-��gz&apos;H�x�X�X�mn��y�������N����J,d@�RYX�Vj4������1[n�]̺����C��R��Q4�$��7m^�s.�&gt;��|Z��ir*C)�a����qC���s�;��g[�헰�������_u8Mۋ�[|I�v��.��y̍�0$�4���$����gԀ��,�Η[�ҳ5��kQ6�1U�*�4�8�[�z��m��%O���U�TH-��{�q��E������{�6����l��pf��Ǯ&amp;�&gt;f���(0��4�H�Z�eS*�v�ēy�g��m&lt;q������i8�ϣ]��t�����I	?���xwѯ�J������ͯϲj���=4�ì��ֺ��u���{�{�^���׺��u���{�{�^���׺��u���{�{�^���׺��u���{�{�^���׺��u���{�{�^���׺��u�����ߺ�^��׽��u�~��{ߺ�^��׽��u�~��{ߺ�^��׽��u�~��{ߺ�^��׽��u�~��{ߺ�^��׽��u�~��{ߺ�^��׽��u�~��{ߺ�^��׽��u�~��{ߺ�^��׿����׺�G�9�ޛ�c�_x0000_-N��=��}=������;�s��{{�����lmN)@ʩSS�%4�1���i��{�����8|_x0000_���~�2���0wT�n��^����{O�{����oAE����¥�S�h0����e)㬂���U��H�׺_x0000_�_x0000_��J��f_+:��+����ct,�����Q�#�29*��I�#h���Sc�gw�~J�_��5!�	١�Y�����^�=�V���������(&gt;D�y��Y���</a:t></a:r><a:endParaRPr lang="en-GB"/></a:p><a:p><a:r><a:rPr lang="en-GB"/><a:t>�Н����_��,Sm</a:t></a:r><a:endParaRPr lang="en-GB"/></a:p><a:p><a:r><a:rPr lang="en-GB"/><a:t>�]���:�8�8�+�ϒ����W�I�V�G��^�W��&apos;t���?�K�p���ܹ�ؽo��&amp;�Qdj�(;���^ۡ��M#�|�Ml8��ޥՔ�+ȡY���{�+�h������󰿘�����;���uw�{���������|;�u~����i������X�!�Z2S-u4�U!&quot;@��e�^�&gt;2GW��U�n��-&amp;_!��y�Z�R+;e����i��V��f��&gt;����s���ի�_��)_���/��;_W�v�]U�_x0000_4?�ԛ�3��G���&gt;6v�뭹&gt;fi�c1��bp���ޖ�m+�Ϻ�V����:ￍ�_x0000_˟������w7a�$�.��nܞG1��_x0000_H��Y&amp;����ʌ��4g�����K ZE�&apos;ߺ�Z�|�������X��a_���ê���&gt;����&quot;&lt;��;�3ۿaE�w�kw-6��f�}ϑ��ŷ�Ȑ�E:x�XՇ��FG�Gľ��I�c���&quot;���_x0000_7~)�8��{~�_x0000_/M���+��!z*pU{�-��e&apos;�|V����Z�ENF`��1T��I{�t	�_x0000_&apos;���_x0000_��b���.��_�Cn��#`un��QE�����#��8�$qнv٧�QRC�����deͦ:�)S�{�����X]�Ű&gt;��k�;�om��G����k�õ�{C�?�￸�o����zuM�YWQ���yb�(a��k{�tl��Qn���诘�_x0000_4&gt;G�qY�ͻ&apos;���]A�����Ut��Z��</a:t></a:r><a:endParaRPr lang="en-GB"/></a:p><a:p><a:r><a:rPr lang="en-GB"/><a:t>��QA�z���P�w,nY)��NeY�Y=׺��\m�����sb~�����zK�Eɍ���+����mO�P쎶Mم������{���#���&amp;b��d�j�����w�^�k������w�y�_2�}���[d�_x0000_4��i��eWܝ��z���mE��vN��m�#5Z��A�Y袆�JP�0���D���ϓ�_x0000_�w���=��x͉��o������l���]����V��d��O��c��h$��=t�4��&amp;�v��׺==���&gt;9�	�n_ɍ~(���N��=��b�-�9N��</a:t></a:r><a:endParaRPr lang="en-GB"/></a:p><a:p><a:r><a:rPr lang="en-GB"/><a:t>�����lt|���؎����������z�*�_x0000_�UcG���׺����=���N�U1]��6��_�P����x�j�p��:��.��m�ڠ�ڴ�H��,*�[\�u������Z_(���/������^��b=K���ogn^������Ll������ڣ��6V����%SJ�2����?��Dc�^�U�s��_x0000_M8�̓���w�i�|���~!�[�*n���m��:쾚����v�/[�qRC��9Z��J�%��9UV��ћ�_x0000_����믟�|w&apos;aw�K���}uV7�;x�w���{{c�cq8I��y��B2���!������l9��{�{�^���׺��u���{�{�^���׺��u���{�{�^���׺��u���{�{�^���׺��u���{�{�^���׺��u���{�{�^���׺��u���{�{�^�����u�&lt;,����hv�0W�*&apos;����{�^�۱!�����U��!+b����[�~��c�I���F�2˪G�OIҒ�U�&apos;��`}��uR{���_x0000_*</a:t></a:r><a:endParaRPr lang="en-GB"/></a:p><a:p><a:r><a:rPr lang="en-GB"/><a:t>��Y��|&lt;ٲ���]����{��1=[���Y�C��O���������^H�_x0000_��� �Cv��ղ����,}-&gt;��tx�*</a:t></a:r><a:endParaRPr lang="en-GB"/></a:p><a:p><a:r><a:rPr lang="en-GB"/><a:t>d������S�RQS���Ej��Q�*��ߺ�E_�?˞��U�;/�{#on�Ɍ����	���T�z��;����&gt;�ۙj�sUTQ:9����4�cN�C�ѱ�N/�H��,uLO&quot;Ge����Y�_x0000_�ߺ�\�ru&gt;�����\_x0000_?݁�&lt;U����{�^됉��Q�%��I��X_x0000_��nI&amp;ܞx&gt;�׺�@�&amp;��a�.���$Rl��IQ�?�ߺ�]�GQ�-�!t���@���-������0y9&apos;�%�#c�K0�D����ߺ�^4噘�p�̥L��~��I_x0000_��9��׾��:t+$6�^���uu(A~?�׺��}m\�20D�&lt;n̥��Q�_x0000_Ͽu����^�]�+���[� ����e���6_x0000_���p=��u�ߺ�^��׽��u�~��{ߺ�^��׽��u�~��{ߺ�^��׮?��u���{�{�^���׺��u�~��?&gt;�׺�$bD)͈���ſl���]C��EC</a:t></a:r><a:endParaRPr lang="en-GB"/></a:p><a:p><a:r><a:rPr lang="en-GB"/><a:t>-è�D4�}8U[-��0r�ޖ��`����_x0000_�����-����rXJ�</a:t></a:r><a:endParaRPr lang="en-GB"/></a:p><a:p><a:r><a:rPr lang="en-GB"/><a:t>M�.�����_��c�L�t��?�ӑG#H�릃W%��`��V�P��׽����X�x㧐��ך4���륧$؈�jHHƹ=7�������ۂ�ݾG��#^�YroQ�*l�2���G�)���_��f_x0000_Q�Ӥ%)�_x0000_#H	�����\����rm�ǟξ�)�#��:����:��J�$&lt;*��}�mJ$`���	��@��&lt;q1R��&amp;y6�q���cs�?Ojb�]5���Y�b4������2&quot;���d`UD�0,����.�_x0000_�E3H�TV��A��v_3��PO�ܙ�v��Ҙ�|�f����Y�@k��&quot;4�[��8�R����2���_x0000_?�:d�F�Q����l.�ɮ</a:t></a:r><a:endParaRPr lang="en-GB"/></a:p><a:p><a:r><a:rPr lang="en-GB"/><a:t>JU&lt;Ȭ�7�	�&quot;��</a:t></a:r><a:endParaRPr lang="en-GB"/></a:p><a:p><a:r><a:rPr lang="en-GB"/><a:t>��S��8��3���S:Ut�R/���YA�,ё�T�GPt�_x0000_�&quot;����^�*&quot;7Fc)���%��7�)RA���FI$c9��u��+�^O7����gr�\M$/Q��e�i��(�������84�2I����Os�O���ׄ�)��������ET�%&lt;��?���$U�Ԓ+�!Ԩ$5���v	22���^��&amp;i��SȬ�0UEb_x0000_U��A���9�sk[���{�u_x0000_�],�ؑ�BK ���b���N}��u�%�TJ��xdP�1�^P@������׺�i?J�� #�1L�$�nH�pm�է^�u��tX�CáH�_�&quot;�T��-�U�{��܂���d����fU�����8�)���=hĮ*�]qf*l��r2K�L��vapx^x� ��ig���zV�=s*\�FUT�$��l}!���nA�����a�(&apos;�,KJ��_x0000_���Y/�hK�X+�kΕR@�.&gt;�������&gt;w?���G+�r��:))����J�D�53�)�z��EW�FX��f _x0000_I��!���[�OX�	��1fh*sx�ZZ��</a:t></a:r><a:endParaRPr lang="en-GB"/></a:p><a:p><a:r><a:rPr lang="en-GB"/><a:t>�j��7\�h��0��*&quot;�^Z9d��A�&gt;�Ҵb�0?�ê4(��Ӥ2�;P+*��6Ut�����aʞA�ߟt�������n��/�:ȫz�W&quot;(�u� �</a:t></a:r><a:endParaRPr lang="en-GB"/></a:p><a:p><a:r><a:rPr lang="en-GB"/><a:t>�y����3I���_x0000_���I�?�놵Y,</a:t></a:r><a:endParaRPr lang="en-GB"/></a:p><a:p><a:r><a:rPr lang="en-GB"/><a:t>�Ġb`W�ĩ�� ��4�A�_~�%q���&apos;��gMl�	\z�F�ҋ�-��5����|u�~��@E� )k���_�nM��v	;��?�״���/����O���,n4��ߺ�\|#צ��g2 �@-v��@b�{��3[ɧ��H��7�PuO��֡�z�X�6g,�8</a:t></a:r><a:endParaRPr lang="en-GB"/></a:p><a:p><a:r><a:rPr lang="en-GB"/><a:t>����G+������i��R5�zޅaR*z��j��T��ʺ~��@������NG�zЍ&lt;��s��d ��i��H�3�x�a���r~���$5?��9��B�u�8�`*���ΔE�=NXYG�O�������a���=��u�~��{ߺ�^��׽��u�~��{ߺ�^��׽��u�~��{ߺ�^��׽��u�~��{ߺ�^��׽��u�~��{ߺ�^��׽��u�~��{ߺ�_����ߺ�^��׽��u�~��{ߺ�^��׽��u�~��{ߺ�^��׽��u�~��{ߺ�^��׽��u�~��{ߺ�^��׽��u�~��{ߺ�^��׽��u�~��{ߺ�^��׽��u�~��{ߺ�^���G���׿u�W��_x0000_��o����3]�����S�bu�&quot;�p��o�Q</a:t></a:r><a:endParaRPr lang="en-GB"/></a:p><a:p><a:r><a:rPr lang="en-GB"/><a:t>�A��������z�,�1k�2�V��׺�u�_x0000_-���!޽���G���_x0000_�,&gt;&lt;�7���o��l��֝��˺v���9��a4fzz�j�pYԪ��$&gt;�����S����_x0000_*k�{��߽��&gt;;v�K|���n��t8~�ؕ��6��֒ظ�&amp;B*R�2�D�4�$���{���O��o�|�_x0000_(��X��f����W�ݩ����K�_x0000_�ݫ�7��I�p�]��~ԯ����8��CO����U��Ik(��Q$O���K��:{m�����=Q�sg�?�V��</a:t></a:r><a:endParaRPr lang="en-GB"/></a:p><a:p><a:r><a:rPr lang="en-GB"/><a:t>��]gI����~�7��]�U��ޕ�GW���KONMMS���{�^�E����w�vl����o�&gt;1|+�1�wav��\oUl����&amp;k~N���?���5+.ӏq�C��8֑f�I%P��׺{�O�S�����ϊد���&apos;��|ʛ����Y=��9������ꃯw,4��&lt;�i��-O�wh��l�G��D#��u�Ə��ؾ|d���f�쏎����</a:t></a:r><a:endParaRPr lang="en-GB"/></a:p><a:p><a:r><a:rPr lang="en-GB"/><a:t>�I��l�ߍ�p��ʠ����V@��/����*lf2��$TTN�Q���[i</a:t></a:r><a:endParaRPr lang="en-GB"/></a:p><a:p><a:r><a:rPr lang="en-GB"/><a:t>Qk9X�HD��F��/</a:t></a:r><a:endParaRPr lang="en-GB"/></a:p><a:p><a:r><a:rPr lang="en-GB"/><a:t>/��(���{�u���;�������3�&gt;C�{w����V+)�{s����)v%�����79[C5���J���(�$��6@�/��{�?�3�O��_x0000_ �&lt;��ý����N���_/&gt;^�|�c���~S��&gt;Ђ���0�c��� ��</a:t></a:r><a:endParaRPr lang="en-GB"/></a:p><a:p><a:r><a:rPr lang="en-GB"/><a:t>y�T����t.翔OR����3������T�</a:t></a:r><a:endParaRPr lang="en-GB"/></a:p><a:p><a:r><a:rPr lang="en-GB"/><a:t>6}I&gt;��������P�C�{/U-&apos;��+OWM�f�jz��X^��,~��Q���u�#����</a:t></a:r><a:endParaRPr lang="en-GB"/></a:p><a:p><a:r><a:rPr lang="en-GB"/><a:t>����x�7�~2�]i��?�{O�6����F�����rTPU��ҴU�R���UCY�)LQKN��^��w��-���=���Hw��~������_x0000_��,ea���{�,ݗ��Gk�%��)ꚢc��J��,A�����%+?���</a:t></a:r><a:endParaRPr lang="en-GB"/></a:p><a:p><a:r><a:rPr lang="en-GB"/><a:t>��_������f[˳&gt;T|w�z��*�/em�_x0000_���^��G�߽GםA��2b�u����uNV��U��	��{�!�i�{</a:t></a:r><a:endParaRPr lang="en-GB"/></a:p><a:p><a:r><a:rPr lang="en-GB"/><a:t>��3��)��)�`�i���\e��}���ð�=�u[h&amp;��RR=�:��;3���u��?�=�q</a:t></a:r><a:endParaRPr lang="en-GB"/></a:p><a:p><a:r><a:rPr lang="en-GB"/><a:t>:������[W�&gt;=���?+�6|���L.�_x0000_�N��[��{M!�SM6?+�x���(g�8��&quot;����^���y�~\|`�����o�����k%�i���u������+6�wo��|MMEJ�253Q��ہ�K�H)E,P�a����9ٹω�%�)��}�#����_x0000_0</a:t></a:r><a:endParaRPr lang="en-GB"/></a:p><a:p><a:r><a:rPr lang="en-GB"/><a:t>���{���en&lt;�h�*���x��X��_x0000_p��.Fiā$g��g�{������[�^g3��́7�ߕ{�&gt;</a:t></a:r><a:endParaRPr lang="en-GB"/></a:p><a:p><a:r><a:rPr lang="en-GB"/><a:t>,&gt;�7���j�|{+-���Ԕ�k[#5d�����{�u���=��~~|�}���&gt;A&amp;������[�[���mf��;V0!�2}�B�dk)j��</a:t></a:r><a:endParaRPr lang="en-GB"/></a:p><a:p><a:r><a:rPr lang="en-GB"/><a:t>)�PI�.��׺�o�M�Q�u�����Xݷ���Sw���ퟏv��Z���]����7��7</a:t></a:r><a:endParaRPr lang="en-GB"/></a:p><a:p><a:r><a:rPr lang="en-GB"/><a:t>=cT��FO�j�Y&amp;Y�أ�7��[{�^���׺��u���{�{�^���׺��u���{�{�^���׺��u���{�{�^���׺��u���{�{�^���׺��u���{�{�^���׺��u���{�{�^���׺��u���{�{�^���׺��u���{�/�}f�	���1����*�!��4�S�#qk@�����^��B����&apos;�E��&amp;�ߺ�\���u�~��{ߺ�]������?��������;�����6J�bvi�-���1ۉ\</a:t></a:r><a:endParaRPr lang="en-GB"/></a:p><a:p><a:r><a:rPr lang="en-GB"/><a:t>uN-S��X��M#-�ޓ~��$v��A�\��ubv.����{?��ټF���\Gtlj�Ö�窖�</a:t></a:r><a:endParaRPr lang="en-GB"/></a:p><a:p><a:r><a:rPr lang="en-GB"/><a:t>��� �3�SU+,pD�Y��~��q:����_x0000_���_x0000_v0�NO�u�%tlTh�Cp���V8��t����&amp;�{�^뿿������~�B��9ki[2�����}��u��i|2��ZT�D�,�U�a�]Z�_~��!��z�.�N��{��ZM�&amp;�N�9�/*&lt;��&gt;���tVP@��&apos;W�u�g%&apos;Ls8�4!�;��PH��X����ߺ�H���n�魉��K����뎹�x�����x��p{[m���Lk�ٺ�H!�I$h]�_x0000_̠����{�U{���e��Pf1y*\�C&lt;5�x��2�㫩�C��&amp;�t�!�b=��t����Z�;s�.&apos;{휗hl�tnν���U����wJ�{9����x)��R</a:t></a:r><a:endParaRPr lang="en-GB"/></a:p><a:p><a:r><a:rPr lang="en-GB"/><a:t>IdP��!I#ߺ�Kū��k�`�Z���?�G&amp;׸�{�^�?o�}7hR����_x0000_hE���&gt;~����������������i�T�1j����/-�-��~��/&gt;� 5Em!��Y��(��J�������^���YP0��1�M�uS�n������u��b��q]_x0000_*��Yi|J	C��/Ԃ��ԑ&quot;�$�@7��G�</a:t></a:r><a:endParaRPr lang="en-GB"/></a:p><a:p><a:r><a:rPr lang="en-GB"/><a:t>��C��{�� �T2��e�(1m�(����d�~m��{���$V1#�����} �_x0000_[�?6���{�;����!�1}������v���]oA����Mf�ݵp�]�����F���)O.</a:t></a:r><a:endParaRPr lang="en-GB"/></a:p><a:p><a:r><a:rPr lang="en-GB"/><a:t>n=��t �dHJ����l�\�3�&gt;�[�~��_~��v*��B���.�@82��I�_x0000_���T�׺�ͅ�����:���&amp;F`ÎAC~}ڋ^���N�Q��������ԊՇT��O�ׂ8$����_x0000_X��h&apos;�[�dLHk���\?�����c�t�g��\4I{��&lt;��V�&apos;�6�UϮvk���+�;EW��]:�K^����o)CֿS����9�3[���O�D`�X���v��I���������&gt;c�o���_��_x0000_U�o�zA&gt;Fv5w}w�-�;#��[������梢��gs�*����,`M1ѯG�=?����G+����_x0000_�?mz�O���{�&gt;H�_x0000_$��{������S��7�z&apos;�{j�k�zu~�����8.��^�E���SΚ�����[�b�.�F*���ϫ!��#�����!���6m��#�F����;s�&apos;���݉�1pP������Vd7a�U4��}2і�V9�lL��ɪ������_x0000_/�E�t;���_�9����қg���\��v��	�&gt;�l��ܽ/���5�wGKv�&apos;;�ce��5y���&lt;mN���=B�_���w��?~n.�_x0000_�t]i���7p�gqn�ԋr�Qm�����Չ������gb����U�&quot;G�̮J���N�C�׏ˢ3��ce~B�J�v���g���/�{�����ܙڜ����Ɋ�,���mQIC�hV%����c,���t��K\z�y�_x0000_T&quot;C�?�Vw��n_&apos;�/����Xb6d�g�L|��NΦܵuR���SP��ݎ�ە�ЭC�2�_x0000_���V��H�;�;���Gʿ��k�</a:t></a:r><a:endParaRPr lang="en-GB"/></a:p><a:p><a:r><a:rPr lang="en-GB"/><a:t>5?�Bg�_�������n�:ҋ	џ�A&apos;�=�۰n|�b�����åGn���Q�</a:t></a:r><a:endParaRPr lang="en-GB"/></a:p><a:p><a:r><a:rPr lang="en-GB"/><a:t>X,��Q銦mz�zlT9պi����}|w�~����{��_x0000_ٛ���B�rn���:�e��ƨ�7�pv�aIOTq�j2S�S��%EeK&quot;P��׺~&lt;1����쿃�-&gt;*l���In.���E��j���9|��XIN�1݄��28Z�~_�M����yR�E�E h&gt;��\g���9�e����i��K�̿˲�yII�6�x�+�n�ú�X����c�a���F��f��GV������&gt;jR������w���N�뮕�N盲�ox���	�1B�~���|T�t�_x0000_o]QI�����j�%jj%��v�#��Б����n=�׿8p?&amp;�0o�����0�nN���ՙ5���;wqmJ��՛����t��^�t����$+,03_x0000_�W�*�s��iN��g��2��ޓ�/��˫��k�wwv?Yu����$��OȞ�ՙ�������2���zW���x�eK�K�Ud�_n��?��o��Ɖ+����_x0000_��_x0000_��{�?��Z/�]����&quot;�&amp;۽�ڽy�=m�x���]�X�Nkn��ێ���f��VC$uQRPᨱUKY$�H�`w:h)�N�&amp;�1�g���_x0000_~}v�ͮ������oo�~�����[���w���TQU�&apos;U�Jة~��L��MM�?���C�k�uQ_���,�_������_x0000_��ؽ�}�ߟ�{vl����ԙ;�</a:t></a:r><a:endParaRPr lang="en-GB"/></a:p><a:p><a:r><a:rPr lang="en-GB"/><a:t>�p;c�^��QQ6&gt;l�=e���&lt;�m�+#(�6��&amp;��F���p�O��e�����Vm���J�����z˼w7}</a:t></a:r><a:endParaRPr lang="en-GB"/></a:p><a:p><a:r><a:rPr lang="en-GB"/><a:t>��h��߄�mܞ�۽[�pR�5��J�L�2���PH�[��0�ŭs�Ao��Ī&gt;��aO���f#���ٛ����/B;�+��9:l��&gt;��Pc�m�KW;I�KOWYJ������/�8�����,�:?�$?��pI�]K��z�r��_x0000_&apos;�Goވ����</a:t></a:r><a:endParaRPr lang="en-GB"/></a:p><a:p><a:r><a:rPr lang="en-GB"/><a:t>����IԽ���Ԯ�{�E_V���[B��ZV�@�|l�ߪ����_x0000_g�����O_x0000_?�Os|��?�G���/�U;����-��tò1}��wN_��+���ܾ�1W��������}�x��9bq�`�(�:�$�����#(�E��@�i�!��%�7 ��������=HQo�������Յ|����o��&gt;�tv5u����_x0000_t���z�q*�����_x0000_޽�	�Ϫ��u�O�O�$�_x0000_ğ~�Ǩ���w���n6��}=����J�����~�׺��u���{�{�^���׺��u���{�{�^���׺��u���{�{�^���׺��u���{�{�^���׺��u���{�{�^���׺��u���{�{�^�����ߺ�^��׽��u�~��{ߺ�^��׽��u�~��{ߺ�^��׽��u�~��{ߺ�^��׽��u�~��{ߺ�^��׽��u�~��{ߺ�^��׽��u�~��{ߺ�^��׽��u�~��{ߺ�^���M�_x0000_�_x0000_��u�Ơ�Sk	V�}M�$X?�ߺ�\d��5.�*Ƣ6g�	D��D���xSo��׺-���:C�:#�{?v��߿&apos;��K��_����u��:���IWE��9f��H��0�����Ľ�Н{�{b��:�_x0000_��:bs������8�S㰸y7uu��XƂ��-$���!,�n/�ғ��˭~EuZ��Qg�su�k�F���磫�6_mg���k�_x0000_���)�2�t�&quot;+��=��t/����y#�</a:t></a:r><a:endParaRPr lang="en-GB"/></a:p><a:p><a:r><a:rPr lang="en-GB"/><a:t>�}}��u�ζg&lt; �ѱ��}A���=��t�����59\�	���3uF�;���Q�j3��c��-Y@�5c�!Vi^OJ�&gt;�׺���+a�ڭ�����n�L���0m���y�v�t��&quot;��ݧ�H�YWR�K%&lt;�tR�t�G��J�UnR�t��6�;iX��$�o�+��{�^뀭R��F�7$��̀\�&apos;�U��׺_x0000_&gt;H���߉;n�&apos;~��v&gt;��}����\0������~��	��G����~�v�ꨫvf���Ǌ�b0�[���W����C����&quot;��U�#UW*&quot;�U;_x0000_�3�k�{�^�-�!�S�&gt;&amp;t�����쾤�U&amp;g{nSG]��G��S�q�q���y**ꠁ#��a{~��8|�{���Y��9�~;)��N��+J+��d{2���OP����u���_x0000_+:+�</a:t></a:r><a:endParaRPr lang="en-GB"/></a:p><a:p><a:r><a:rPr lang="en-GB"/><a:t>fd�C{A��z���oHvM=B�p]��&amp;X7VԒ&lt;�Q&lt;�R#.ѩBJ��{�uǾ~V�w�j������=���7�T��9�n~���Q����:)</a:t></a:r><a:endParaRPr lang="en-GB"/></a:p><a:p><a:r><a:rPr lang="en-GB"/><a:t>;յ,��i��8��^��-dltC�abP�Q�\)�krT{�^���e�!���ѝ��J���#���{��SJ�)4�HB~��@���F�B�q��ߺ�A���&gt;��:�Eob��_�S���|썫�2�K�&quot;�9K&lt;�+\����׹���u����E|���Z&gt;����tnn�셢��c���b��x��m_x0000_ՑB��5�R��}&lt;��^����^���׺��u���{�{�^���׺��u���{�{�^���׺��u���{�{�^���׺��u���{�{�^���׺��u���{�{�^���׺��u���{�{�^���׺��u���{�{�^���׺��u�x�_x0000_��_x0000_~��Q�ܼ�u�����_x0000_�p����t��&lt;�e���)�~����)�����&amp;�_x0000_Co~��r��׽��u�~��tE���_x0000_�&gt;�׺ �_x0000_3&gt;!|U�N��^����;3�S���7��_x0000_�=������</a:t></a:r><a:endParaRPr lang="en-GB"/></a:p><a:p><a:r><a:rPr lang="en-GB"/><a:t>�٪�Վ�E��&lt;4EH�^�[�峒�1�������h�9�N��</a:t></a:r><a:endParaRPr lang="en-GB"/></a:p><a:p><a:r><a:rPr lang="en-GB"/><a:t>�CS_TEӻ</a:t></a:r><a:endParaRPr lang="en-GB"/></a:p><a:p><a:r><a:rPr lang="en-GB"/><a:t>���/��?tTm���b��GQ��e��E^�4��@�@��V�^���?�O���#�&apos;�_x0000_��V�8ܟ��v&amp;�����!�X���q��,��m�ٸ�;��;�����Ԕ��,�$��ҳ�&gt;~�_x0000_2���d�_x0000_&amp;�_x0000_�����×�t�^|n���Cw�{v�m���;;lG���w��z�sL�|�6�1�pCMQ%K1d��Om���o0�@����_x0000_���~���ȭ�ԯ��_x0000_ 2������,}5~�����;H$���8�*�9Y�R��*�X፤G&apos;�{�&amp;�U67�ϯ�X�������k�^��N����3/��~�����_q�m̌��:��P��#���B�{�uO�1�7�m��_x0000_</a:t></a:r><a:endParaRPr lang="en-GB"/></a:p><a:p><a:r><a:rPr lang="en-GB"/><a:t>�8���e�;Ӻ��`O�*��{e�&amp;+��3c�w���hn�M��&lt;�Y`�C����1^DMn������c�_x0000_0��������_x0000__�m/�ߊ�7��������&apos;��ت�l~Uv��o�Z�&lt;�1�䩔���_x0000_�����$�0�_x0000_�]���~H�_x0000_0ϕ�_x0000_�&quot;R�D�|@�n&gt;����/`g���*���߽�OEOA���3���A$�%���^��v��?�]����ou���WzU�K�� �7��wW�G�.���Z</a:t></a:r><a:endParaRPr lang="en-GB"/></a:p><a:p><a:r><a:rPr lang="en-GB"/><a:t>��1�Sir�Js�De]4�9XhY^u��_�]������_x0000_8�����v?]�ߋ�_x0000_���K�%�&lt;�v������|��:�7SVSǺ)������m-Q�:�Y�2u�N��d?�����m������߅[��S��������������v-#m</a:t></a:r><a:endParaRPr lang="en-GB"/></a:p><a:p><a:r><a:rPr lang="en-GB"/><a:t>ﾷ�L���I����\5%,Ա����U_u��/� ��_x0000_6.��J�����?a)ܗ�;��NJ��0_q��+:s�*Q�ڦTȭ1CR�*l}׺�&gt;��h�������_x0000_��d=i��_x0000_��_x0000_�z�kvN���}�3=���/��.�������_6,�G�q�O����,��WQWK;Xd��u�k�_x0000_5����/���߀[�j&gt;W0��&gt;[���E���)��ԹMݻ7��u�%����T�V&quot;��PT4l���^����O�G�ǰ��G�&apos;J�w�܇�.��G�+���߉��S��Ի[&gt;d�؄���U���kf�&amp;�D|)ou���g���?_x0000_�3m�}a��N�_x0000_����}g��!��g��=��$W?�v���cQ����y~�2�b�!&gt;��B�q�6ʟ���C�6��}��&gt;c�׾w�[s�n����,u�كp��ƥ�	fI�&amp;�&lt;~&amp;j���&apos;������|a�_x0000_��_x0000_�*��_�]����&gt;l/�]Kػ�z���|�_���&gt;��s�m�Ÿ6�{f���d�j�tU8�$�x�Y^��#�I_u��4m�����J/�=U��_%&gt;sA����4�ތ�_x0000_�^��pe�;�q��k�#���bj�k����CI��^�����|��?����_x0000_�ޫ�w�{s��v</a:t></a:r><a:endParaRPr lang="en-GB"/></a:p><a:p><a:r><a:rPr lang="en-GB"/><a:t>�/ȯ�U����n�fGoS�6������+4��﫫�U%�Q�K(��Ն*?�����ڮ��~���Ou�t������c+&gt;sk��3�s��R����$ZJ�qL�J]�P;i���Y��ǿu���{�{�^���׺��u���{�{�^���׺�X��(�jeYu_x0000_��Y~�aoI���#ߺ�Z��_x0000_8,��)~Ul�/�(�W��	��</a:t></a:r><a:endParaRPr lang="en-GB"/></a:p><a:p><a:r><a:rPr lang="en-GB"/><a:t>&lt;���������]���ž:�r��r�G</a:t></a:r><a:endParaRPr lang="en-GB"/></a:p><a:p><a:r><a:rPr lang="en-GB"/><a:t>v)�Z�$��MR�W�{���G�Oj&apos;o捵�M?ͮ�����O�&apos;�u&apos;�-���*7����&quot;��r��f �7_�!�FF�t�&apos;�)�d�U�^���oU�_x0000_*?���/�n�����_���|m~��&gt;�ܽ�U��Clc�7V���������k)�j�T���RKrex�׺R�0����1��&gt;k�ު�&gt;����3���?��_x0000_�{K/���:�mm�����ل���[[�#</a:t></a:r><a:endParaRPr lang="en-GB"/></a:p><a:p><a:r><a:rPr lang="en-GB"/><a:t>�Q,�Q�Jh���T�Ə��6���l�_x0000_1���=?��gɿ��Y��ĭ��۹��9a��c��1[��殌TTͺ�5љ�Y����V`��׺7��;�q�u�yv������W��{k��_�ޝ����c|`+�3��x�����V���4[W</a:t></a:r><a:endParaRPr lang="en-GB"/></a:p><a:p><a:r><a:rPr lang="en-GB"/><a:t>��i|z�F�h[���{�#���w��.��_�ͻ�6[n&gt;��KL�7ٻI�N&amp;}���):����Ֆ��z�v�</a:t></a:r><a:endParaRPr lang="en-GB"/></a:p><a:p><a:r><a:rPr lang="en-GB"/><a:t>�	&quot;�&amp;��s��{�P�P_r����Ǿ�ީ3��_nTv�{�j������9{�����=m5Mjb�A�)G��{�{�x�6�|�����&apos;X|���{W���{�%�_r�f&apos;��s�˚�ݩ.+�*)wVݞI��*�2�C�YRV�/��I�彶��&gt;U�7��_x0000_��_x0000_�]���7ǭ�5W�O���_x0000_���mۻr�[���]</a:t></a:r><a:endParaRPr lang="en-GB"/></a:p><a:p><a:r><a:rPr lang="en-GB"/><a:t>�R�We��=j&amp;�dc���&lt;1�E�_u����{��v`��K[��r�}�ڝ���}��C����roZ=��7�.��#���h�.[-</a:t></a:r><a:endParaRPr lang="en-GB"/></a:p><a:p><a:r><a:rPr lang="en-GB"/><a:t>��zi�)w��Ou��G������&gt;zwbuwu�O�]����䛛����w�a�zj��m�����%��ئ����g\�/ܥ��E=&lt;2�}�2��t���|��-���?�������������_x0000_�&apos;�yl鶏{�}����:.��L&apos;\���KSU���Tl��&quot;5</a:t></a:r><a:endParaRPr lang="en-GB"/></a:p><a:p><a:r><a:rPr lang="en-GB"/><a:t>$H7�K��uV&amp;6����{?�Oǯ���s�~4�oɯ��)q�%7:���o�eF�x�������e&apos;/K6?na*�</a:t></a:r><a:endParaRPr lang="en-GB"/></a:p><a:p><a:r><a:rPr lang="en-GB"/><a:t>g��5�Cou�w��A��������푾��o��</a:t></a:r><a:endParaRPr lang="en-GB"/></a:p><a:p><a:r><a:rPr lang="en-GB"/><a:t>�+�l</a:t></a:r><a:endParaRPr lang="en-GB"/></a:p><a:p><a:r><a:rPr lang="en-GB"/><a:t>���&gt;sn�s2�MU�N��l�%t</a:t></a:r><a:endParaRPr lang="en-GB"/></a:p><a:p><a:r><a:rPr lang="en-GB"/><a:t>_D̳Rɪ9�Yߺ�UQ�C�G����_x0000_v�Tu���Y/����0����c;պ&apos;h��L���y|�E|�PKI�V�&amp;x&quot;b���׺}�h���a��������ت��[��t�q�</a:t></a:r><a:endParaRPr lang="en-GB"/></a:p><a:p><a:r><a:rPr lang="en-GB"/><a:t>���ǆ�=��ܛ��7&amp;b�*|�p��6��jCӭEk�1S�ou��mu�dd�����4�s��g�?���/=I������M���%ڻ;0#0dr&quot;iiL��]H�]^��3on����J5Q�����������j�����w�y�1�����x~�_x0000_�&quot;��I�֊�*~=��t���v����ǵ&gt;noo��_x0000_ ;�����_x0000_���K�w���^��vge�}�^��)A���&gt;��:�$��)�L�t�AUh�l�{�^�w��;�||��t_�߸��EvǼF������iPPb�1zҘnH����]��y�:��� �V9����g��G�u�{��@��k~F���ȿ�u�{�^���׺��u���{�{�^���׺��u���{�{�^���׺��u���{�{�^���׺��u���{�{�^���׺��u���{�{�^���׺��u���{�{�^���׺��u���{�{�^���׺��u�����ߺ�^��׽��u�~��{ߺ�^��׽��u�~��{ߺ�^��׽��u�~��{ߺ�^��׽��u�~��{ߺ�^��׽��u�~��{ߺ�^��׽��u�~��{ߺ�^��׽��u�~��{ߺ�^���D_�&apos;��ߺ�T����L������#s�=ߏ��dￕ5��F��ע˾[vwfΖ���z�r�</a:t></a:r><a:endParaRPr lang="en-GB"/></a:p><a:p><a:r><a:rPr lang="en-GB"/><a:t>f*&lt;�</a:t></a:r><a:endParaRPr lang="en-GB"/></a:p><a:p><a:r><a:rPr lang="en-GB"/><a:t>H��bs$h���^��_�m]���_x0000_���^��̮�^�o|���M�l]��O�5;w�ifܔ��U�К��k4��x�&lt;6��u�&gt;��a&lt;7���H]��{�kP��_x0000_2o��!3[�md:�fMU���o���v�F���zLM5y�S��*EX3�:�׺-������O�R^[��XG��oe�ٛ_�v�}!�v�GqvC��Uf��O��r&lt;�$�R7�G��낰��B�E�׺It^G��|b�G}</a:t></a:r><a:endParaRPr lang="en-GB"/></a:p><a:p><a:r><a:rPr lang="en-GB"/><a:t>��6W�탳67�_�}q���J��k1�;ע0u؊d��_x0000_���?.��RH�r�h</a:t></a:r><a:endParaRPr lang="en-GB"/></a:p><a:p><a:r><a:rPr lang="en-GB"/><a:t>Z`�1+�������C��fuOWv2㿅�_x0000_���;�c��G��nR���K_x0000_d�ǌIa�-�=��u���/�*v�}���������:ϯ��o�n���t�q��omjle&lt;���z�w\�fi�rR9\~OJ�݊+O����o={�8/Ϙ%��/�? �W]�J��bqԽ�Nݓ�z���z</a:t></a:r><a:endParaRPr lang="en-GB"/></a:p><a:p><a:r><a:rPr lang="en-GB"/><a:t>�`��������H�%O:Sx�I_u��_x0000_̿���%ڽ���1}��˰}��[���m�6�o�S�q�^����+��om��������Iq�XL���4�j���B����w�w��^��=W�պ#�eu��͟����ݳz�%޿(;�쑼r2���߲I��ml,&gt;8��5T�WP��t���{�n��t�%3˃��e6�}t_|��[��e�����,_T��^��G��;��y����SEK��g�)Y�Ү6��&apos;�{���Gz�_x0000_4/����|����ۿ+�`|�㺫jt��=E��36����6�V�����]T50-^n���SMD�}׺?��v��ڟ#r[_y�_x0000_3N��S��}o���3�j�_x0000_�����}����l����d��q)O-1����T�dw~��{����ݛ������{7���ɾ2�V��o�����}����7����{~��I�&amp;6�H�U+����ݽ׺�ۨ&quot;-�}Y)v*z�c��H[l�#���*_x0000_�8��֤˓��� �\��.&gt;o�=��_x0000_��*��_��-�۝���ە*����n��{J�(���C�H�e��3&amp;��{�t���_x0000_2{o��O�-���ڻw����P�D�R�6�RE�����9\�&gt;�um(dv?m���GQ2�L3M$H�~��X6�����G����̚��w�k��Ү��)�{o�;��\�CY�.��߲1�&lt;��Qc�IVY�24mu�r�.6_�n��Ѵ��y3ξ���������cj��!�;[��&apos;~O�A��l�ej�</a:t></a:r><a:endParaRPr lang="en-GB"/></a:p><a:p><a:r><a:rPr lang="en-GB"/><a:t>�$�����,���Щ�;����_x0000_*</a:t></a:r><a:endParaRPr lang="en-GB"/></a:p><a:p><a:r><a:rPr lang="en-GB"/><a:t>��&gt;F�������ޟ!�����}���&apos;a����}��U&apos;</a:t></a:r><a:endParaRPr lang="en-GB"/></a:p><a:p><a:r><a:rPr lang="en-GB"/><a:t>����l�W|.;$��|���&quot;5H�L�{�t����7�;V|̥���/�{�/����|l��a�?h�&amp;��	ߛ</a:t></a:r><a:endParaRPr lang="en-GB"/></a:p><a:p><a:r><a:rPr lang="en-GB"/><a:t>�����</a:t></a:r><a:endParaRPr lang="en-GB"/></a:p><a:p><a:r><a:rPr lang="en-GB"/><a:t>���Z]�K^�.7�X�Dѹvou��_x0000_�t%�3���&apos;�w�f����_x0000_3n���i:��z�{2&amp;ϑ�غ�y)��UNط��k~��l���{�{�^���׺��u���{�{�^���׺��u���{�{�^���׺��u���{�{�^���׺��u���{�{�^���׺��u���{�{�^���׺��u���{�{�^���׺��u���{�{�^���׺��?��_x0000_����{�H�u���?�b��?���L�_x0000_ooS=�����_x0000_H�e����{�^��=��u�~��{ߺ�^���F������{�^�$�|VS?�]ɀ�PT��9���\NL��9&lt;�Oh�P�����I��rG�ߺ�Z�u����g�?�8�4���[�&gt;e|w��W�F����J&lt;Lۋ}��z��&gt;���N�@��|�i�Ό$xU�#HW�{���~��A��zKd/ο�_�_x0000_1�1�v�ju�O�N��&apos;����:#�:�wS�]�A׻�j��ueruX�)�+CL������^���Q��_x0000_�}w�俙�s��ݸn��&gt;��)�:��rt�I���w�:�#��m�R%fy��H�S��5_��^���]tnu7t�_x0000_6��i���ظ.��a��]O��%%4]���-�����=��O)�I��hi����u��D�G���_x0000_�/�������i�wW��_x0000_�ݝ��[��</a:t></a:r><a:endParaRPr lang="en-GB"/></a:p><a:p><a:r><a:rPr lang="en-GB"/><a:t>*̾�ޛ�:���(&quot;�y�it�&lt;��P��~��/�[��wů�M��n���&gt;��1�r�t�#�9ސ��۷��m�B�CkU�A&gt;%��h�1����MQN����!�OU|����7���#�_;����q�?�߆�?�8z</a:t></a:r><a:endParaRPr lang="en-GB"/></a:p><a:p><a:r><a:rPr lang="en-GB"/><a:t>����W���</a:t></a:r><a:endParaRPr lang="en-GB"/></a:p><a:p><a:r><a:rPr lang="en-GB"/><a:t>׹{&apos;3���q��#X�جmB�Luko+��{�}��G��w�%֓�-Lo����&amp;�޻��������Ld�LP�����&lt;���0E�z}��uqm���_x0000_�[�f����������~����mtЃ|���n���%&gt;���u�Tr�qt�jJ�h���ް�F���_x0000_�|��f]���w�o�f�?��_�K�|t�_x0000_P|S�w4�$ʠ�Y܎oj�cR����d*�.[5���F:��4���{�t�_x0000_1��̞_����_x0000_;K�ovEn������ϑ�_x0000_(��`u�&apos;�o�vĨ��������5e]~j�uxih�xo	</a:t></a:r><a:endParaRPr lang="en-GB"/></a:p><a:p><a:r><a:rPr lang="en-GB"/><a:t>�0y�j`��աln��̇�b���t}Q���/�Wn��v���]�A�ç���	jL�o�&amp;��?�7�����|e���_x0000_��:[~m��0�n�i����T�����}��t��%u%}���IG�Ǐ~��.����C�}7��Ѳ�&amp;�&gt;��_?���_x0000_</a:t></a:r><a:endParaRPr lang="en-GB"/></a:p><a:p><a:r><a:rPr lang="en-GB"/><a:t>�V|O��ݯ���0yģ��w���e���1Y$0e���d�Y�r4�{�t����&amp;~G�_x0000_:ױ�B�m��_x0000_��_x0000_-Nԋ��g������&gt;�~ࡥ��֦��56�?��D��</a:t></a:r><a:endParaRPr lang="en-GB"/></a:p><a:p><a:r><a:rPr lang="en-GB"/><a:t>�JS�w����u�gɎ��?&apos;�&lt;ww�^���}��]a�z�&lt;�0}�t��&gt;*�13%梙᭄��%`A_x0000_�u���H?~e�ڻ��O��&lt;����?:��k�f�r�$�۟�:�I�=��x��wC��?�i�k4�)# �^�:��||j�7Cڟ�i�_x0000_#���������Ə�}�3�b|����q�n]�O؛��=K��b���]F���tYf�{�ueyς�!v�Q�_x0000_$\��o��3����w�����2�u�}����Z��{�5��U3��P��PR�j����|�ԊQ�0��^���WIwT|��mۗ���vl]�ܿ7_��5�R�&lt;f���׸�L���)���%�HJ.���{��������C������}i����#����Z�s����n��[ҋ!���-=&lt;��SW�7��J��</a:t></a:r><a:endParaRPr lang="en-GB"/></a:p><a:p><a:r><a:rPr lang="en-GB"/><a:t>����ԏ��_x0000_���^�~��{ߺ�^��׽��u�~��{ߺ�^�����# _x0000_�F&apos;I����ǋ�ߺ�QR�D��&apos;mv�:z�n�� C</a:t></a:r><a:endParaRPr lang="en-GB"/></a:p><a:p><a:r><a:rPr lang="en-GB"/><a:t>�ǎI����X�GC���a&quot; 8��fFF�0]�_x0000_XO�@�{{�^�2� tc&lt;�_x0000_��2�����1/�uq��K=��u����}�FH���qJJ�x�R���L���p}��u-���W����5�&quot;�E&quot;9R��n&gt;����{���I�b%Tu�U�w�2��&lt;I�`_x0000_��u��������ӻϸ~P��������;!��</a:t></a:r><a:endParaRPr lang="en-GB"/></a:p><a:p><a:r><a:rPr lang="en-GB"/><a:t>�v�m���9��÷w7cf+��Xh&amp;|�M#R�oQ=׺��馻�	���vV�&amp;�X�</a:t></a:r><a:endParaRPr lang="en-GB"/></a:p><a:p><a:r><a:rPr lang="en-GB"/><a:t>$*[��7$��^�T� ]Si�GD</a:t></a:r><a:endParaRPr lang="en-GB"/></a:p><a:p><a:r><a:rPr lang="en-GB"/><a:t>�E]%cw��Ruߑǿu�-4�&apos;�9�r*2F�/!�X3#+p ~�	��~��qZIAg&gt;����0b��[�)�&gt;���=��tH:��]|��=󪟲r�,��N��.������6VΡ�zZ��2���r���j�d�	�UBnh�G��G��F�H��A u,Z3�K4&amp;K�$]��������#C�V���%)�}e��naf�۟��u�Ȯ\,���P�&quot;�_F��H���ߺ�X�^��sNS�BG1x��_x0000_;�F��$�\XsϿuC�]��X,E��`�%��&quot;��s��u��L��bt`˥����&quot;</a:t></a:r><a:endParaRPr lang="en-GB"/></a:p><a:p><a:r><a:rPr lang="en-GB"/><a:t>oH#�y��ߺ�RE9�5���]�X97^�[ߺ�Uq�&apos;�g���-��{�������M�7X[������_x0000_����1G_�:�u�AKM���VH�4��pD���^��&gt;|�^��k�{{�;�y|��i�pm�}|��X&lt;&gt;՗7��xO����;Kem��&lt;N��S=Z�Q�$��F,tD�^��i�ծ�K5�_x0000_�o%�`�</a:t></a:r><a:endParaRPr lang="en-GB"/></a:p><a:p><a:r><a:rPr lang="en-GB"/><a:t>[�_x0000_��u�{�^���׺��u���{�{�^���׺��u���{�{�^���׺��u���{�{�^���׺��u���{�{�^���׺��u���{�{�^���׺��u���{�{�^���׺��u���{�{�^���׺��u�����ߺ�^��׽��u�~��{ߺ�^��׽��u�~��{ߺ�^��׽��u�~��{ߺ�^��׽��u�~��{ߺ�^��׽��u�~��{ߺ�^��׽��u�~��{ߺ�^��׽��u�~��{ߺ�^��׽��u[͋�����k����먰� 1�l�������cƮ��t}����奊e��j��i��P�����T_��)|��_�/�Qt�{db�r�^��꿑{ҫw��ar{_��ܑ�����I </a:t></a:r><a:endParaRPr lang="en-GB"/></a:p><a:p><a:r><a:rPr lang="en-GB"/><a:t>W#��i��XB��VO�cߺ�V���a���0O���~��^}��}&gt;������^��t����l.:h�Б����ŉe�^�m��_x0000_5������t���??��������Mڴ����rt����G[�@���#9��</a:t></a:r><a:endParaRPr lang="en-GB"/></a:p><a:p><a:r><a:rPr lang="en-GB"/><a:t>4�%���{����</a:t></a:r><a:endParaRPr lang="en-GB"/></a:p><a:p><a:r><a:rPr lang="en-GB"/><a:t>�C-�_x0000_	���s�;^��7�-�Ѳ`����k0oB�:�l� 1$pH�ˣCX(a}^�׺�����κ莓�[�*X7.��&gt;��Y��jEmf��͡��#��</a:t></a:r><a:endParaRPr lang="en-GB"/></a:p><a:p><a:r><a:rPr lang="en-GB"/><a:t>�X�D,ri]JXo~��k�</a:t></a:r><a:endParaRPr lang="en-GB"/></a:p><a:p><a:r><a:rPr lang="en-GB"/><a:t>��I�����gſ�}��w�f��Ω�e=��[^����w�@O��}���/%��m�?c��RRGRĳ�9��H���W?��_?�vPl����8���A��_���;C��3������h�|%%9��pEAI��,��-uC�ո�_x0000_7���({�~v�Ľ��{g�&gt;|��&quot;r=S�7�}uO�6�+j�0��x��]�CW�t�&lt;��ɱd������o���;���Կ��~u�</a:t></a:r><a:endParaRPr lang="en-GB"/></a:p><a:p><a:r><a:rPr lang="en-GB"/><a:t>��;ú&gt;&gt;o=��[�&gt;=���;hm����ߝ����d6�|FIj�1G#�^K&quot;$J���;vo����/�[|��.���_x0000_���7�ٰ_�[��J`6���_x0000_�;mg���{Op�GQ�󕪵�</a:t></a:r><a:endParaRPr lang="en-GB"/></a:p><a:p><a:r><a:rPr lang="en-GB"/><a:t>��lo��F!�I_x0000_�^��3�����GĮ��L&amp;�������ײw�;9����h��G�)*����Z�9兣d��[�_�&gt;��&gt;��{���/��_x0000_���y���A�*q=a�����=��6N��r�&apos;m�#�����̤V�����B�%��d���^��Z?��r|A�x{��d�G�.�ٿ#:��z�~a��En�Ǹs�j}��{snd#l�(`(pS�žj�.T�̞�׺�Ǯ���s`�&lt;Z��`�f���=B���_����WƕJ_x0000_eTp,�o�&gt;�׺֗�n��r_˓t�ѧ�υ?��~V|��^��z|ɜ_]nΚ��w+C���*|�%�*��m:Rff������IX��y#U�^�.?�=���?���|���?�[g�����8�˼hwSmR�s�L�g��_x0000_�qW���U�0Ub�40�Q��L�/�H~��</a:t></a:r><a:endParaRPr lang="en-GB"/></a:p><a:p><a:r><a:rPr lang="en-GB"/><a:t>c�?�&apos;���=�(|Iڟ;�,|�����ec�{�mt�a�?y��p���*]�CWWoUd)᫂���xaEZMcߺ�@���w���_���_~�v��n����i8j�j2���]Ӵ�|F��!�</a:t></a:r><a:endParaRPr lang="en-GB"/></a:p><a:p><a:r><a:rPr lang="en-GB"/><a:t>��b(��U��_x0000_�Rj�#	?+{�t.v?S3?槾&gt;,��ʿ�K�w������_x0000_#{�&quot;� v�xno�;����[iu�_`6�%:Pm���5�v5+P��`�/��R��L�_x0000_2����UGğ�;���_�ߟ�1�i���қ��}v,po��m�G��&apos;�j��:�&gt;(5Z%�#/�&apos;�{�C���&quot;|����~\��꾴�v�����%�WU��s{_uRo�V=��q��8!��CKS�T�Ic�$gr_ߺ�WS��{�{�^���׺��u���{�{�^���׺��u���{�{�^���׺��u���{�{�^���׺��u���{�{�^���׺��u���{�{�^���׺��u���{�{�^���׺��u���{�{�^���׺��u�C��/�v����+���P֘mp��:�z֫[���_ߺ�WZ���_x0000_�0�_x0000_�����/~��{ߺ�^���D_����x���G�wbKF���YX2�uà)���s�}��u�JYQV@QpҨk�&lt;���a��_x0000_�ߺ�Q�%E*�,�$ѫ�p�ij$��w_]�*�%B�}��u�)X����Y�Y�C7�c_x0000__x0000_�{�^� ��(/tFgAk0��F�~��G�O����F�M�gPT�$�R7�9���bA��_x0000_�{�^�EiVS4�X�eQ�(��A2�Q�u����\-���{�^뜴�%���H����t7A�G��_x0000_�~��qJY�(�!����O�ݏ���n8�������5C&quot;@$�j}QH�:�au</a:t></a:r><a:endParaRPr lang="en-GB"/></a:p><a:p><a:r><a:rPr lang="en-GB"/><a:t>ck�no��#���iw[o���*:���읩��V��%}v*�#��X�p��ir��!�����`��H䉬����a�ѭ��N�?8�D�4�MǷ3�_�joݭW�Y-�]Wfl����b��g�8ʨ�zleeX��15�`�u��:IK���8V(��S	�!҉_x0000_J��_x0000_Xj���^�Q�\���B��82h]I �UҶ��O~��W����Ӷ�cnN��]�����c�GE��������#��|fyE�jnm������W$1k���vC��&quot;kk��t���cl�����?!wv�O�?��ɷ�[#|����������f�Wa:�h����.*U*����yQVb�ߺ�Vj˨ 0 ��9�~��C�6i��_B+I�B		��*�_x0000_nE����Xc����x�ƈ	��&quot;F�߽�rŋ^K��-a��{���� �tE]0�RB���%~�ơc��{��,�k�o[)�d!Ww�$��n�Nl@ Ž׺�i��$Y$��j�ORFŔX~y�����{�~�׺��u���{�{�^���׺��u���{�{�^�|��a��_x0000_	z+u����Êꭏ[��7^gm�̎����w.ע�Vb�Z(*j�jʋi�-R7</a:t></a:r><a:endParaRPr lang="en-GB"/></a:p><a:p><a:r><a:rPr lang="en-GB"/><a:t>}��tw����]��7�{|��v͚����E��Ve1ۤ)g��!����*yMu$qK7� ����E����X-���g������_x0000_�/`�㴻���4��u�����{c=��*/MU��de��iq� �,}׺!�����������~��N��/�ԙ���1�qޛ�}�n��;&apos;	[���ee6�J:�*��L��8�f��&quot;K&amp;�1/��H/�_�sj�|�#��z������u������]�]%��û���?`vf*O⯷6e��i��ZHkk�MP��W++{�^�a���*:C�WGl_�_��.���£��������������X&lt;��#��!��Ii��&amp;��29&apos;�{������{��gi|-��s�_x0000_ z����m�=���d1��[o*�j,N��9ڕ�*T������7���</a:t></a:r><a:endParaRPr lang="en-GB"/></a:p><a:p><a:r><a:rPr lang="en-GB"/><a:t>vS��{�?�8�Ċ^��q�Y�̇lO�gn�m��oxnJ)�=u�T��j���������et�إ�4TbI�F�)�џu������c�Wo�^�����pN���{�;�:��</a:t></a:r><a:endParaRPr lang="en-GB"/></a:p><a:p><a:r><a:rPr lang="en-GB"/><a:t>_�+h���~nzU���YJ⮆)�ݪ&quot;��32#{�t��ί�����Ϗ�����&gt;E��_mb���C�w�k�����j���wl����)(����u4����	s3���t6��:�c߿�_�M��T[w�:��%/l����6&gt;k���=�=ɷ;le#5�Y*v�J4�G��� �3�}׺-���&gt;</a:t></a:r><a:endParaRPr lang="en-GB"/></a:p><a:p><a:r><a:rPr lang="en-GB"/><a:t>��_x0000_ll&gt;��_�;��J�����&apos;�w�_x0000_L�o�*��sRc��n��#QS��RCPiޡ$��$v	��{���1:C�{��_Ɲ����v��j͉Eܘ*�5^:�	7db_9�_���V%E*4��G�M���t</a:t></a:r><a:endParaRPr lang="en-GB"/></a:p><a:p><a:r><a:rPr lang="en-GB"/><a:t>A��~�o������=U𳹷�����;��Ǧ��,��l���c�9*2�TTehihn�J�F�����_�c���E�Yܸߏ�|G����у��^��_)z3yt&amp;K��;j�����m⊙qGJ�WS,&amp;�_x0000_dx��{�G��������[��sw�:�_x0000_���w&amp;�ٻ�Q6gnf�Z	!�cd���R�bn8#ߺ�D������&apos;��|t��󾻸��_��������۟;�*��56wn�{�9GIGQ��1}�o��U�(s�Ы�?!�b���|����;G/&apos;�޽�^�ژ^������{Gz����7�rʨ��IF��g�R�+�4���I��P���;�����������/����_x0000_d�w.[��-$]���a�����$����h���^��|��d_&gt;�z�n�ܻ�ro.➮����ٙ���N��</a:t></a:r><a:endParaRPr lang="en-GB"/></a:p><a:p><a:r><a:rPr lang="en-GB"/><a:t>5�dj�_��*j� ��ik�h�H�� u��6�e&gt;q���3��lo��������_F�fC����QQT�F��#I &gt;�J�=׺�_��ω;���Z����{;w�z����C�������|z����5	��=w�2��b���_�tP�CU3�fVe-���|?��||S�׽�ff�qn���O�w6{&amp; \�gp��%S3��J[Ʋ�Q,��JH�{�^��{�^���׺��u���{�{�^���׺��u���{�{�^���׺��u���{�{�^���׺��u���{�{�^���׺��u���{�{�^���׺��u���{�{�^���׺��u���{�{�^���׺��u�����ߺ�^��׽��u�~��{ߺ�^��׽��u�~��{ߺ�^��׽��u�~��{ߺ�^��׽��u�~��{ߺ�^��׽��u�~��{ߺ�^��׽��u�~��{ߺ�^��׽��u�~��{ߺ�^��׽��u�vc�]$붒�:2&lt;6h��)Sp~������u�R���iB��f21&gt;Ep�~.�</a:t></a:r><a:endParaRPr lang="en-GB"/></a:p><a:p><a:r><a:rPr lang="en-GB"/><a:t>m~.o~��t)�O�Z�o�+,����bJ�PP	bH���FC�B�yc�УY�S��E� *�k�A���kH�4�Y�X)w�T�$+PN����~_x0000_���{�-��:B��P[����M���{��b�Y����n\H}fD��:�`�&gt;��u�|r1g���2&lt;��</a:t></a:r><a:endParaRPr lang="en-GB"/></a:p><a:p><a:r><a:rPr lang="en-GB"/><a:t>eh����,�c���~��d��#^@��9`�i2��� ح��6���&amp;�Y#1��O��Ԫ4���</a:t></a:r><a:endParaRPr lang="en-GB"/></a:p><a:p><a:r><a:rPr lang="en-GB"/><a:t>_x0000_�{�^뵦!UZWs�f$��S!S��_x0000_�}��u��έz�y�\�)����^B5��~��7�~�X�WF�It8vm.�B��3�ȷ_U�X�A-Ͽu�&gt;�W��:8^^0U�1�X/6�[���u�ԬdViO��%r.������4����^���x�yG�3���4����]6[ak����u��&amp;��0��UY�n�_x0000_w�����ʱ���^둤�[��}2���O�����-��ߺ�\�5�nN�Tb��A`�?���8����׺��\*��%]&apos;Lh�T���\-��[W���^�(̾�rdP�������D�4 )7������%� ���xd�B�5���ԡ��^?S��{���׺��u���{�{�^���׺��u���{�{�^���׺��u���{�{�^���׺��u���{�{�^���׺��u����7��x�`�A���������O�]���������</a:t></a:r><a:endParaRPr lang="en-GB"/></a:p><a:p><a:r><a:rPr lang="en-GB"/><a:t>�����������WS	�]x1?U���r?6������)� o�#�{{�V�����_x0000_���Qïu���V���tXc{�~�������։�\L�}G������&gt;c�j_^���0��+��_x0000_`O�T�u�S�^���_x0000_as��=�.�U�돖Ă��_�&lt;���{�O�V���]w��p��v���?����u�+^�7����?+�_x0000_�V ��+?��NI�A�2���ҫ\��K��}�5|����ج��%l��G�u!&amp;��_x0000_K��O�U�dV$\�_�6��ǿU�:�:���V���z��V��}{u�{�[���ꎽ����ߪޝ{���xٔ�ޔ�dvŧI$����fސA�귧[��i�yo���.X�Y&lt;���</a:t></a:r><a:endParaRPr lang="en-GB"/></a:p><a:p><a:r><a:rPr lang="en-GB"/><a:t>�]6+%UM�쏞=ݵ�YL|�MWG����:�t�E�!�,�)�އ�i?�W�*��-eQ����?2~O�i=z����^G��d��s���z�iN�- 4_�uё������ߵ��ֹ?�����p/�?���~�w��o�{�^���׺��u���{�{�^���׺��u���{�{�^���׺��u���{�{�^���׺��u���{�{�^���׺��u���{�{�^���׺,�_x0000_3&gt;?�&gt;U�M��9�A�}5�xrxd��qm��,=\sq��0L�qb��{�^�B�(�O��w��X�v���_x0000_L��o�?�N��k,Uf����_x0000_�]�?a���j�SYf�m]�G����X� R����V��R���N�����ύ�SP������}�C%����;�=c�5Vhkc��I(�I����{�]�w����_x0000_�a�_x0000_	��;�u�v6ۯ�^=��)�&amp;��Q�v���.�Z�C%,t�}ZʋMC�&lt;Ϧ$�HC�ѧ�L8,/�7��cu</a:t></a:r><a:endParaRPr lang="en-GB"/></a:p><a:p><a:r><a:rPr lang="en-GB"/><a:t>�M�W���Fݩ�O�ڬbb��I�Q/4PMSQ4T�RT�&apos;��&gt;��F�_x0000_��E�O�PS�8)���/�*jjJ5����Y�����8�X�$</a:t></a:r><a:endParaRPr lang="en-GB"/></a:p><a:p><a:r><a:rPr lang="en-GB"/><a:t>&gt;����{�o��p�&gt;h��mY���vǭ���^eq���K��2�?�[�q����=���V��̵�� ���uM_&apos;:���_x0000_�&lt;;��N���m�����O���:���{�gLv_u�Wu�&amp;_oGe�mͱ��n�[R��MQ�(��{�t8��������+d���y�{�ev����|l�ύ��3�{�`�}._k�:�N��m���39h�t��������O7��Vw��pX9������qr�&gt;m�~q��e(py.��+���N����G&lt;�F�|���u_x0000_{�uB�%�&amp;��?��B�Q�鎼�_x0000_�</a:t></a:r><a:endParaRPr lang="en-GB"/></a:p><a:p><a:r><a:rPr lang="en-GB"/><a:t>tv��#��bk*0��8</a:t></a:r><a:endParaRPr lang="en-GB"/></a:p><a:p><a:r><a:rPr lang="en-GB"/><a:t>�Wa��LLn�Ԛ:���.�GS�0�^�῟�v�7||/���;�;?������Z�����]כ������؛^�jKS=.&apos;�YR���D�</a:t></a:r><a:endParaRPr lang="en-GB"/></a:p><a:p><a:r><a:rPr lang="en-GB"/><a:t>���׺W|#�^���K������&lt;?�]�Gc����-���+P7���T	&amp;*�C筝8�Ia3��H��׺�������/���Էo{�cu��^��{��_x0000_7՟$:ʉMoR��W�wL��~L��hp�La�Y(&lt;iLJB;G*{�tv�z|�����yt�����_x0000_�����_x0000_�vOPv��뽯�&gt;a�z��dTUe�Z��ll�~��8hwYL�1�Vd�^�����g��C��7�UԷ��ꈝh�&lt;��9�`</a:t></a:r><a:endParaRPr lang="en-GB"/></a:p><a:p><a:r><a:rPr lang="en-GB"/><a:t>�Pu���Um���G|(���N�;c�n���?p�z����_x0000_��dfv�gwI���3gmM��1�K]K��d`cYF%��LeuŽ׺+�&amp;:����T6N��4����Zo�N�Dm*�����������I�ҏ0��T��&quot;�iܨ��B@�^��vʿ����j�</a:t></a:r><a:endParaRPr lang="en-GB"/></a:p><a:p><a:r><a:rPr lang="en-GB"/><a:t>����/ֹo������CM�6���#����W�)���d����3S�?܉��0</a:t></a:r><a:endParaRPr lang="en-GB"/></a:p><a:p><a:r><a:rPr lang="en-GB"/><a:t>�o~����|a�h���_x0000_9��</a:t></a:r><a:endParaRPr lang="en-GB"/></a:p><a:p><a:r><a:rPr lang="en-GB"/><a:t>����o�ޯ�m����l^���8��`P�w�GI��Z6jX�*f��$�^�7�l����9�ѷ&apos;���w�wZ&quot;����ݝk���bs�����*2�Zyb��&amp;Ч��E&lt;�S���T귺�Bo���_x0000_c�_x0000_��G������y���v_X</a:t></a:r><a:endParaRPr lang="en-GB"/></a:p><a:p><a:r><a:rPr lang="en-GB"/><a:t>˴+w�{�m\v3�&apos;�T���X]�Wd�D�F��n���׺����q��b�C&apos;���FZd�Q�^�ū�c�ĭuQ�}&gt;��u��u���{�{�^���׺��u���{�{�^���׺��u���{�{�^���׺��u���{�{�^���׺��u���{�{�^���׺��u���{�{�^���׺��u���{�{�^���׺��u���{�{�^�����ߺ�^��׽��u�~��{ߺ�^��׽��u�~��{ߺ�^��׽��u�~��{ߺ�^��׽��u�~��{ߺ�^��׽��u�~��{ߺ�^��׽��u�~��{ߺ�^��׽��u�~��{ߺ�^��׽��u�~��{ߺ�^��׽��u�~��{ߺ�^��׽��u�~��{ߺ�^���ms��&lt;~O���ߺ�T���{˶��/����_x0000_�vo�S�AQ��N��oNۃs�W�	E��:7!T��9l�_x0000_L�*�۪_x0000_�(�^�����_x0000_����{�^�~��{ߺ�^��׽��u�~��{ߺ�^��׽��u�~��{ߺ�^��׽��u�~��{ߺ�^��׽��u�~��{ߺ�^��׽��u�~��{ߺ�]\{�^��߿uQ��_x0000_Zǋ��Ͽp�׺�Ϧ��1�����y�_x0000__x0000_}��u��vT���r�ԅ[_����O��r��x���ޠc���2�_x0000_�����VEf���ungC���Q��¬��WU�E&amp;Y�ҫ�&gt;��&quot;�N�)xHZ|Y�:*��_x0000_��_x0000_�N��z^����w`������=c��FP�e�_�J�A�����޼d8���:r?A���������]t�܇���գ����;U�u:J��_x0000_��6c�I��}@+Ϻ=�)&lt;~�ґ��\</a:t></a:r><a:endParaRPr lang="en-GB"/></a:p><a:p><a:r><a:rPr lang="en-GB"/><a:t>��~c��5O���=��I�㯾nwT#���W�O�ye�-�}���&gt;1N�f_#%�O~��}hm7&apos;��_x0000_���D���dw��?ʛ���p�:���jun:U?�E��{��B�X�&lt;:GА���_D���n�ó\2КҘ9�_x0000_zC��j�;kQe�_�7�R���?�_:�P�=T5��&quot;���76&gt;����W��?����T�_x0000_�����C����O�g�;~&apos;]&gt;m���:�V�����k�z��b.�R׽ŬN����u��G��?��3���V�8�����_x0000_�mm��&apos;��?�\.�[�Z�y��o~��=��:��.x���5��o���O��H�[� �!�k���|v�T7���޿xC�*?���\�wr�&apos;#�����+����?����?H�&gt;A|��A�%�ۺ}���&gt;����;�H���_x0000_�=t&gt;D�_x0000_?p����1�p� &gt;G������o{������^��^q��}8��g��S&gt;�ω�_x0000_�[0_x0000_����(���U�mV`����_�1�_x0000_��_x0000_���$�����~�?�Oȯ據�o���{S�_Ƹ����m�����y�+[��׎�闥�m�ř��j��qR�V�\��</a:t></a:r><a:endParaRPr lang="en-GB"/></a:p><a:p><a:r><a:rPr lang="en-GB"/><a:t>@��8�JH�Șj�_x0000_W�q�5��qcp֭�@?�Kz��&apos;q՞?�_x0000_�ot&amp;��_x0000_(.��*��.����&lt;S5+CGg���\�}���&gt;}?�w!�C���Ö�_x0000_5+��3Uao�����-#�x��Lq��1��c�Gp����������m?��_x0000_���G�վySwO�D�Y��I6���z/�x&gt;�-H$�_x0000_�XX�~=�����_x0000_7U��s�������oh��G�?����/0�;��	�oɅ0;�N-�Psq�����y�_x0000_���P�w~���_x0000_������($�=������閧r|�5�Tl+QU���D6�&quot;�ߛ�-�,i_�.�m��f���^��������</a:t></a:r><a:endParaRPr lang="en-GB"/></a:p><a:p><a:r><a:rPr lang="en-GB"/><a:t>wɮ�F#�&apos;d|9�1����%j��5H�IV#�}�.P���&gt;�r	!j��N�ϒ�o��&gt;&lt;wwet��M��ñ��q���SVl���[�y��e��|$8���ķ��S�hF&apos;�g^P�w)��_x0000_W�N����]�S#���o����~2|E����1/�[Ͼ7�fc��H��F�=.{|���ޝ���L�R</a:t></a:r><a:endParaRPr lang="en-GB"/></a:p><a:p><a:r><a:rPr lang="en-GB"/><a:t>��</a:t></a:r><a:endParaRPr lang="en-GB"/></a:p><a:p><a:r><a:rPr lang="en-GB"/><a:t>ږ��+#�t��DM����0O���u�R2+�]]n��N����؝�՛�*����=��72U,�TF���skV��9����:W��_x0000_���w��h�QY�p4�ǡ�-���&apos;�á�x��l�:�i�$f��/�V]w�����R�^,�si������&quot;Tuou-�6�_x0000_^���}:</a:t></a:r><a:endParaRPr lang="en-GB"/></a:p><a:p><a:r><a:rPr lang="en-GB"/><a:t>Ez����D֮5��rCȊP[�[ߪ:�Yu��&lt;Z���������׺�_x0000_��������~�׺��u���{�{�^���׺��u���{�{�^���׺��u���{�{�^���׺��u���{�{�^���׺��u���{�{�^���,�*�9��� �&gt;�׺�w�މ��`m}��c���_x0000_m�s�����oc�0؞��n�V��ym��C��N���V�y�&gt;���^�&lt;z��d��G��WO��M�.��_x0000_A��l}L�N�������&amp;8�M#�$��</a:t></a:r><a:endParaRPr lang="en-GB"/></a:p><a:p><a:r><a:rPr lang="en-GB"/><a:t>�Y��{�^雴&gt;�`��OW��w����q]#��f�r�x�=������</a:t></a:r><a:endParaRPr lang="en-GB"/></a:p><a:p><a:r><a:rPr lang="en-GB"/><a:t>8a��lh���h�b�h�`,1��~��/�GLuZ�3כf�\�mo*�������X�S�7�U,T5[�xV��G��^ ��*��bEFf_x0000_{�^뮺���,&amp;Go�/^쮲�9mǜ���6���v�.�s�:������p=]L�MSQ&quot;jcv,~��{���=[�{1����{�z�&gt;��v&apos;b��&amp;�ڙ��5|9\9��ܴS��`��</a:t></a:r><a:endParaRPr lang="en-GB"/></a:p><a:p><a:r><a:rPr lang="en-GB"/><a:t>������/���׺T���Gj�0����Wk���?����D1g���S�LBE�Q��~����Y__x0000_�/�ol|z��н?�UpU�G��?]�p��V?&quot;/������?é��==_x0000_�&apos;����׺3[w���hom�_x0000_�[O��~��N�87������7</a:t></a:r><a:endParaRPr lang="en-GB"/></a:p><a:p><a:r><a:rPr lang="en-GB"/><a:t>�{M�I�;oK�79#��jr����a3*����׺f�|t�ݫkR����l</a:t></a:r><a:endParaRPr lang="en-GB"/></a:p><a:p><a:r><a:rPr lang="en-GB"/><a:t>&apos;{�2�����[#oQQ�����5��jX�ї���KU=p��B��ߺ�E���_x0000_����c�v�ǯ���}�UK]��|lν��./�{�c0YvG��	�*�E��K{�^���&apos;���K��w���+�s�{�}� �������Y��6*�v�%M]Pg���Ɔ���,I1H&gt;��t�_x0000_�3R�&gt;���n��zn��|�Gpv�^�u�֥�}��2�t�Y,���PS�&lt;�l�CH�SSI�0��u�_�_��}ߓ��_x0000_&gt;*t�Nol�:|-F��{/A����O�UX�2�&amp;��G,F�</a:t></a:r><a:endParaRPr lang="en-GB"/></a:p><a:p><a:r><a:rPr lang="en-GB"/><a:t>�~��</a:t></a:r><a:endParaRPr lang="en-GB"/></a:p><a:p><a:r><a:rPr lang="en-GB"/><a:t>�_x0000_��6f{�;?l`7���TR�N��x|~w��5��^[��H%�P̎�?M��_ߺ�ESi�_x0000_,�����ٓ�?�&gt;m�����x�����ݧ���P�-r�?B*��Q��H�e�g:��������gg绷�6mrn����[��iv�&quot;</a:t></a:r><a:endParaRPr lang="en-GB"/></a:p><a:p><a:r><a:rPr lang="en-GB"/><a:t>��6&gt;ݭ|�i��2E�5�I4T��4v,���ߺ�E6��T.lgs��:?�_���M��_x0000_���6�98�s��v��$&amp;2Ƨ��_x0000_��T�i���{���g��/6~;`���.��=���E���;jcwxL�(�&amp;_W�W���1�B��L�ѳ#�G�u���������_x0000_F���z[b��N}��]�|f��V�</a:t></a:r><a:endParaRPr lang="en-GB"/></a:p><a:p><a:r><a:rPr lang="en-GB"/><a:t>�L���Xč��%[#I;�Ҩ���ߺ�@</a:t></a:r><a:endParaRPr lang="en-GB"/></a:p><a:p><a:r><a:rPr lang="en-GB"/><a:t>/��\�}���r����</a:t></a:r><a:endParaRPr lang="en-GB"/></a:p><a:p><a:r><a:rPr lang="en-GB"/><a:t>�r���៩6�S�h������TT�L/O&lt;��&amp;XD�K#�Y�����ڻc���i�N+o�����`����c�q8&lt;</a:t></a:r><a:endParaRPr lang="en-GB"/></a:p><a:p><a:r><a:rPr lang="en-GB"/><a:t>�����q�j�OIOI/��UP=׺P��^���׺��u���{�{�^���׺��u���{�{�^���׺��u���{�{�^���׺��u���{�{�^���׺��u���{�{�^���׺��u���{�{�^���׺��u���{�{�^���׺��u�����ߺ�^��׽��u�~��{ߺ�^��׽��u�~��{ߺ�^��׽��u�~��{ߺ�^��׽��u�~��{ߺ�^��׽��u�~��{ߺ�^��׽��u�~��{ߺ�^��׽��u�~��{ߺ�^��׽��u�~��{ߺ�^��׽��u�~��{ߺ�^��׽��u�~��{ߺ�^���������H�����|��O��Ϳ�G�</a:t></a:r><a:endParaRPr lang="en-GB"/></a:p><a:p><a:r><a:rPr lang="en-GB"/><a:t>6���~bm����&gt;B�GID7�l�vŝ͞�!c�&gt;OO+F��P�X�A�^����5Z%*��6�cf�@���������ԯ~��{ߺ�^��׽��u�~��{ߺ�^��׽��u�~��{ߺ�^��׽��u�~��{ߺ�^��׽��u�~��{ߺ�]G�_�����\��`Ǯ�_�-�������������H��E����?KzA&gt;�U���Z�\�Oꈅ��,�C청�Z��{�_&gt;�t�Z�!���@�Y*�\u4k#M&gt;B�&quot;X�&lt;�5MYX�ν@}&gt;�$Zѱ�n\f����_x0000_U�_x0000_ݟ���i�y�����j|~�nl&gt;Z��������[�����]�r9i���$te�����xt�0�5�O����?��O��L&gt;)�5�a/)����������}3&quot;�M[�{���&lt;s��XB�k�=�P�O���Jo�B&amp;�����zO����q=��E��O��?PT�|N��c�</a:t></a:r><a:endParaRPr lang="en-GB"/></a:p><a:p><a:r><a:rPr lang="en-GB"/><a:t>��1�HI���1y9�Gk�g/��</a:t></a:r><a:endParaRPr lang="en-GB"/></a:p><a:p><a:r><a:rPr lang="en-GB"/><a:t>�X����������ח�] ���_x0000_/IZ͝��{:$���_x0000_0�����#T�|f���쪪xdT[��h��%���5��.����w��J�k�?�tk��J�1B8vS�Z&gt;_x0000_�&gt;Θ���mo������{1#��]���6m��eF��ߦ��&amp;#��M �	��C�����_x0000_c��nK��L���&apos;��!��H��o���&amp;{��o|��}d6_��Bw�j�4�����p�#G#��ӐH�Ǵ����Ti�#��&apos;+ڔ�+��*T�_x0000_��ь�_ˋ�|����l߄�p��eGu�[+(�2��1�LX~�o�����WQ�ο���M�5</a:t></a:r><a:endParaRPr lang="en-GB"/></a:p><a:p><a:r><a:rPr lang="en-GB"/><a:t>���jW����͟���1�m]��v�0(&amp;�ژ�U��a`�U p&lt;a����{�	����f���_x0000_CCB(A$��k��JϾ�����Y\���R�Ќ�����#�����_x0000_&apos;L.�</a:t></a:r><a:endParaRPr lang="en-GB"/></a:p><a:p><a:r><a:rPr lang="en-GB"/><a:t>`%&gt;�����I:^X�Z��so�l�n���?�}�ǖAƔ���xԉG�|�&gt;]s��X���r�l?:</a:t></a:r><a:endParaRPr lang="en-GB"/></a:p><a:p><a:r><a:rPr lang="en-GB"/><a:t>����~��_x0000__~�&apos;���:,��?��6���M��F�o������_x0000_�?�&amp;��i%</a:t></a:r><a:endParaRPr lang="en-GB"/></a:p><a:p><a:r><a:rPr lang="en-GB"/><a:t>z�{(��q�_x0000_M�`6�|�q�,�H~��GR��k{ОZ��ε��z�w7,�Q�Q����MG��m���uqW}&apos;�Uֿ��|�ӯrM٘�p̼��v��ҿ����^�&apos;��:��}���y�_x0000_b��A�/�g�k���_x0000__x0000_�E,�̦�_x0000_��&apos;&quot;��k�Y����o~��7�3֫%k����J���_�</a:t></a:r><a:endParaRPr lang="en-GB"/></a:p><a:p><a:r><a:rPr lang="en-GB"/><a:t>�E��ΐ��[�.fH�g���?�#��h����x�o�Da�LU�QN_x0000_~$����%�j}��:#5&apos;�2Ï�~�W�mʂt^��&quot;xb��:#��P���&apos;�sI:��t)�c� g��_x0000_8=r]`�Q</a:t></a:r><a:endParaRPr lang="en-GB"/></a:p><a:p><a:r><a:rPr lang="en-GB"/><a:t>-eN[�����_x0000_`?�{��#�֟�N����QF&lt;G�_x0000_����K�΅</a:t></a:r><a:endParaRPr lang="en-GB"/></a:p><a:p><a:r><a:rPr lang="en-GB"/><a:t>��[{ީ?��������ί�ă�mA�W�7[���T��(~��6$�_x0000_�]f�i�]0���x�F$�d�*����S���C�xT�_x0000_`�Ь���#xp�TxcR���;�؀D(����u���y!���V��NoE�������\���ꙻg�����z���x�����_�q_ {ޞ�A��o�_x0000_�]��z~��l�U��O�[ϸ2tR2��$�H�5����S�n#�g&lt;@�ϣz�</a:t></a:r><a:endParaRPr lang="en-GB"/></a:p><a:p><a:r><a:rPr lang="en-GB"/><a:t>Kq��h�P� �Jjj�&gt;%z?���Þ�Y%ߟ�0o)�I$���/V��+�Q=N+ή�IfYA</a:t></a:r><a:endParaRPr lang="en-GB"/></a:p><a:p><a:r><a:rPr lang="en-GB"/><a:t>{_e����iж</a:t></a:r><a:endParaRPr lang="en-GB"/></a:p><a:p><a:r><a:rPr lang="en-GB"/><a:t>��`UaR_x0000_��*t]7O�}�W{�)&quot;�|�* !��r�`�ro�T욺	�Ї�c�H@��={��eZ�_x0000_� (�������]��Ѳ�}��/����F�))�w%u&lt;H���(U_x0000_�_x0000_�)O���rr���ezT�S�&gt;��,��jV����W�Oث_x0000_&quot;���Ga��oӀoC�x�hc	M}#�msu�:�k��_x0000_`t�r}�l����=&lt;��O����5q��r{��~|(�m��Q$�{Y��_x0000_j/	kܛ���PU��/����\�V&quot;jM_x0000__��qӼ{����z�Hhw�������,�������i-v�qa�����_x0000_���w^`���_x0000_ ꇒ�l��_x0000_J?���=�����lib�~)���Lln³p|s���Y,��b���n���H?P&gt;�8nA&gt;ͅ�1J���_x0000_5z+~Z�MT���@+�H��?�^ciU�Cޟ����u&quot;�_�q_�}˱�OӜ�_x0000_Pgr�./{����}}�^!4�~���[&amp;�}��?�zS�?�@�_x0000_ʫ#�M��&gt;B�zorr*0��ҝ��54Ex?wW����q�T��&gt;�����1��Q_�ty�����������ߍ}�-�i�Ouu��C��-.:��B&gt;�Y�{�c��_x0000_L2J�W�aM]IZ�Z*�Z�ȸ�������#ۂ��u�����rJ�U�d}m�&quot;��&gt;��^�)�z��V�ӧ��#k6e�UM� ���oI�:Ϩ�_x0000_������5y���u�f��[�b����=SS�:�_�O���_x0000_O~ϧV�O��z�������SY��_x0000_]�$���_x0000_b=�l1&apos;�\����~��{ߺ�^��׽��u�~��{ߺ�^��׽��u�~��{ߺ�^��׽��u�~��c��+0F{B��1_x0000_���s��׺�O��r�U�y�w?Y��g�k���o��a%e��#;� �+�i�T_x0000_��^Y����p��{�^���X����w�w�cn��޽�[Ok��������7�����pn\�O!$�y*j��&amp;W�[�W�u��u���{�{�^���׺��u���{�{�^���׺��u���{�{�^���׺��u���{�{�^���׺��u���{�{�^���׺��u���{�{�^���׺��u���{�{�^���׺��u���{�{�^���׺��u���{�{�^���׺��u���{�{�^���׺��u���{�{�^���׺��u���{�{�^�����ߺ�^��׽��u�~��{ߺ�^��׽��u�~��{ߺ�^��׽��u�~��{ߺ�^��׽��u�~��{ߺ�^��׽��u�~��{ߺ�^��׽��u�~��{ߺ�^��׽��u�~��{ߺ�^��׽��u�~��{ߺ�^��׽��u�~��{ߺ�^��׽��u�~��{ߺ�^���:T��</a:t></a:r><a:endParaRPr lang="en-GB"/></a:p><a:p><a:r><a:rPr lang="en-GB"/><a:t>	$����m����׺�O���1��}|�뭒eN�ڛv��:-	���3�z&apos;%iu�V&gt;xn�Y�h</a:t></a:r><a:endParaRPr lang="en-GB"/></a:p><a:p><a:r><a:rPr lang="en-GB"/><a:t>?��Ԃ�u��_x0000_��_x0000_&amp;��2&gt;|m�?�Q���/Gu�&amp;�</a:t></a:r><a:endParaRPr lang="en-GB"/></a:p><a:p><a:r><a:rPr lang="en-GB"/><a:t>炑!�G�� ���x����{�to���u�~��{ߺ�^��׽��u�~��{ߺ�^��׽��u�~��{ߺ�^��׽��u�~��{ߺ�^���_x0000_폿u�;���׳i_S8���{��VC*�d,�T(����B��~��@�~�U�1�q,|�|�G��ӫ&lt;�L�B�A$m+�=m\�h�Hf�����)�׊4�������o����g:�1~J�{���tؤ���{s��߭��R�eN��2��fu(d��H�&gt;ڒtAV4����:z;	���8���Ǡ���0^�ZA�+�K���۵uB���vO��T�ky�__b��nl�)$x&gt;Ҟm-b��G�M��p�?&lt;|�@�mk�3^3$��}c���5��_x0000_7H�Π�r]�y;���t���#�L�;G�����6Qq�]�O۟&quot;jf�9��䫠���=S�]�+���ʃ�&lt;&gt;����1P\P�&quot;B׎E�ڠ�Γ��_x0000_&amp;O��������q�(��% �_�7VІ�H�f���ɩ�a(�|�P�4�!�H��U���T/�����k��[�\�\��8W�.A�_x0000_yes����&gt;?E</a:t></a:r><a:endParaRPr lang="en-GB"/></a:p><a:p><a:r><a:rPr lang="en-GB"/><a:t>�wƾ��:��e��=M�pyj�b��l��ɑyjz��J����_��_x0000_W���~�/�I5�����aj����KUS&apos;�[�,��ב4IF� �7����{i�ez8W�lm-��oN8�&apos;�S���B]�(eUA�</a:t></a:r><a:endParaRPr lang="en-GB"/></a:p><a:p><a:r><a:rPr lang="en-GB"/><a:t>��5��CSlx��^4����iᅻ8q�S��q=p��0VӮڙ!���&lt;�Y�5����o�-��$g9�_x0000_W��K2��Ҕ����?`r�4� #�\�Wry�����AՁ�u����{�</a:t></a:r><a:endParaRPr lang="en-GB"/></a:p><a:p><a:r><a:rPr lang="en-GB"/><a:t>[��ĐM��ۀ?����W�q�y�WO��,hUG��9����xe����T���&lt;:��*��D�4�EdS��e!��H#�o���í�J��_x0000_�n�f[�b_x0000_qt�i�u����ފE?&gt;�D����Y	�������S�*c_�&gt;�����zuF��~&amp;��� ��t�5�&amp;�5r�G6-�������A�I���M&amp;E��J��VT_x0000_�ê����+�����*�=kV�</a:t></a:r><a:endParaRPr lang="en-GB"/></a:p><a:p><a:r><a:rPr lang="en-GB"/><a:t>&lt;U������1ysGR�������ͤ���u6qM���������--i</a:t></a:r><a:endParaRPr lang="en-GB"/></a:p><a:p><a:r><a:rPr lang="en-GB"/><a:t>0&gt;|k��X&gt;֨x���X�&amp;K�k]X��}�mёP�_x0000_��_x0000_z�gz�I&quot;������NHШ��d�	UӪ�_x0000_����?��_x0000_W���z������U��&quot;����1�?�=^O��?�{��b�M�����m[�����;�&apos;!Y�ѿ�� ��o��=r���:�n��A3</a:t></a:r><a:endParaRPr lang="en-GB"/></a:p><a:p><a:r><a:rPr lang="en-GB"/><a:t>v�H�Y$p����[{0��(bX�t��&gt;$��Ν/�+c!����z��4��*z����7�d�5�X�UF[�{ʫ`�j7��idTz�&amp;]��Fj1J����?�\^�&quot;�o��T��h�������QZ��$����+�_�G\M-X_x0000_�i�&apos;�_�{n�ӫ��������ȗ</a:t></a:r><a:endParaRPr lang="en-GB"/></a:p><a:p><a:r><a:rPr lang="en-GB"/><a:t>���l��&gt;��Hƣ���V�kb+�o�=b.×FD�_x0000_U$S�0�_x0000_d������_�~Ϊ�Z9*T|���/�+~Km/�_;���r8���y�����M�{#%R�ޭ�1K�U�f33RRRA	y-�����6��7�����8 q? O�D{��q��c��~�ZU��Ge�=_x0000_�3�6����Go���&quot;wF��K�r�|�O�{��wMn�yf�o��K��B���oJ���U��F8|�����&apos;�����+��?��_x0000_�^��DORz?���Y�������Pi&apos;�G��UKw&gt;�R|f����Yk$���G��_x0000_~�x�	�M���-~��v.���ߞ^�p�?��u�lt�(U&lt;LI�H|e�ط�և��Q����_x0000_������ӐU�b���2?�tn&gt;��}�$Pc��P��1����nB�$�CϮ�&lt;�?�I�_x0000_{���Z/�z�k�t����_x0000_����r_$|����C �RG*ƕ#W�t&apos;���������_x0000_7��L�A�_?ş�O�z������3b�5?sb�d�n\n?q�gR�[��ESI2��4������_x0000_(�l����#��~]���\��&gt;��+�&apos;���U]��2��_�b���lEE\,y��q�˹N*+��~��|��f�yS��f��_&gt;�I�L6�4�tV{��Ĺ��Hf���#��%;[M�pe3x��&amp;�O�{4�ɀ�)��W����#�?�ߴ�_x0000_���:}��Ϟ���|�s$hq��</a:t></a:r><a:endParaRPr lang="en-GB"/></a:p><a:p><a:r><a:rPr lang="en-GB"/><a:t>}���C�N/!cp&amp;ݔ��o0������a{{tn/QLg4�&lt;�_x0000_���?/!��W᧑���T~��](i{G���U\�U/����������e;��?`��k�TK���XDo���꽝~���4��A��_�8��j�R��K��p�B�͏�ZSS��[�2���Ħ%�n_��ק~YmJ$vJ�mL�;(ԡn� ��kXFI����*&gt;�?&gt;T�}M�]+�(�FT</a:t></a:r><a:endParaRPr lang="en-GB"/></a:p><a:p><a:r><a:rPr lang="en-GB"/><a:t>�\y�}.6��(�a�s���3����=�N��&gt;Ut�l�������o�E6,��+��Ǐox�N�j~Y�3[�S)�Ցu����_x0000_���tgt�ob�2C[�}���\&amp;*�vш���_x0000_r�A��ǽ���+��Ϥ������уyk#2��]� v�Q~l&gt;����:��t���,��!������ԟ��ӭ��������G=k�\_~�׺�ߺ�^��׽��u�~��{ߺ�^��׽��u�~��{ߺ�^��׽��u�~��G�/�M|Gk�(&gt;������_x0000_����������(�g��_x0000_��;e�UJD����߿���������lv��ri��%�i7���W�B?�3�����kN�:~�ߺ�Y���u�~��{ߺ�^��׽��u�~��{ߺ�^��׽��u�~��{ߺ�^��׽��u�~��{ߺ�^��׽��u�~��{ߺ�^��׽��u�~��{ߺ�^��׽��u�~��{ߺ�^��׽��u�~��{ߺ�^��׽��u�~��{ߺ�^��׽��u�~��{ߺ�^��׽��u�~��{ߺ�^��׽��u�~��{ߺ�_����ߺ�^��׽��u�~��{ߺ�^��׽��u�~��{ߺ�^��׽��u�~��{ߺ�^��׽��u�~��{ߺ�^��׽��u�~��{ߺ�^��׽��u�~��{ߺ�^��׽��u�~��{ߺ�^��׽��u�~��{ߺ�^��׽��u�~��{ߺ�^��׽��u�~��{ߺ�^���D_�����?7�׺�&quot;0��E</a:t></a:r><a:endParaRPr lang="en-GB"/></a:p><a:p><a:r><a:rPr lang="en-GB"/><a:t>��r�c&quot;4!E�B_x0000_,	�׺�o�&gt;c�����-�C��.�_�_��Hi�����5	</a:t></a:r><a:endParaRPr lang="en-GB"/></a:p><a:p><a:r><a:rPr lang="en-GB"/><a:t>���n���EU}&gt;U�\�{�u|��׺��u���{�{�^���׺��u���{�{�^���׺��u���{�{�^�m�HZ�^�z��X}/ͅ�k_�Mo����U��u�u��c� ����u�	��_x0000_F�觙�Li�����tuOGm\���n��}S�p��Ud�Wa�.���Q�A�u�w�F�8���E���U��Ѭ�p\�P����|q�9����O��L2�E[%D�z�&apos;&apos;Qb�9Uf��}�_x0000_����G��� �`�#r�2��lv&gt;O</a:t></a:r><a:endParaRPr lang="en-GB"/></a:p><a:p><a:r><a:rPr lang="en-GB"/><a:t>_*�Ϗʡ�[s�_x0000_&lt;��~E�n����dWS�KYA����w�l3��	�r٘���@�u��E�j%ۄp�h1�H�_x0000__x0000_?���Ӗ�5��&amp;�(��V*(}T0�&apos;��&apos;��݉]���۟+�n�y����un,WP�[G�U�_�]R�L</a:t></a:r><a:endParaRPr lang="en-GB"/></a:p><a:p><a:r><a:rPr lang="en-GB"/><a:t>H�1�+O`Hb���M�jm�@�I���</a:t></a:r><a:endParaRPr lang="en-GB"/></a:p><a:p><a:r><a:rPr lang="en-GB"/><a:t>6�HH��{��R</a:t></a:r><a:endParaRPr lang="en-GB"/></a:p><a:p><a:r><a:rPr lang="en-GB"/><a:t>���h��Ǻ�����pPm���~��&lt;G�ު�{kaEUH&quot;�d�6�5-E[ƃB�Q3�W�v$�er��-�&gt;�����BX�DR�u��C</a:t></a:r><a:endParaRPr lang="en-GB"/></a:p><a:p><a:r><a:rPr lang="en-GB"/><a:t>�y,@���Њd���&amp;��BX�Ȏc&apos;�y��u�����B</a:t></a:r><a:endParaRPr lang="en-GB"/></a:p><a:p><a:r><a:rPr lang="en-GB"/><a:t>�\�?���G�/�|��O����Ҁ[ƶ*co#�n���GӁ?�G��ӗ9Q���9#���G����X���p�?@���T5	^�Z��j�x��P�S�(&lt;��}7,IRxT</a:t></a:r><a:endParaRPr lang="en-GB"/></a:p><a:p><a:r><a:rPr lang="en-GB"/><a:t>��q�?S���v#q������֬�~u�_x0000_&apos;]k*q�R�����v���ÀE��ߍnELQ��x���N��Uz�-eC2AKQ3�(fgS���U��Yl�6�{|5�j�G�����X�5H@�M��:e�Y�Ф�!��N��4ikw����:8����|�D�_x0000_�x���ǽ����i�$�\zEw�XA�Kҭ�</a:t></a:r><a:endParaRPr lang="en-GB"/></a:p><a:p><a:r><a:rPr lang="en-GB"/><a:t>��E;+���_x0000_,���T᷿ο����G�O������ۑ&apos;�_x0000_�lD���6�幰��q-�D�;�C�q���Ϣ��;��n$Tes�WW�N��_�a��_x0000_wW&gt;+����_ɜ���H:[�rW�k�����7��h`a&apos;&amp;9A�	,..*��P�1@f�m:/��Z6��&lt;��=(t_x0000_~�M&lt;�=:��|����:o�&apos;|ܝ��}�C�&gt;���xg��%zf����[�*������]��ki�_]���.�?ұ��ۂ�4S�C�����Ӆb�_x0000_==�3����ا��K�_3�����������MN��&apos;&amp;��#�Q�lq��x��҃�4��j���4��~��&quot;����}�ORO?=�R�_x0000_žO+^����$Q��_x0000_Aw�f�(���v�ݵ��I]O�|��=�����@1���� )A�ä�y܁�q�yՙ��u-=8�*�</a:t></a:r><a:endParaRPr lang="en-GB"/></a:p><a:p><a:r><a:rPr lang="en-GB"/><a:t>�_x0000_5��N[s�_x0000_:��U2���N��7�X؅�fZ:�囫uc�U�</a:t></a:r><a:endParaRPr lang="en-GB"/></a:p><a:p><a:r><a:rPr lang="en-GB"/><a:t>Ů/�&gt;��F�W�D�H&gt;�J%h���_S4�SS�Q</a:t></a:r><a:endParaRPr lang="en-GB"/></a:p><a:p><a:r><a:rPr lang="en-GB"/><a:t>��\��U�)2���K�·</a:t></a:r><a:endParaRPr lang="en-GB"/></a:p><a:p><a:r><a:rPr lang="en-GB"/><a:t>�3����&lt;u�H��,o���R�s{%���ݛܸ��S��������?��#c��J�/0o?�K��7%D�Ԙ�`S�h*/ɴwn�c�x�����oq�G�c����~mA�:���af+�_x0000_�_x0000_˨��_x0000_&quot;?��&gt;{�g�.�,��s0�I�,1�J4ܓe�������q�Y(�_x0000_m�&amp;�?�ޓSr�_x0000_����/�;���|�_x0000_0sG��f~t|��w�E��J�M��&gt;����3k����G����qm.��)o�������I�5]}߹	����/�ډXҮ�r�6�����د������-�����]��7���_x0000_�Yݑ?�h�^|�Y��z�_x0000_����������W��?����ap�V�����7XO��\��:-��kE�ɉ���z�E&apos;�P��E�_x0000_�{���g�_���_x0000_�G[��?���_x0000_��_x0000_��V?ɏ���&apos;k2��ӻOx��������1�$&gt;b�V_v��6~	�o�7fv���g��o⭏�AY�$]#W���7_K���EuGF�(T)qU|��$���;�_�9J}j=0z�)?�?��f��g̏毷��YV&lt;GϮ�x��1b&quot;9*�&quot;�7r��I����yې��T�_x0000_%�?��x ��0D�� ����_x0000_�˧:/�טؕ�_�o��b����Y�R������������Wjh�l#�n��_x0000_ �7*e��?�z�?��,tav��p�i�~h��M����:�&lt;�ƶ��9&apos;���_x0000_���;�ě|_���:��QdǦ��N���b|�Ǉ���_x0000_&lt;��8�a�!��_�n������J$7��`mǵ�ܸ#�+Y���-O��_x0000_������^��_�z�I�W���GۿΞ�xU��Eh|�	�emj�:͙��&lt;�̊���&gt;�����%��6��&gt;fI��Ȟ�+��.~_�_x0000_��uU=��Ϳ��ͭ��F��_x0000_</a:t></a:r><a:endParaRPr lang="en-GB"/></a:p><a:p><a:r><a:rPr lang="en-GB"/><a:t>�ޏ�zuw�����O���}QA�U�g����|���O����K����&lt;1S,Bz�/�7}���l]̀E,[P</a:t></a:r><a:endParaRPr lang="en-GB"/></a:p><a:p><a:r><a:rPr lang="en-GB"/><a:t>@��t�3�7E��w�cuTZT�*G@�u@�Ҽh:������L�n��S]�Q&lt;�OS���_!��!_+f��3���U��O��nI��j�&apos;0MjI1�Sƚ�O�:6��{��</a:t></a:r><a:endParaRPr lang="en-GB"/></a:p><a:p><a:r><a:rPr lang="en-GB"/><a:t>TJ���</a:t></a:r><a:endParaRPr lang="en-GB"/></a:p><a:p><a:r><a:rPr lang="en-GB"/><a:t>����a���0�-����=v14�������s����1�������+&gt;�����~�f�(nS���$��:2���QS�N?�ҏ��j��</a:t></a:r><a:endParaRPr lang="en-GB"/></a:p><a:p><a:r><a:rPr lang="en-GB"/><a:t>�Sf(=���~wB�z��޽</a:t></a:r><a:endParaRPr lang="en-GB"/></a:p><a:p><a:r><a:rPr lang="en-GB"/><a:t>ܱ��_x0000_v4a�QT�G�2+7�����d˩f��_x0000_����$^�9��7�X��T������;=!�_x0000_L�_x0000_�DI&quot;$��~o��&gt;&gt;2i*�v9�����1ޞ-����Vt�~4���G	�</a:t></a:r><a:endParaRPr lang="en-GB"/></a:p><a:p><a:r><a:rPr lang="en-GB"/><a:t>�	��� j9���Լ���Uy��e�P����v��&gt;��N��qO2z*&amp;�xx�]&apos;��G&gt;�-c/�&apos;�)��C�]&lt;9�x&gt;+F������O�޿�b��ߵ�����t|Q�ղ�	��M���Qއ&apos;=&lt;��</a:t></a:r><a:endParaRPr lang="en-GB"/></a:p><a:p><a:r><a:rPr lang="en-GB"/><a:t>��/р �l����2#�I���</a:t></a:r><a:endParaRPr lang="en-GB"/></a:p><a:p><a:r><a:rPr lang="en-GB"/><a:t>���7���L+�F���CH�ãa�����N�[Gu���K1	K_�����x�$�VN�����&gt;�)����?�&lt;���+�q���</a:t></a:r><a:endParaRPr lang="en-GB"/></a:p><a:p><a:r><a:rPr lang="en-GB"/><a:t>���_x0000_�ϥ3brq�i�Ոb��4����G��3m0��fx��\m�v:��i�Mh:n��o�#3��V�!��]V�Ђo~=�-�	?��\�Z_x0000_ �&gt;�fA��P��&amp;eYZ���?&gt;�S#`����$�8���\Zޡ�*�n?�������	[$����OQ�&lt;~9�k�޼&gt;]]�eZ�����</a:t></a:r><a:endParaRPr lang="en-GB"/></a:p><a:p><a:r><a:rPr lang="en-GB"/><a:t>C!�������G�}}��A������q%���_x0000_^��BGh��(V�������E��_x0000_G��`ґRi\��õ���u�c(����6V.�	�p��2�N^W�}R2�I���P�S��&gt;B��6�@@��y5�J���u�9GG�1��ݔ8��pU�����8�G]����c����˨s�V𢡄�B��5Ϥ�m�s�b�!�ΒA�����Ȏ��?����������^����j���zu6+-��_���Rf�n�EHc�fd!_Ԫ&gt;��M�U�8x�#�����Dܭa3�V��_x0000_�B���c�ϙ=����uu7�T|?�f�W��J�A�7oi`~[����:m��3TG_x0000_p�/�������s�!��_��&lt;��(1M�֫�����~],q�_���`T໓����ԑ#�vV��/�����?Pj�π|��Y�Mb�9�  =��:j4�p�u��]�r䐉</a:t></a:r><a:endParaRPr lang="en-GB"/></a:p><a:p><a:r><a:rPr lang="en-GB"/><a:t>���{Gv?��|��~}*��_x0000_��~������&gt;f�e5&lt;�g{7�x��0���@5�U[�*�ˤ,</a:t></a:r><a:endParaRPr lang="en-GB"/></a:p><a:p><a:r><a:rPr lang="en-GB"/><a:t>�bC�	*=�%Һ�+O1�O��$�m�LP-X</a:t></a:r><a:endParaRPr lang="en-GB"/></a:p><a:p><a:r><a:rPr lang="en-GB"/><a:t>�QP&gt;�?��ǡ��?��Ｆ?l폗=q�w�B�Jz��9�{�kQ�53m�٥��Z��,I �_ځ*��_oH���6�J</a:t></a:r><a:endParaRPr lang="en-GB"/></a:p><a:p><a:r><a:rPr lang="en-GB"/><a:t>Tֵ��3����Ѱ��</a:t></a:r><a:endParaRPr lang="en-GB"/></a:p><a:p><a:r><a:rPr lang="en-GB"/><a:t>����}������^�+��Qe��V�#�ya`T�7Џ{V���&gt;��H�#B�b�y�&amp;��]�.�nvi-^n�|��$r�h</a:t></a:r><a:endParaRPr lang="en-GB"/></a:p><a:p><a:r><a:rPr lang="en-GB"/><a:t>.5a� ��n	�_x0000_otZ���QǬ���ao��������J׮W��{�U����_x0000_��u����׽��u�~��{ߺ�^���7b�J�p�Δ�x���^����_�&gt;|L��[��,�Ql&lt;��ʵ[�z�:`��fP� ��3��������0RE���t�_x0000_)������m����_x0000_�|��\����t�����O�ےm��W/^�՜O�S��:O��@�M���Va��{�{�^���׺��u���{�{�^���׺��u���{�{�^���׺��u���{�{�^���׺��u���{�{�^���׺��u���{�{�^���׺��u���{�{�^���׺��u���{�{�^���׺��u���{�{�^���׺��u���{�{�^���׺��u���{�{�^���׺��u���{�{�^���׺��u�����ߺ�^��׽��u�~��{ߺ�^��׽��u�~��{ߺ�^��׽��u�~��{ߺ�^��׽��u�~��{ߺ�^��׽��u�~��{ߺ�^��׽��u�~��{ߺ�^��׽��u�~��{ߺ�^��׽��u�~��{ߺ�^��׽��u�~��{ߺ�^��׽��u�~��{ߺ�^��׽��uŀ`��(AH� �0`x#�=��uC�e�g��Z��*�fn�ݚ�]&amp;r:�:%�!�{���x�@&amp;N��H���8�j��UϺ�W��������?�bGB�������^�?�u���{�{�^���׺��u���{�{�^���׺��{�^뫏��_x0000_���׉_x0000__����{�^�1���1y�g%��b1T��d�Z�lf6���,չ</a:t></a:r><a:endParaRPr lang="en-GB"/></a:p><a:p><a:r><a:rPr lang="en-GB"/><a:t>�H!T���}�</a:t></a:r><a:endParaRPr lang="en-GB"/></a:p><a:p><a:r><a:rPr lang="en-GB"/><a:t>OUx�Uҙ&apos;˪s�������}C�ڟ�&apos;�(*�ƷW|+�u����e��~�Jm��1�v�&quot;8�+�=FQ��X-�:&apos;ŏ��p�!Ҙv���I�)��&apos;�ǩz3��o��yS9��:*�ȟ8��?���砫�3AK���</a:t></a:r><a:endParaRPr lang="en-GB"/></a:p><a:p><a:r><a:rPr lang="en-GB"/><a:t>]���@���j�&apos;Yd�خ�e�;�H�^&gt;�</a:t></a:r><a:endParaRPr lang="en-GB"/></a:p><a:p><a:r><a:rPr lang="en-GB"/><a:t>�</a:t></a:r><a:endParaRPr lang="en-GB"/></a:p><a:p><a:r><a:rPr lang="en-GB"/><a:t>���=����ĔiJ֝�&quot;��4yUC�Ɲc؟��V+vP��|b�?�x�W�_x0000_���s]�=^9MM~��ޟha&quot;yǖ8qS&quot;_x0000_�.lMs�HjW�ǧف���6�U�k�*(q�#PKb�Ȫ����q�Q������P�v�!K��{~��om�m=���m�T��#��*��E�˿x�ƎqƟ�����fۭ�P</a:t></a:r><a:endParaRPr lang="en-GB"/></a:p><a:p><a:r><a:rPr lang="en-GB"/><a:t>ZH�j�W͉,i�S�c��P�G��M��i���@@��[ZB�O����Ā��</a:t></a:r><a:endParaRPr lang="en-GB"/></a:p><a:p><a:r><a:rPr lang="en-GB"/><a:t>�+ԱEe],Q���7���j%mulT��UcӮ%\�1��_x0000_��Vڬ�e��������&lt;�ᨻh��&amp;�|1��}���u��eG @U��@�J惭-�[�I���_x0000_V:ɔ��objsۖ��km�X�y���c��</a:t></a:r><a:endParaRPr lang="en-GB"/></a:p><a:p><a:r><a:rPr lang="en-GB"/><a:t>xƩ�l�ᖚ*����Q���L��I�����_x0000_V:A?1X�M\(b	�P� ��nv���Y}A���Y���}��֙S�����7s|��5�4���_x0000_</a:t></a:r><a:endParaRPr lang="en-GB"/></a:p><a:p><a:r><a:rPr lang="en-GB"/><a:t>�J�&quot;�.�o-J�,���x���d F~nTp��&lt;�)���b��hrO��WSSБC�^�1��]���������4�D�m���&apos;&amp;����u</a:t></a:r><a:endParaRPr lang="en-GB"/></a:p><a:p><a:r><a:rPr lang="en-GB"/><a:t>�H�}�S6iiK)Wd��̪��4��q�I�!U4%u?��J�*(kR�_x0000_g�D���6�Z=&lt;��&amp;��P�_x0000_.�b��ϛ�BT˸�����eG������]�EN@.���v�,D�=��f#�]�9l�y`�Rh |���ΠTy��&apos;�7+�X�h��&apos;��#�O�����ٿ��|�L������㵱�~�������n�1����3��u�U�CeO��m7�,Ā�߹6��</a:t></a:r><a:endParaRPr lang="en-GB"/></a:p><a:p><a:r><a:rPr lang="en-GB"/><a:t>2���Vf&gt;^������Ս(��R��	&apos;�5k���[[��_x0000_*�-]&gt;_z�l���ܔ�</a:t></a:r><a:endParaRPr lang="en-GB"/></a:p><a:p><a:r><a:rPr lang="en-GB"/><a:t>��?&amp;�����+4�,�4[�,��֭HT�p_x0000_�#����x�@1ĩ���&quot;#��u�e5��[��9�,O�^��~,|X锤N������#��}���y��� D`d1��j�[�;�����~�_x0000_�7FS}u�+�_ ]X����̕�c�i�O�ф|�ki	WUJ�Zx�)</a:t></a:r><a:endParaRPr lang="en-GB"/></a:p><a:p><a:r><a:rPr lang="en-GB"/><a:t>Xq�@(�����n�1�</a:t></a:r><a:endParaRPr lang="en-GB"/></a:p><a:p><a:r><a:rPr lang="en-GB"/><a:t>+^</a:t></a:r><a:endParaRPr lang="en-GB"/></a:p><a:p><a:r><a:rPr lang="en-GB"/><a:t>X�?&quot;)�[��GU�N���54ʕ�ڦF�?R&quot;��0:���{D�ݹ�O�Ӿ��_��DUX�;�#L�3��UK_x0000_?�_x0000_����W	]MP~Ξ�Z��&apos;�����E�_2���-�#�G�K��57���D&lt;���z�v��C~\������[����5�ڐ��U�ꬪ�O�&gt;����4n�&quot;����O����}�����_x0000_�a��#�����_x0000_}�@�</a:t></a:r><a:endParaRPr lang="en-GB"/></a:p><a:p><a:r><a:rPr lang="en-GB"/><a:t>IזdL&apos;#���I�</a:t></a:r><a:endParaRPr lang="en-GB"/></a:p><a:p><a:r><a:rPr lang="en-GB"/><a:t>�&apos;�i-{ǿ}$�����S��_x0000_\�Rm�Q��J�����_x0000_��~��Rk���ع����V�O���݈�_x0000_\��Fk�+����n��JN��_x0000_��*�8���_x0000_�L�8�� ?�~�|��_x0000_?�u_�A��+)6�~@U�?&quot;����_x0000_o�Fk����_x0000_7Z��ϟU�[�U�翕�#*&quot;a�3|����L�Jm,d�_x0000_�]H y�=�￪.�%�����ǗD�ʍ�1����:�`�BN%V�TY�eWe�9W��&amp;���b?��-̷��a5&gt;���}Lz_x0000_��_x0000_-Ez�0���9��</a:t></a:r><a:endParaRPr lang="en-GB"/></a:p><a:p><a:r><a:rPr lang="en-GB"/><a:t>��PB����}�Zk�T�k�/\t�w(�Qï]5�혏�ћ��eS���A5������0&gt;#���0�%_��S��7s������X]L|b����m.����_x0000_�t|�ａ�o����ojUCE�:?af{pH�=U���iq�jzX�������Ӄ�K$����_x0000_��Kˋ�����0M@_x0000_�QKV5�RO�Hw����_Z�ֿ�TP=z$�O���Y|a����</a:t></a:r><a:endParaRPr lang="en-GB"/></a:p><a:p><a:r><a:rPr lang="en-GB"/><a:t>��U�2?0�MIW��oTv:�W_�7�#��O�v���h��(�����k�se��c��N��d���A:�,�T���R��,�W@�L���ˆ_x0000_����z�?Q�~^G,̺^Q��/$B�m�&lt;}��+��_X�3�?.��Zj_x0000_�_x0000_?]��+�1�U�&apos;iC��O=����wd��o��I�=~���?J��*6�����5β��U`�^�3�������Cg��B�?g�˩�Y\�Ly</a:t></a:r><a:endParaRPr lang="en-GB"/></a:p><a:p><a:r><a:rPr lang="en-GB"/><a:t>Č�����Hdk��i$O�F�ǵ�����𠕗H��H�ǐ�J��5������tٚ��7-3Q�|FtR2�4�������d�loo�&apos;��c��R�FmD�U�_x0000_����~�P*-?Ғ�����*����oj�=7d�$������z���@u����+$�L�S�f%���?S�|^���U(����iA\q�z���</a:t></a:r><a:endParaRPr lang="en-GB"/></a:p><a:p><a:r><a:rPr lang="en-GB"/><a:t>Z�vsC��P3��{�F�&apos;���&gt;`:�=\�3�zW�����tk�b�+9OO����e�/vv��x_x0000_Y�5��!�8p�uQ����_x0000_����q$~���UO�?&lt;?�7��׍#�������6��,c��;o��2��(_��{9���i��</a:t></a:r><a:endParaRPr lang="en-GB"/></a:p><a:p><a:r><a:rPr lang="en-GB"/><a:t>��ԡ��а�~U���M��M1��������ˬg�&apos;�J��rz�����t\f��c��{#��jl�ɩ��3�Ƣ�^m�Đ���_x0000_�z�Q��S�y�I/SQAVjջA��X�yy��t�.����6������=5o���d{��.��������F6,P���ۓhy�d�J���_x0000_��,б��tc1��PX9�u1�&lt;�q0\}��u���&quot;�8��_x0000_O�C��`j�����5���҆����faΖAa�7���v��?� _x0000_edPx� $Q��zӧ�/��%u2@?�x��t�?���ݵ_�:��&apos;�,��c���u��E3[Q׺6�.J�@W���7��v��R���������G�0p��&apos;���&quot;��te����.��u���r�`�Y?w_ڸ=���Q�a����������c��$P�Q�#�rx�ѥ�2Y��jB�[�ҬZ�&quot;+��������vJɋ��d��K�q����Y����e�*�tE�&lt;g����@�</a:t></a:r><a:endParaRPr lang="en-GB"/></a:p><a:p><a:r><a:rPr lang="en-GB"/><a:t>?�4&apos;��]cu�9&apos;�	�vIҧH��ӕ�a�${lڻw�����z5H��IB</a:t></a:r><a:endParaRPr lang="en-GB"/></a:p><a:p><a:r><a:rPr lang="en-GB"/><a:t>8�~���=ѥ`�p�X�-{YT��_x0000_~_x0000_���v��xe�?�&lt;[�/��{���{�R���I [�X�����Z����z��K�C)o�O,U����2�&lt;�,l��&quot;�8�Q���G��H%���Jy&amp;���QM-@d&gt;z9^�r��4�rCbRV]Hy_��x�&apos;&apos;���:I3[�Fc�u�\Q���3_&gt;���螊���</a:t></a:r><a:endParaRPr lang="en-GB"/></a:p><a:p><a:r><a:rPr lang="en-GB"/><a:t>���k��r���ݳ�{S{:�Ȇ9c��)Lj㐩 IJ��٤w�+U�i��s��E�햷h��0�Gi4��@����U�?�^�m��&gt;*���LMWM_��wamͨ��3�+꺓zK��Օ�ˊsN�1YHU�ȷ64�|�\��]��T-@hi��`H�J���Rc����|whM�����{j㒢�=��c�k:w�24������Niq��hD���_x0000_&amp;N_R��☩��&gt;u��_x0000_�t��۸��IE�Eq��C�Og=,�����WEB����/�xz/*�{��NG�#���V�i�vA�h�uei&lt;��|W:���Gx�iL!�x?���D�P�%CS·�O�̨�8㣍�����_x0000_.����G�ǫ�}x����)?Q��(�H奯�=�+&quot;&apos;�ȂH�&quot;�_x0000__j��</a:t></a:r><a:endParaRPr lang="en-GB"/></a:p><a:p><a:r><a:rPr lang="en-GB"/><a:t>���_x0000_���6aJӍ3Oˈ�����th���0���]LR��(�̷R:���_x0000_{�9閉�E4#ˮ��ɥ�H�����\Mͯ���lE+�t�%Pxf��o����{�^���׺��u���{��%�M��c�@��vHTW��A��x����͙�q3_���c�-��_x0000_���_x0000_0�L�.�wa�S`�&quot;�ZXʸ��2�۶Z�M-9t+��^��i�+`U]5��-���&gt;�\ܳ}&gt;�{�^�o�u���{�{�^���׺��u���{�{�^���׺��u���{�{�^���׺��u���{�{�^���׺��u�&amp;��׺�7������{�\^ߟ��ߺ�]��^���׺��u��O����׺����{�{�^���׺��u����{�^�~��{ߺ�^���Z����_~��w��{�{�^���׺��u���{�{�^���׺��u���{�{�^���׺��u���{�{�^���׺����ߺ�^��׽��u�~��{ߺ�^��׽��u�~��{ߺ�^��׽��u�~��{ߺ�^��׽��u�~��{ߺ�^��׽��u�~��{ߺ�^��׽��u�~��{ߺ�^��׽��u�~��{ߺ�^��׽��u�~��{ߺ�^��׽��u�~��{ߺ�^��׽��u�~��{ߺ�^��׽��uŇ؞</a:t></a:r><a:endParaRPr lang="en-GB"/></a:p><a:p><a:r><a:rPr lang="en-GB"/><a:t>����_x0000_R?�����e�������(����Z�}e[	����[*X��Req��6Zy��;�}JQ5����{��;�3���+��UXJmۼ:����9�Y�p��d�dv���E��=EY$��$\��^���������{����u�~��{ߺ�^��׿�׏��{�^�o�.oo���}������$(��o��so{�[�׏XW#Ȫ�N�r@W$^�5�B�q�Ͻӯ�����W�WƏ�[&amp;N��G�}o�eCi7�゛-�t�8&gt;�k���r��Yb�RLװ+�&quot;�ѯ�=R��&amp;��O˪���_x0000_4��0�d��Y���S��0J��_x0000_3��yn�ꨩeS{��z&gt;��_x0000_{�&quot;���F�Z��k]</a:t></a:r><a:endParaRPr lang="en-GB"/></a:p><a:p><a:r><a:rPr lang="en-GB"/><a:t>���D	�4��_x0000_*�ϣ�-�{�8e��&amp;���O��= ?��~��g�7�c��qS�r?�n\�C�~mj��V��C�ܴ�e !#�)��Ӗ��}�ͿS���&lt;����:휒����R�</a:t></a:r><a:endParaRPr lang="en-GB"/></a:p><a:p><a:r><a:rPr lang="en-GB"/><a:t>B��I�ZUA@�₄��:�`u΢�Π�{#��6�*,f��</a:t></a:r><a:endParaRPr lang="en-GB"/></a:p><a:p><a:r><a:rPr lang="en-GB"/><a:t>���[b�O����cv�0}Ң��C�,I&gt;ʦܧ�R�A�?������ח�-�1�҅�A�_���(WRf�G��&lt;q�_x0000_6Jh��Ҁ}��_x0000_h&lt;an�S!����3��&quot;Eb�9��k�~\:ȊĘ��1�Ɗ#[�_x0000_m�#���#ݾ�	���$��|~����\nY�q�N�e1��l�	f���}�8�5mƣ��T	9\D���SW���Ԕ5(�M$)-E\�#S�ztg�}I,��{}�^���?���m���$��̐�kOO��B�</a:t></a:r><a:endParaRPr lang="en-GB"/></a:p><a:p><a:r><a:rPr lang="en-GB"/><a:t>���������:�q;��6���wv�N��</a:t></a:r><a:endParaRPr lang="en-GB"/></a:p><a:p><a:r><a:rPr lang="en-GB"/><a:t>�؋�̴���4��&quot;�0[�څ��Rf]*u.hsZ�ڠy�&quot;����㋵P���� �|��9�E&gt;���|������&gt;R��.�e\_v|�����W��(w��sVӄ���C�0�/p�q�[u44&quot;��W���U�L��4\�e싥ccI`ծ&gt;0M����QS�]�t=�r�_�/�_��Z���{�g���N��RE(-D�����%a�$��Ǫ�e1�I����k�oU�˕mD�+�J��*�i����%�nW{�0�(2X�-��IX�=&quot;�����,�&apos;��Ż&gt;MU|��߽�#���=��6��|MFF)�������� ��0Ef@4�{��F�G���DjjCQB3�k&lt;D���;��;�_x0000_�)�4�_x0000_���՞�/D�g��]&gt;�zO��o&lt;tP�u�[�</a:t></a:r><a:endParaRPr lang="en-GB"/></a:p><a:p><a:r><a:rPr lang="en-GB"/><a:t>����u�i&quot;�m#�R����&gt;�Rs����5V��婁|ywc�-�h�����h_x0000_��&gt;��*j$WviN�bf��Y50ल�*�(��=�O&apos;�1k�ܓĐ������I�Y)��_��#T��1��e���r�u[�H��/x��*�3��x��ǧ^��6k�Rъ��N��ZׅNxf�:���r�a#��1QʂH��_x0000_����X�z��&apos;ʟ�?����f�L(G�O]*���Io���&apos;�`�����]݄0��@�Ga��T��O�QJq���K�ȱjF��Y]���ʈ��_x0000_��g�&quot;��G��J���zNT��Z��������G��T35�H�,�}�&lt;J?/,��oa���&apos;k�e3_F���)�hNu�(���&lt;���b���O�.���_��_���ߋ=U���&gt;N�y��F�������%|k+</a:t></a:r><a:endParaRPr lang="en-GB"/></a:p><a:p><a:r><a:rPr lang="en-GB"/><a:t>��y짆_��=�6��KE�c��}�50�L6����I_�M���_χ�Cl�&apos;�����;�+O�֘}��U�D�</a:t></a:r><a:endParaRPr lang="en-GB"/></a:p><a:p><a:r><a:rPr lang="en-GB"/><a:t>=��ʨ�rE����n93�!=�e�P1�2xi,e��q�^��y�m�IC�!�~�q�x��N����P����.��l���W(&gt;��CvMBc�,�����=����nAk��EA�%��_��=�_x0000_[v�R�2���c��_��Ӡ{;�_x0000_</a:t></a:r><a:endParaRPr lang="en-GB"/></a:p><a:p><a:r><a:rPr lang="en-GB"/><a:t>1�S����V_++)��Ð�~����e��y�/YT��nX��7_��h����C�s�}mܾ��XEn_x0000_5����H�����J��_x0000_4��W�R�PO�4���V�𥯒pOQ����d2�ϭ������Z���ܽ�f��}@��݇��v��u&apos;��&amp;�_x0000_$�:&apos;�����wG��_��z/[�����x���w�_x0000_)m��Q����`O��b��H�`xЭn/~}�Zr�j��K�Z�����QJd�^����_.�a3/eY!j��(��3N5���&gt;odes�����&quot;q��?�os,_x0000_�Œ�7#řm`��6���^�W#խ��a�k��7�᷆?9�S�2zb������ڞ�������t�	�a^0?��Y����G�8_lOay)e�	+�ܵk�D�p��\s_4��_x0000_�#q�)]��@zYm?�;��{�G����ևsU�==?���_x0000_O�&amp;3,�t,&gt;�on8b��q�Zp~��Gu�y�i�أ��Ot���:����Vď����i���o��p�_x0000_0���g�������4̋m�8ހ�z�wqŦ�j&lt;v/</a:t></a:r><a:endParaRPr lang="en-GB"/></a:p><a:p><a:r><a:rPr lang="en-GB"/><a:t>��EU�-#)bᬿC�ܟ����[��,{&lt;ks</a:t></a:r><a:endParaRPr lang="en-GB"/></a:p><a:p><a:r><a:rPr lang="en-GB"/><a:t>�7YRi^�p_x0000_������[�vi�u\:����L-H�9&apos;��7�g�_3����зJy$T���_x0000_64�(��M%]g�k�?�{��g�=���=Ǘ�M</a:t></a:r><a:endParaRPr lang="en-GB"/></a:p><a:p><a:r><a:rPr lang="en-GB"/><a:t>h��rT�U�E1CO���r�㿢�����</a:t></a:r><a:endParaRPr lang="en-GB"/></a:p><a:p><a:r><a:rPr lang="en-GB"/><a:t>��E�u�_x0000_1/�Yo��ٹo��_x0000_̍���.��c{qtG_�����n��&quot;��}����c�_mLru2��3�@��ϖ=�M���&quot;�1���ItAML�P�		�Y������5��g�-�!�:��kMO@�������&apos;�&apos;pd��u�_x0000_��j�ʂ�T�lM��}Y���������7?����T�F{�o�&lt;�?�3��{�n�!��Equ{Zz��8z�W��^�Y�I����d$y@����a#���)^S�q�#&amp;���G��$�*bz���_x0000_�ق������r�$k����/��&amp;CCCT��&gt;~]�=��%�Yv��w����zRc&gt;W�_x0000_7�MG�һ5��k�N��CzÔJX����&gt;��������Ѿ��x5���j�����m���nK�n��8�_x0000_�e���a�;(��}����^����c%�R~��m��a��hn6���4�g��k��}ݹ��s�:R�?�TWG_x0000_��L&gt;N|��k�+���!v��ހ�]���;#�giR��v]��q��{�&lt;�S������.����e&amp;\Y�k�</a:t></a:r><a:endParaRPr lang="en-GB"/></a:p><a:p><a:r><a:rPr lang="en-GB"/><a:t>Pc{.h��,</a:t></a:r><a:endParaRPr lang="en-GB"/></a:p><a:p><a:r><a:rPr lang="en-GB"/><a:t>�(�O033:�p#R�J��Pj�G�{��[[�ڕb����BQ��SA�*�C�GV��k�_x0000_λ	3��S���	���c�vg���</a:t></a:r><a:endParaRPr lang="en-GB"/></a:p><a:p><a:r><a:rPr lang="en-GB"/><a:t>EBd��:E��=�7nd䋭�I�</a:t></a:r><a:endParaRPr lang="en-GB"/></a:p><a:p><a:r><a:rPr lang="en-GB"/><a:t>�rj:�Z��_�Ҥ�R��z+���d�T[����D���+�����q��񞌿���bOD������*����I&amp;H��RG���{rIi..�&gt;Mn_x0000_��:��Ѫ���� ʇ�͏K|���ۋ�����3�x��&gt;��{CTя�SSn�X�+#��}�;�n.�Kۘ���������tmo��_x0000_*�V��I�_x0000_&lt;��?ҭ�����O��_x0000_�n�=+�����\cO��`v�O�,Z-v�</a:t></a:r><a:endParaRPr lang="en-GB"/></a:p><a:p><a:r><a:rPr lang="en-GB"/><a:t>5�&quot;�����.V�����_x0000_�?*&lt;.+�ۣ�9����x����P�_x0000_���=	��RW�:X&quot;��o��_x0000_X��Z9��|R�JE�)&apos;�Y&apos;������EŽ�ywfy&lt;(���M��}�~��ѥ�����_x0000_��Q�t �&gt;%Yʽ��B���_x0000_�)}�7�������o�|�-���ia��L]dWV��� @&apos;��mɳ� ]�hf�OՄ~}��&gt;��}k��w����O�{����2�������~�V]�U</a:t></a:r><a:endParaRPr lang="en-GB"/></a:p><a:p><a:r><a:rPr lang="en-GB"/><a:t>��`?kj�Ѧ�1�m�P�ixŏ�y���Ky�;��j�%$�(����:�A�J�m�;�Ч�wq&gt;=(�sJc�����7�~^����ErBr;cb�b�0�[!�l�)k)m��mI��$�����{�X�.���#P�~Z�?�C ���5�:�J����V�n.&lt;5�E��${.�l�D~1�m-�t�)�CJ��~��t&gt;Z��|�Ѓ�&lt;�:oh�, x��ia�nJ�**��o�����ULH���C��;��Ժ��J3�u�&amp;A�:�e��?��c	���V8�T�L)�x~�?*t���&amp;��H&lt;*s_���γ*exĆH��f�u&apos;�֐ݭ��ژ�$����S�%�|�_x0000_�H��.����ԟ�u%���I!y���q������4�~�������7���D�2��_x0000_d`�</a:t></a:r><a:endParaRPr lang="en-GB"/></a:p><a:p><a:r><a:rPr lang="en-GB"/><a:t>����b</a:t></a:r><a:endParaRPr lang="en-GB"/></a:p><a:p><a:r><a:rPr lang="en-GB"/><a:t>�����&gt;�wn|�Q�ԕ4����?g-\�5Ef�鍋&gt;m��$]�CGb���f����מom</a:t></a:r><a:endParaRPr lang="en-GB"/></a:p><a:p><a:r><a:rPr lang="en-GB"/><a:t>�� y</a:t></a:r><a:endParaRPr lang="en-GB"/></a:p><a:p><a:r><a:rPr lang="en-GB"/><a:t>��_x0000_�e�_��N�o&amp;&lt;F��?ȓ��!_�ĕɗ�ͣ�_��Pd~+|��N���r�CQ�L�f01a���=_�g���^i&amp;����d0\K��yg����`�ݸ��ك���6?������T7Ɵ�?�&gt;J(dq��_1:��&gt;NmĂG�$rn8!��B���\�:�6&gt;Ė���J��F=j]@M�4��A�T�K�\ͯ[S�Ӛp</a:t></a:r><a:endParaRPr lang="en-GB"/></a:p><a:p><a:r><a:rPr lang="en-GB"/><a:t>��CTt�;&gt;.���n��\?8��!�e:۱;&apos;�dUR��Iv�_�,�ҡ���),�}����&amp;@;�L�_x0000_�P�1�����Zs&amp;��F�;��~���c�钫��oީ���/�Y��&gt;9��</a:t></a:r><a:endParaRPr lang="en-GB"/></a:p><a:p><a:r><a:rPr lang="en-GB"/><a:t>���;#i���X�I�Ps==U�����#ћ%�-�&amp;q��uJ]-�HS��=?n��z0��/{��ǤP</a:t></a:r><a:endParaRPr lang="en-GB"/></a:p><a:p><a:r><a:rPr lang="en-GB"/><a:t>j�	�ʖ����_x0000_B�U7/��y��4��jox��`�l����3Kbhr.ۣ�h��?me$\qϵ��G�9�j1�]J)��so�62H#v �Z�B_x0000_�+����a�9���ȳ{^��0��Moffq�����</a:t></a:r><a:endParaRPr lang="en-GB"/></a:p><a:p><a:r><a:rPr lang="en-GB"/><a:t>LY=�$�H�=^�,��I�ړ�HM8�I��OGqn�C��Ʀ�q�#��?˯4��D�X�X���*,�)��T�;J,�_x0000_�a�,���1��5�p��Rh?/����� $�����2�� ��\�_x0000_@�_i���</a:t></a:r><a:endParaRPr lang="en-GB"/></a:p><a:p><a:r><a:rPr lang="en-GB"/><a:t>b�$P�׫���B�*8���?��;�_x0000_Fkk��7QԮA#�h��$~]2A#�~��эlUQ1�EH�&apos;�,pTI�\�����S��XվC�?�V�j�I�����^�SKWE,UUutr��)h�%��5&apos;QA$AF�2i�_��$���a�5ʹwuI�]&apos;�#Wρ���~�G�������zG��݋%^��Xf�tnT�|f���M��&quot;���</a:t></a:r><a:endParaRPr lang="en-GB"/></a:p><a:p><a:r><a:rPr lang="en-GB"/><a:t>��������ho�ˢ�n��ݗ]8j��5@��_x0000_�g�=K��j:JG�/�_x0000_�_3&gt;�&amp;��~���i�s��Er��OW�w��ED��/AX#Y*�N��3D�$��Ϡ��&apos;xmU��&apos;ЁA��5��@)��3�����V������l,qsW�~&apos;o�~&gt;��������2⪦�H�D��&quot;ɢ�@*`�㸑SN���Z ��y�&gt;c�u��ql����N,_x0000_���_x0000_?.����|�_x0000_�N�����g��ޭ���:���Zn���&amp;���4�=��Y��B8�bz|�8�b���E����;և�(G�}3�uo�wv����n}����͵����N���z�%Nn�6;-�yi�BA㔂x���ʄ.</a:t></a:r><a:endParaRPr lang="en-GB"/></a:p><a:p><a:r><a:rPr lang="en-GB"/><a:t>H�1��V�=EQ$�C@b@��;���_CEn��}�7/�:�#�g�ooO�׹�_x0000_m��uj���:�1����G��_x0000_[ߺ��=��;+�:�����3����m���zf�)l^�ٸi�v���	q�wbr��ֺ�?��ί�;�Wv��|��e=�W�y�WE,�M��9x3�_MSUW&quot;�ǎۻ&gt;*Ęg���=��us���n�`�b��̒Hd��ċ��.=��u�ߺ�^��׽��u�~��{ߺ�^��׽��u�~��{ߺ�^��׽��u�~��{ߺ�^��׽��u��׿u�3��}7&quot;��,�}L���{�^�9uF���= �E�_x0000_��ߺ�X�wY</a:t></a:r><a:endParaRPr lang="en-GB"/></a:p><a:p><a:r><a:rPr lang="en-GB"/><a:t>�(��c�H#ӦK�Z�兇����h�ֺ�����X4l&gt;��&gt;�׺�q�_x0000_s�&gt;�׺����_������w��{{�^�;;+}.�Bo�}%��y_����^�R	8�bXp���V��������{���׺���_x0000_�����׺��0b��(B܆?�6����{�	S��0U�U�G��+����m��ߺ�R������?����u����_x0000_����Lx�_x0000__���_x0000_m��{��f2�0�M*Ŭ��}q*u-�_��ߺ�RP�A&lt;]A�{�㑫ߺ�\��������{������K��^龢�x�m��K4�5�Z���j���}��t�&gt;���?���^�~��{ߺ�^��׽��u�~��{ߺ�^��׽��u�~��{ߺ�_����ߺ�^��׽��u�~��{ߺ�^��׽��u�~��{ߺ�^��׽��u�~��{ߺ�^��׽��u�~��{ߺ�^��׽��u�~��{ߺ�^��׽��u�~��{ߺ�^��׽��u�~��{ߺ�^��׽��u�~��{ߺ�^��׽��u�~��{ߺ�^��׽��u�~��{ߺ�^��׽��u�~��p#�</a:t></a:r><a:endParaRPr lang="en-GB"/></a:p><a:p><a:r><a:rPr lang="en-GB"/><a:t>��H&lt;�A���_~��Q&apos;��u���Ŀ�&apos;���-��[�xm�_x0000_�)�kP����z��&lt;��8</a:t></a:r><a:endParaRPr lang="en-GB"/></a:p><a:p><a:r><a:rPr lang="en-GB"/><a:t>���Z���j�E���</a:t></a:r><a:endParaRPr lang="en-GB"/></a:p><a:p><a:r><a:rPr lang="en-GB"/><a:t>{�^��on=��u߿u���{�{�^��_x0000_������{�.l��&apos;�ŭ~m��{��P��X��1�р׍x%�ʐB?������NO��̗��_x0000_��</a:t></a:r><a:endParaRPr lang="en-GB"/></a:p><a:p><a:r><a:rPr lang="en-GB"/><a:t>�Cv�/���[#��|��^��mCK�z�i�&gt;f���|q�%&lt;T��UH��-Z�^���:����5�(	&lt;&lt;��i��@�_x0000_7��U�]���&apos;���v�_x0000_{�q}��Ww`jV�Ό���=�j��&gt;)�r�UR��5o�[q�F��o��ׇB��VE�r&gt;U�(�MH�z\t/���ћ�v����%�+[��;�7/vw</a:t></a:r><a:endParaRPr lang="en-GB"/></a:p><a:p><a:r><a:rPr lang="en-GB"/><a:t>EL��j���3b6�1��(�p��Za��r�/���9ϙ&apos;����0�$mp)ƥI�N����7</a:t></a:r><a:endParaRPr lang="en-GB"/></a:p><a:p><a:r><a:rPr lang="en-GB"/><a:t>P�؄����䩨����CP8ţEI��sa�}6�l�2�k��н6�8~</a:t></a:r><a:endParaRPr lang="en-GB"/></a:p><a:p><a:r><a:rPr lang="en-GB"/><a:t>-</a:t></a:r><a:endParaRPr lang="en-GB"/></a:p><a:p><a:r><a:rPr lang="en-GB"/><a:t>{h2x�q��=`���UXK�J�B$����_x0000_܂/e&amp;��_x0000_��Q�U���J#�5�?�I�_x0000_W����1���݋�T�0�V?����&amp;s]G��-=5\�&gt;��%i$��_x0000_PZJj?;���3�Ŵ[��_�g�Y�=��.���&lt;�E&gt;���@�-����9 �|���6F�Sẟ5_b����9�+��{O3��V(Ҫ�3u����M�E�4�*j�ɦMt��_x0000_LV�H���-ʅ�T��\</a:t></a:r><a:endParaRPr lang="en-GB"/></a:p><a:p><a:r><a:rPr lang="en-GB"/><a:t>^��ࢸ�^�������~N�������݉�W���w� ܭ�[B���)���ߏ�Q�w�V�|�G^��*��V��{��h�`��($���Y��J�US��z��nw��X�$�H_x0000_R�CQ���X�������[|���/��f=���}�Ǐ���~&gt;50}pb�2;BI�FR8�1&lt;�y8�	�.M�w���*-Ҫ8j��k����3��d�=ܕg�b(NkƼr�_x0000_��S�b������9�Vo��:{�r��%n�m�O�{/3SN</a:t></a:r><a:endParaRPr lang="en-GB"/></a:p><a:p><a:r><a:rPr lang="en-GB"/><a:t>��c���TN�L�L�Z�C����3r�+��</a:t></a:r><a:endParaRPr lang="en-GB"/></a:p><a:p><a:r><a:rPr lang="en-GB"/><a:t>�1U�&amp;�T_x0000_CUk� �%��1C\��g�f	=�����_x0000_�O&lt;�X���+2ڬ�_x0000_@GЏ�×2Mr�䔓�`qCA�/�FV��Џ��Z�VD��&apos;���=��</a:t></a:r><a:endParaRPr lang="en-GB"/></a:p><a:p><a:r><a:rPr lang="en-GB"/><a:t>����o��&amp;J�mU��|�]-h����_�뙺��[��}���.���[��&amp;�Q�g�|�&lt;�o�N�_?�N�M&apos;���$Q��_x0000_l����n&lt;�4���ņ�j-줼%:EM?�^�I�`���T�=a��S���1��8����e�50@�����W���+~�$�I��=�� BS �������϶C�H|�u�gȏχU��_�g�m�y�Jn����8̺JЍ������Z�4�l�&gt;��-R�����Q�_x0000_[��\����_x0000_�&lt;</a:t></a:r><a:endParaRPr lang="en-GB"/></a:p><a:p><a:r><a:rPr lang="en-GB"/><a:t>O�r&lt;2xV�A�\t�}�5����AK���������i§�=T�u�_x0000_¬~l��/�zC�Ȯ�Y����z����3�|rP�⒫+�`ڋ&gt;N���-� @ߩ$����b+�$��}g�}Ǚ�������I��ȭh+!JV���X�����d����]����Þ����a������QB_x0000_����ad��&lt;��oM4z�p����v���[�����@�iA.��8�=��㞃w\��ѯ�ދ��I2L�J|^�#���?,V�h:/�]�%�nO�ؙy`�������Ċt������SM4��N��X(/b�&gt;�V���5YYA�W��D��&quot;��J~މ|�nf-���̝&apos;�g��o^�����Z����_x0000_�s��mE�#�c�._eb+��o���z���X�N����6;%�.A������;��I#a��ǏL�7m��J�iRM���k�ä�/�7�=X����?:��f2�W|��&gt;��p����</a:t></a:r><a:endParaRPr lang="en-GB"/></a:p><a:p><a:r><a:rPr lang="en-GB"/><a:t>�#S��*��������&gt;�q���3�_x0000_oW5䑅�e�</a:t></a:r><a:endParaRPr lang="en-GB"/></a:p><a:p><a:r><a:rPr lang="en-GB"/><a:t>?!F����S������d�%��h$%V��&gt;&gt;u�ç�#���&quot;h�bG�Yu����&lt;^\��=����  &lt;𳲎4_x0000_���ܛ&amp;�ސ��uw��8�@ϐ鲯�7l2�ߒ*{��)��=�GP�uZl����E�_x0000_�ڸ9� !�lo�%&apos;�5��]*�۹]2��S��S��Lc��@�c|�Ót4K���޻�s;�o&amp;��J��k�݇��t�A]�+^�7���_x0000_(�i�Z���f�i�u�NHm����@��ү�=	�dz��	�)I����V�7��ܓ�-���߫wXF~���Sc.|x�_x0000_�&quot;����6`�qE��8�</a:t></a:r><a:endParaRPr lang="en-GB"/></a:p><a:p><a:r><a:rPr lang="en-GB"/><a:t>���v�1����k_x0000_?��ʱ܂���,0V�c=��i�uf�$jC�QƠ�_x0000_�.ڎ�1_���IU�ڭHӛ§�s�b�oK����J�����&gt;&quot;�?����[z���,5@`x* zfS������T��&apos;�Ƹ?�O�$q�ch�s�k�����}3��n���E�I��b���Ǐ�9�8�÷�S��ZJp�ge��x������t�zT� ����3�����#�-��.��uf��-險�[�_x0000_�N�ؿ$�Gx��-Ǿ&gt;=�I6���VΣL����2��D�/��3��c���Zs��[9R(eM$�7Յ��&amp;�:�</a:t></a:r><a:endParaRPr lang="en-GB"/></a:p><a:p><a:r><a:rPr lang="en-GB"/><a:t>�=:�7��n���B�1�P�P�	C��������n�ٺ(v�~��xI���EI�0�q3c</a:t></a:r><a:endParaRPr lang="en-GB"/></a:p><a:p><a:r><a:rPr lang="en-GB"/><a:t>_��uT´�MdŒz��x)����cw�eج�y�����EhF��f���:��m����V���ٚKƣ�_x0000_y�]�?��[S��+�~�i��Qo]���5�R�_x0000_z�w�cw</a:t></a:r><a:endParaRPr lang="en-GB"/></a:p><a:p><a:r><a:rPr lang="en-GB"/><a:t>�}��8W���GS�R�FSU�����׶s�&amp;Ԇ`���+������8�=K���w�m��E�e,����������������O�������姛��F9s�e^�c�6���l��|Ti-,�Ձ�ڦ��nu{���\�[%���}(�R�)�u1�5#�ҽl�4iuh���t�J�5��$gI�@b;�,�������M��;��&gt;=R�M�6ƫ���N��6�ۻgq�&quot;��6���ԺW&apos;��8z���@͢˧�i��}�9��{�n �N�1��-���jx&quot;�&amp;��y���O�Q�1f�d�6Df��ͅBڔP$6_x0000__x0000_������&amp;����g�/p�hY&amp;��Y&lt;F���3��!��a�Y��c1!���I��_x0000_������=�xd�b -��x&quot;���z�7o�k�r�M�+���%��ͥ#�:L�&apos;���wx���&gt;�ڸ|���Y*���p�u&apos;���8�X�TL#�oT�����4�Wd�b�|�H�V!��5�_x0000_?J9k�</a:t></a:r><a:endParaRPr lang="en-GB"/></a:p><a:p><a:r><a:rPr lang="en-GB"/><a:t>�&lt;ѼZ�[.�i;</a:t></a:r><a:endParaRPr lang="en-GB"/></a:p><a:p><a:r><a:rPr lang="en-GB"/><a:t>���Z��N{����]?�!m�]�؛�u��+}v�˽&apos;�������l�V�_x0000_F�,�R����8�+IPŗ�t_x0000_�N[��{S��^�ChP�_x0000_��iJ���ч�?y~g�y�6N_�m�-�·���J���</a:t></a:r><a:endParaRPr lang="en-GB"/></a:p><a:p><a:r><a:rPr lang="en-GB"/><a:t>04Ѩ6��Rx���&gt;&apos;�R*�/�{fTE�R���2j�%�-��Ik�k�O�w��{)�@/�8�I�Q-�1^����8�y$����Ū��q#e��wy|�:�CwN,�l���!L��dn�-k</a:t></a:r><a:endParaRPr lang="en-GB"/></a:p><a:p><a:r><a:rPr lang="en-GB"/><a:t>B��Q�_x0000_\�}������ش*�W��jG��z�?xk}Z��6�O-W_x0000_)+����#�&apos;�˭�����]��MT�[V��^Y�~�U[�����_x0000_��ȅ��k� �H�����:t0�~�\��,{�� �md�H�_x0000_I��R�C��#��</a:t></a:r><a:endParaRPr lang="en-GB"/></a:p><a:p><a:r><a:rPr lang="en-GB"/><a:t>�</a:t></a:r><a:endParaRPr lang="en-GB"/></a:p><a:p><a:r><a:rPr lang="en-GB"/><a:t>O���_x0000_/��1;�k�E���=����G��3ܿ�c���-�N���B�A�۷�:5O{=��?�-շ�-��,�W�&gt;��{��^</a:t></a:r><a:endParaRPr lang="en-GB"/></a:p><a:p><a:r><a:rPr lang="en-GB"/><a:t>#�/�sdn(�3�Xw�m�)[S�������U�?M_�q��������tr�R�ĊԱ��#8&gt;C�NX����r�7���5�mm�</a:t></a:r><a:endParaRPr lang="en-GB"/></a:p><a:p><a:r><a:rPr lang="en-GB"/><a:t>�֎��MF()�����yc՗�&gt;#|��������ф�-�b8�by�L��W��]�}�=��ed��l�A 3�x�B�䋅</a:t></a:r><a:endParaRPr lang="en-GB"/></a:p><a:p><a:r><a:rPr lang="en-GB"/><a:t>���]{���Ɂ�fzB�~O�)�</a:t></a:r><a:endParaRPr lang="en-GB"/></a:p><a:p><a:r><a:rPr lang="en-GB"/><a:t>5?e��Gn	��P���C%Kۍ�������������C��3���F��H�V�B�$g���</a:t></a:r><a:endParaRPr lang="en-GB"/></a:p><a:p><a:r><a:rPr lang="en-GB"/><a:t>(IʁК�m��� ���ǐ�ZoL8���o&amp;</a:t></a:r><a:endParaRPr lang="en-GB"/></a:p><a:p><a:r><a:rPr lang="en-GB"/><a:t>o�xJ�B#]����S��k\�Kˎjw�&amp;3���=�.w^~��}�=�b��M��L�?���nۿ=m�P�����;T�6��_/^�V��ݹ��L��ߓ?&apos;z�GP���o�;�&gt;��0^Je2�0&quot;�uC����{%op��f-�ln�g��9�#\ӈ&gt;}~���C�&lt;%1�g,S�P4�p��G�{����#�F��h_&amp;+(�Dt�!z������[R=&gt;~��#��Ԏ}���[�_x0000_����W�u���U��˦޾m�����qғ��є�߳����?��Q���_x0000_%R7�ߝa�zN����GcW�0q�!i���٣s�#߲-ń�O�ϗG��&lt;�A�zZ�����,����צ�����9�������PO��Mww�s0f������c=*?��c~��$�U~�_x0000_?&apos;۰�������&gt;M��1i�k�}pq����+e:e��޴���|�3�O�}����ܝ}��U{�*�[�{+��ks��}}.N&apos;Q�s{bNX����m4R/�%�Ҟ��6�B&gt;}C͛K5VH����娟������]�Y���.����9S���]������#Lb�&amp;fk��{���Su��P�l��R�O2�)�!���%����B�k�_x0000_AW�t}�5���M��yv��Uz�sx�&lt;�&amp;�T����5J0��W�������JJ�,��&gt;ҵC�m�@�B�G�Ӭ�J�+� �)�k$r���+�;�YO��</a:t></a:r><a:endParaRPr lang="en-GB"/></a:p><a:p><a:r><a:rPr lang="en-GB"/><a:t>X���L�M�%��χ��]\�Z0� �(G��:�Ia�L̊�আY��г�{~����ޓn�#@�1O�:P�Քc�F&apos;�4#�=I�z�/㩨Apn��!�x���B��ymYb����kP�� W��	E���^]������,nGޝ�=�G�����;����H���,F�#Hj</a:t></a:r><a:endParaRPr lang="en-GB"/></a:p><a:p><a:r><a:rPr lang="en-GB"/><a:t>��W��������}�ZHV���a��}I���d��֭_//�uZ���G��i�z�?</a:t></a:r><a:endParaRPr lang="en-GB"/></a:p><a:p><a:r><a:rPr lang="en-GB"/><a:t>���IA�~!���ޫ������x6s�Tao�~3�H�q�ao��b�撒G�����Q�&lt;�=\�B�$Ra4��`����C|&apos;�m},i���汶&gt;Bm�8̒u���_x0000_�[_wdk(�������t�[+[�A���y�m��u�8b�I�&lt;�8#�ˤ��4�kQ_&gt;8B����&apos;�9~V�_x0000_4~�JU�;�����Drs�����mv=S�z�*�;�A���j�i��y�*u0�$�x�ni�TBX�T����P~G��2��z�jwڤ�1����3Ӧ��s_˻tg��3���u�K�\�=s�_����m�+2�Gx�.�fTr��_x0000_E��V7_x0000_���tip	�_x0000_HZ����t�Ϙt�3-5p�g^�`�W��Vc�s�{��p�޽��_���\&quot;��uu��������u�?��I��mc��x�״����T�0,�⦔�Zp&gt;T9�B�9�ŕC��M_x0000_=��� �ʣӧU:�EkL�Z��˴����+T4e�#^���I5n��}��</a:t></a:r><a:endParaRPr lang="en-GB"/></a:p><a:p><a:r><a:rPr lang="en-GB"/><a:t>A&apos;��^KD����Tv�#���߉�z��_.�nuu�7J�A�&quot;����׍�=l,r/��u�T�&quot;)F�bF#�</a:t></a:r><a:endParaRPr lang="en-GB"/></a:p><a:p><a:r><a:rPr lang="en-GB"/><a:t>�ֆO��usk�-�S\�p���ُu?��|�Nｑ��olUl���;7�6~B�jjݫٻ_	�p51�)I���(&apos;�X^@��-�}\��_x0000_�u��a5L`)&apos;��zq��=V5W��</a:t></a:r><a:endParaRPr lang="en-GB"/></a:p><a:p><a:r><a:rPr lang="en-GB"/><a:t>���o���K�l��������YJޚ�U��xSp�}��_��)�`X��݈ �f�nn����_x0000_���z���&amp; 1�R���I?%_J��������{��=�_x0000_4����u�wtNJ���ʓMp��]�۶jͥ���T�b���yƥ��TXw[Nrq���֟�����Ż5�x0_x0000_�i&amp;��_x0000_� y~��w��GyR�Gf�M��ӽ�d���_x0000_B�5�&gt;S�랦�mXp��v���C&amp;;9)�XƦ�{1��$�\�_x0000_1��|�J�t}��)_x0000_`���&lt;8c?:p�ک2�u��\�:���[O</a:t></a:r><a:endParaRPr lang="en-GB"/></a:p><a:p><a:r><a:rPr lang="en-GB"/><a:t>e</a:t></a:r><a:endParaRPr lang="en-GB"/></a:p><a:p><a:r><a:rPr lang="en-GB"/><a:t>|t�c��*e����S���R���\�9�ݸ���:[����uG��)7�������6��m�z���oT�U�{�Ǽ�6��TY9Я�-�c��ؚ)�&lt;iU[?�U��1�E%&amp;?M</a:t></a:r><a:endParaRPr lang="en-GB"/></a:p><a:p><a:r><a:rPr lang="en-GB"/><a:t>54�Tt�$����KKVX�H�E��{�[��ߺ�^��׽��u�~��{ߺ�^��׽��u�~��{ߺ�^��׽��u�~��{ߺ�^��׽��u�~��{ߺ�Q�@�V�,�PlJ�@$8�p8�_x0000_~��k?�����|��r�&quot;��w��_���s�WSw�Xތ�&gt;Ҫ�g�f�M����}��|2���RL�|��׺s��-���_x0000_��ό=-���������b7G��Ⱥ&gt;�۝+�=����������f���8��&apos;E&amp;�X4K	I�׺����A�=��}��}i�(�&apos;c�d�[gf�vԣ�fh��{�y��q��*���b��Y��	(��)FV�c��</a:t></a:r><a:endParaRPr lang="en-GB"/></a:p><a:p><a:r><a:rPr lang="en-GB"/><a:t>_��~b���{�/��c��S�����O���;7�!ܱm*���Z�j�i</a:t></a:r><a:endParaRPr lang="en-GB"/></a:p><a:p><a:r><a:rPr lang="en-GB"/><a:t>d�,�E�,�Va��o�_x0000_8��۹�G�~L�&gt;Im4����O���2X�Վٹ]�YI�^����ͺ����S˂��%d��eE/��{���͛���^���&apos;D��D����K�$���}���_���Z�6���f5�&lt;���H��_x0000_&apos;�{��y�������{���R�Υ���;�-�f�T}:��A��~�6PV�$��UK�*�atؓ��{����_x0000_�w�/��_x0000_~+n���_x0000_(h�=ݝA�3=u�vOXoL���3V�*�9�;+g��^c��Tty&amp;L�N�S$�7p��&gt;��ω6�5|�뺮�������x|��Wt�O��m�ѳ�]2k��{�gn�z,�.��x���XǨ��^�_�ϙ����_�;�x^����=��**��{�;�w~N)j1Oim�OQ���ZJ*g`���/��E����e�!�</a:t></a:r><a:endParaRPr lang="en-GB"/></a:p><a:p><a:r><a:rPr lang="en-GB"/><a:t>�Y���Z��t٪�}Ͱ��]v^�����z���:�ub)�U4f8���S��5:^DV�^�6�)���/�����fzμ��w@v7c힢�:~��E�{�g��(��C�7vfJ_-^zU%D/�4_�=�7��W�����~������ͳ���v�`6�K&amp;�c���!��_x0000_�c�vu���Lr��54�QUGM�t�X̂G�Z_~��</a:t></a:r><a:endParaRPr lang="en-GB"/></a:p><a:p><a:r><a:rPr lang="en-GB"/><a:t>������߳�&lt;v���/^�C��S�v^�����`*eh)so�;��OG#��SK���$��J�ߺ�@�h�_x0000_&lt;o��]˞���_x0000_�kC��f�e����N��W��֦aAM�;���*���z�Xjk��I�l���{���K���&gt;#�_x0000_7&apos;�o�� �&apos;�fC�l�{wlm�ܻ�;��@�O�O�0u}v6}~{5W�� ���E,fy��$q���{�&gt;�����*������j�lf��u�q��f�sXmð��Y�#Y�N?l��MC��)�He��c�X�R�~�����������WN`~Q`Nwr�&apos;띟��;+�q=#�;���g���b ��</a:t></a:r><a:endParaRPr lang="en-GB"/></a:p><a:p><a:r><a:rPr lang="en-GB"/><a:t>���4y5�B��#����F#�7�)��.]���-��m�������e����������`�_Q�r2R�봕oDYYQ��_~��O����������ym���Lo|9؝�3x�].��%${wq�z,�gS�j��鲴�e�Q�M]��Ƴ���-,=��u}���q�#�����~�׺��u���{�{�^���׺��u���{�{�^���׺��u�����ߺ�^��׽��u�~��{ߺ�^��׽��u�~��{ߺ�^��׽��u�~��{ߺ�^��׽��u�~��{ߺ�^��׽��u�~��{ߺ�^��׽��u�~��{ߺ�^��׽��u�~��{ߺ�^��׽��u�~��{ߺ�^��׽��u�~��{ߺ�^��׽��u�~��{ߺ�^��׽��u�~��qapE�u7_x0000_و��~��Q7�YY~3���\�̳�x~�����R���&quot;��~^�M��sY��c����.κ�R.X/�u�3�x�~�ʢ%V���Z���Ǧ���_x0000_��=��u?ߺ�^���b��@, `l/���(Np:��o�eDI&quot;`Y���Ǎ�7Q��&gt;��y���A��tL&gt;b0�������]���n��Z��:{i�[뻻O(�U��z���T�rrTO�%@�)R�5L ���&amp;�&gt;��Δ</a:t></a:r><a:endParaRPr lang="en-GB"/></a:p><a:p><a:r><a:rPr lang="en-GB"/><a:t>s�@MO��O΀�Μz����?�s����_�i���B�wpǅ���8J�M�ݸ��n��UӴs����)J�!q���D	Z����ϣݫb��E��U�?�P~a��q�w�����������&gt;�w(wޟ$�/�쿐��YP�z�o��s����S�M@�C��-��;��卡UZ1�s\P�3ԛ�rŌP딝^|�	&quot;�&gt;�yi��4�I4��W��}r2�L������&apos;��}�	�����i+�&gt;��)�Pp����\�GUE�9$+b��m�{�N�)/j�4�_/�N�#	Ɣ��a��8�:�$YC</a:t></a:r><a:endParaRPr lang="en-GB"/></a:p><a:p><a:r><a:rPr lang="en-GB"/><a:t>D���e/ffPA</a:t></a:r><a:endParaRPr lang="en-GB"/></a:p><a:p><a:r><a:rPr lang="en-GB"/><a:t>&gt;��,.oa�H�V�����D1L���Im��v&apos;T���a���ٝ_��e�\���=ՃٻV�͝�;��(s�#iY�Ƞ�ژ�����P��Z������H$�m��}Z�z�Ҿ��&gt;�</a:t></a:r><a:endParaRPr lang="en-GB"/></a:p><a:p><a:r><a:rPr lang="en-GB"/><a:t>g�ě��M�U�S�h|R�o�Y��N㚚�?1�i&gt;����J���:)� ����.i�h*H �Ot�`��PT�%�8��(x�9C�R(C��3O%V�(	4&apos;MG1�L��x�L�4�_x0000_�W�H��_&gt;j:cad�qd&gt;*�_x0000_.VC��Ԕ1�5�sz|�ܩ6��Sʖ�g�j&apos;%���:Ef�蕘b�5���BЊP6�</a:t></a:r><a:endParaRPr lang="en-GB"/></a:p><a:p><a:r><a:rPr lang="en-GB"/><a:t>{��.������,Z�S�(�@�p�&lt;�G�����a�7|o�}��&apos;�Jl�dU�xv��hY�Z������s��ݥ���F��;�7n��+3_x0000_��+��҄�S�H�çSnE������}O$֝��g�̳�ҝ&quot;0�o&quot;���^���ros�&apos;?���%iX�8���$�f��#�f��4_x0000_y�f��\z��H@��{K �ł�S}=G�{mQ�j�(�L�_x0000_��)�4KK����$&gt;��̚</a:t></a:r><a:endParaRPr lang="en-GB"/></a:p><a:p><a:r><a:rPr lang="en-GB"/><a:t>��_x0000_fd�%��嘃��+��\�dwxv��j_x0000_�+�N��كΕ���z���</a:t></a:r><a:endParaRPr lang="en-GB"/></a:p><a:p><a:r><a:rPr lang="en-GB"/><a:t>g#���J@5;�@H�}aE����8���ۛX{�;]�澀��RY�j��AĽT�_x0000_&lt;&gt;����_x0000_�	��-6F_��&apos;�g�����g�n�ݽ��h��٩U�%��</a:t></a:r><a:endParaRPr lang="en-GB"/></a:p><a:p><a:r><a:rPr lang="en-GB"/><a:t>1�#ZC�I��˷��Dd���ք�M_x0000_S��$�����c��r�1č#(�D�A�`�_x0000_#���_�Q�νV3��¿�!dZz}�ڇ�w�jdxKQW�kw�5y|�#����ӱO�6$J���Z����6+�@j�)�H����{����6����˸��%A�{��lzW&gt;U����W�w�</a:t></a:r><a:endParaRPr lang="en-GB"/></a:p><a:p><a:r><a:rPr lang="en-GB"/><a:t>Y)S�&gt;=|.��F�&gt;��[�ڽ�s�_x0000_;U�5j�}�&gt;�����W+�����V��!t6�M92��+�ݏ�I�a��o�-k�[�[�A[��:O���f�_x0000_���4�H�|��~�뭽��9^����s�W�,vډ����;�wLB����OI�v��X��R⠧�J�&lt;I�%�we���l�bH�8d)���,|�[&gt;x�y����1�F����-�en��ڍf�!���E�9�	�E.)qu{;3��&gt;f�_x0000_/?�0�~㳟h���.���Ncj��H`��	G_�Ԃ#5l����1�vml��1A��#��jZ��f��=}�������{��m�q����I!�� m�A4�7yb��|3V���C��ל����]SC�[G6��${Ҋ}�ݛ�RFSj�2SK\#��WI�:�D�����	�)Z�H�p��A��쨦��;��}�W�����ff�ItǑi����~!ח�6�S.���r�ü�p�&apos;�p���15L^���t��HI��b_x0000_H�=��&quot;��X� Uh&lt;�Z���&amp;�4�Ў�`�~\��[���Z�(�^���IZ���ץ�N��{.�����aiiU�h6�T�� ��sO&lt;Q&lt;�CJ/co��������#��_x0000_K?����!����[�k�j~_�^�m,�dvl�QuN�we1s��`wf�V�����N��&apos;��ߏh�9�g�B��v��DEWQ��Ҹ?&gt;�$�q�t�Q��V|�A�ѡڿ�_x0000_���_x0000_�7��n&apos;������6���Cn���Y��UWU(_�3�O���Ȯ���&amp;�\���_x0000_�����u�{r��/��C�#�6|�Ͳ����-��B���6�Ϲ���E&gt;=k�_x0000_�2��e2{�{?CqQ���ʏJt2�ڛ�����U&amp;��V1O�Э��E���6����,-��Yi��z�3g+�Y��`�m�&gt;�/}��H��2�/&apos;��G���ט�^2}G�c�F��D�%_�#��0������E���q�T��!�@mſ&gt;�Ͻ&lt;��3���_x0000_�}��x��+��J߄�Bh&gt;U��9�cM���&quot;�i���k܀^۫�G�Ԙih�m���A���Oxy�����_x0000_A��/`y1An���_x0000_X�Oq�_x0000_$��(�[%�2���$x�~9X�����u9�S�t�C��! z�4�OJW��R�h�w�^%cHUI�&quot;4q���\��K�NA_��!s��f=�����롽�~�?�.�����?�T�_x0000_�/���Eg�B�u8�</a:t></a:r><a:endParaRPr lang="en-GB"/></a:p><a:p><a:r><a:rPr lang="en-GB"/><a:t>-��ض�~�w�</a:t></a:r><a:endParaRPr lang="en-GB"/></a:p><a:p><a:r><a:rPr lang="en-GB"/><a:t>l��/娎��Iac���_x0000_o�p{���pZ[��O�Q��t�陽��ɣ����8Ɛ!ϧ�#�pz����_x0000_{S�.��ge�O��_x0000_w�eVlo� L~Wng�}�zcԲ��N�-5dB8f*bTk˼�ΰoj�ȑ�4��*�g���&lt;����IW�Q���_x0000_�D���0��Rw��X�=uؕL�8��1�8��[�6��j����uY{�M���ۋH�Ml�J��Hb?</a:t></a:r><a:endParaRPr lang="en-GB"/></a:p><a:p><a:r><a:rPr lang="en-GB"/><a:t>怊��H�s0^��н�</a:t></a:r><a:endParaRPr lang="en-GB"/></a:p><a:p><a:r><a:rPr lang="en-GB"/><a:t>p��2T�wO�	&apos;�T�*5�=*&gt;:˚��*�����w�C�-��٩�!k�;Rv�cfe����_x0000_w����`|osak�_��3m���R���V#���їEF�z�P$_x0000_*1��&quot;{��X�n�[���`KOh�$���B@�Q�</a:t></a:r><a:endParaRPr lang="en-GB"/></a:p><a:p><a:r><a:rPr lang="en-GB"/><a:t>*u�</a:t></a:r><a:endParaRPr lang="en-GB"/></a:p><a:p><a:r><a:rPr lang="en-GB"/><a:t>N�Y_��5�7�4��ps�e6�Ŧ�&apos;�iS�n��h�FX�d���l�D�}��{9a�o{����[��+Y �TS�!�d�3!P���`ڸ�:U�{�{%&apos;-�A��F��ͨ�4�8v�Pס���f�슎㫊)������˝�����QA�F~X���,5�����jy*̊���ߓ�l}���7m��z��/�kqX�;D��$�K</a:t></a:r><a:endParaRPr lang="en-GB"/></a:p><a:p><a:r><a:rPr lang="en-GB"/><a:t>�S���,\�QI�\��%&quot;�k�BTR@�G˥�*��-ՙ�6�v���=���ZF�����Me-T�	$8�Iw��{ʯ��yW���i��%H\��$�һ%�k�v�H��~��&gt;��Y���)o��m�</a:t></a:r><a:endParaRPr lang="en-GB"/></a:p><a:p><a:r><a:rPr lang="en-GB"/><a:t>@0*����Nkў&apos;��$��8��&amp;��Φ��f�+��Ek�#��l[��_X.d�������+_���3���W�U�f�)̏��U�AR7l�&gt;���K3�鯣��鞎m)R캱[G��v�Q�\Ȏ%O���n��s�g��x�m�]Ikq!:(�~=I�`&gt;)_N��/��B�;�tvٞI/�Co�Xc�%���Q��</a:t></a:r><a:endParaRPr lang="en-GB"/></a:p><a:p><a:r><a:rPr lang="en-GB"/><a:t>���Q&amp;����	E1C&lt;s�G</a:t></a:r><a:endParaRPr lang="en-GB"/></a:p><a:p><a:r><a:rPr lang="en-GB"/><a:t>���5�R�:e&lt;�p�!S��/�G�l-�j�v�miS�!�x�</a:t></a:r><a:endParaRPr lang="en-GB"/></a:p><a:p><a:r><a:rPr lang="en-GB"/><a:t>&quot;����q�7Y��wfiMp����4�jO��</a:t></a:r><a:endParaRPr lang="en-GB"/></a:p><a:p><a:r><a:rPr lang="en-GB"/><a:t>&quot;��y$�*�bI��ϵ�I�m�p��_x0000_�S�L~΃�j�kr&lt;I?0�c�����ΐ�&quot;���1��Rs�de�Zj-�����i�I�:�a�}.D���y��O�o	QEV$���&apos;ֽX�	ӭ�R�+ڣ�ON��ą�z��ަ?_�&apos;޾�qR7R�O%j}�0�D��M��_x0000_�J���|��nCN�nK������&amp;����NX�I&apos;$��O��յّBG�[((��\�i �4�1&apos;S�̧�-����{{P�i�������</a:t></a:r><a:endParaRPr lang="en-GB"/></a:p><a:p><a:r><a:rPr lang="en-GB"/><a:t>���Q�^��D����K�MLiP�XL�Ǵ�X����[����#�8AӶ�Og&apos;�f�&amp;�N��GH���o�b0n���[�b�{ia2@�K�C�~�Ȧ�~B�:��+X�_x0000_ �_x0000_�=�=���BYs�*0\8_x0000__x0000_|�2?</a:t></a:r><a:endParaRPr lang="en-GB"/></a:p><a:p><a:r><a:rPr lang="en-GB"/><a:t>~-��K�D��S��2�Bh���l��_x0000_����{ǰ~�n�Q�[X+\�)��=�&gt;�{��Nf;���?�y��iaN� ����S����K�d��қkv�K%Ao�QE��\`[�e�_x0000_n}�{�܃���c3�qI�%�?�&quot;�C���:�i����&gt;���?�r)������_x0000_@�o��{��8�펠�n</a:t></a:r><a:endParaRPr lang="en-GB"/></a:p><a:p><a:r><a:rPr lang="en-GB"/><a:t>�S���CN��.��}ż��ڼ��1�oI5�@�-�</a:t></a:r><a:endParaRPr lang="en-GB"/></a:p><a:p><a:r><a:rPr lang="en-GB"/><a:t>8����&quot;�&gt;���tto�p��w[��&quot;y$W���_x0000_��76ܡ����_h���;Kwo&gt;���n5=Q*�n~�x�����~��Ns2X])\Ї����_x0000_m���~�7w�p��OY��=R������F����~������8��.j2?��_x0000_��5�}Ƚ���O���k�_x0000_��k���E���R��.c��4���Eh�#Μ3�?r���&gt;Ė/o`��*���QK�])�ڙ*g&apos;�e����c7�2��}O��p��߾V�2X��A��_x0000_2_x0000_�u��8�_k}~(v�f(��R</a:t></a:r><a:endParaRPr lang="en-GB"/></a:p><a:p><a:r><a:rPr lang="en-GB"/><a:t>&lt;�9_x0000_����]ֽS���&quot;��_x0000_;�u�F�[�����fǱ�$L&amp;U�W 5��</a:t></a:r><a:endParaRPr lang="en-GB"/></a:p><a:p><a:r><a:rPr lang="en-GB"/><a:t>�i�[͢�׈72�}�֠&lt;��om��ᵶ���S��Pq����Zy�{67ʏ����Ű�ao�&lt;S^M��ߩ6/tRda�N�</a:t></a:r><a:endParaRPr lang="en-GB"/></a:p><a:p><a:r><a:rPr lang="en-GB"/><a:t>�%ǪH���A���^y���`�-(t��ˊ1�d�</a:t></a:r><a:endParaRPr lang="en-GB"/></a:p><a:p><a:r><a:rPr lang="en-GB"/><a:t>V�@*��z9��j�ɿ�c���2�̂[��������[���#�~|m����p|h��_x0000_Rn:�5��Ч�P&lt;��#�u�/pͽ�&quot;nAb���6��*F�_x0000_LQ��,d�0|�{o��-��V��)?���͈v4�4��z:��i�v�h1�&quot;:��o�l�D��2}�ҹ}�ִ�9��^��㔆x�z�_�@_x0000_&apos;��y��s϶��&apos;�)�If��Fɦ�5�k��ݻ�v;Ұ��	#��4�,p��ܒI&quot;��@1^���v�/�E�w�K��[�H����W�6����/6���A��وUW�OI����̖���&apos;�V��.G���wK��.����~��_x0000_mA��F�X����C������P�A��$�T7�:�&gt;ʮ,�-���U @n��T�c��`����,��5%N_x0000_$f����0nQd(</a:t></a:r><a:endParaRPr lang="en-GB"/></a:p><a:p><a:r><a:rPr lang="en-GB"/><a:t>�&lt;R�����_x0000_\�^=��|J�Q��h?Վ��hB�Ƥ�k�8�_x0000_.���VX%�-e��d$��zY�׏ǵ���F&gt;&quot;��</a:t></a:r><a:endParaRPr lang="en-GB"/></a:p><a:p><a:r><a:rPr lang="en-GB"/><a:t>R���t��bq�Ϥ������x:���[dvvޭ����	�[G�1�T�.���)�lH_x0000_[�=�7����G3�I�͓��~U鶲�B�_,PuU����_x0000_/����N�ٽ���e�oυ]���F��y�qP�7Xp5�</a:t></a:r><a:endParaRPr lang="en-GB"/></a:p><a:p><a:r><a:rPr lang="en-GB"/><a:t>�s-��+q�ae�[���u�ր�ǉJ</a:t></a:r><a:endParaRPr lang="en-GB"/></a:p><a:p><a:r><a:rPr lang="en-GB"/><a:t>cY�&gt;�P���Q;[�|35W ajI�i�ڵ�q^�՟�_x0000_�GA�?�~���46v&gt;�!�������;�H��K�C�:���-�%���E�e�bM��6�Т�B5x+�~!+}E$_Lq�V���G�����=+�W�3��GLY�&apos;�;�����X_(���	�n���&amp;�gJO�I[���_x0000_���F&gt;;�a�Ļ�݈�Oou���&gt;��k�IPj2H&quot;�?��q�B^j�-�# Iω~xJSѧ�����G�</a:t></a:r><a:endParaRPr lang="en-GB"/></a:p><a:p><a:r><a:rPr lang="en-GB"/><a:t>4��Qt�d���Sͱ��Ch�m=U(?ugVo�1{��H�LOc�+r%*��o���� Á��^�-��nh	+SO��hM�5�+���E5U;�����b����E(,8�x����z��Ƕ���W��?ξ��:0�YG)o��O�j����	A</a:t></a:r><a:endParaRPr lang="en-GB"/></a:p><a:p><a:r><a:rPr lang="en-GB"/><a:t>�.�F��_x0000_�e�</a:t></a:r><a:endParaRPr lang="en-GB"/></a:p><a:p><a:r><a:rPr lang="en-GB"/><a:t>�_x0000_�ޫ~O���C�_��ϥQ4q��&apos;��^hň���!eᴲ�`�_�=��&lt;d0�@s_&lt;g�~&lt;���7+_#�%P��U�+��u�c�=E~����^���M4fu��C��_x0000_����w۝9���_x0000_���=���oݻ&amp;�!�k��nz��v�&apos;��5��ȧԍO&quot;h&lt;�����q������V��3�����b���X&lt;{pڼ���1�j���2�d�n���g��ō���+z�u�%���i蠓!���]C�s�M����eQ6!M�iwH��o�3�Ơ4���Δ�Zχ@��3&quot;�-����P_x0000_#�_x0000__x0000_e�~y����_��C��������M�]���-�6�_x0000_S���߆�X�ֽ��_x0000_-Y�1q�3f+g��{{t����z��*����j=K��&lt;Z.&lt;�Oʿ/�|�R��,��3�ңO�kLR����������m�Q��-��]v�t����o�z</a:t></a:r><a:endParaRPr lang="en-GB"/></a:p><a:p><a:r><a:rPr lang="en-GB"/><a:t>�_x0000_�&apos;I�:�=��9�鳸�����|i��[����#4�k_�c�t��+�~C�_B|�ˣ���􏣭�d�B�O��n����f���\�7�G���s���.@�U_^����{Ҵ����.���Z���׺��u���{�{�^���׺��u���{�{�^���׺��u���{�{�^���׺�&lt;�(]M�y���a��?�Ͽu���vO�)s�-~��[Kg��.?���y�n��m�+��m5J�P��E�]����&gt;�׺E8���O��+�_x0000_���{�_x0000_lvwm�|�؟+����1[ʗ�z7�(*����w����M�i�&quot;���e�uW�i�D_�{���b�ͯ���(&quot;�pn\</a:t></a:r><a:endParaRPr lang="en-GB"/></a:p><a:p><a:r><a:rPr lang="en-GB"/><a:t>���~4oZ�vo7��T�llOA&lt;YM�WA���`D��b6Gu$1�^�]̮Cg���&lt;�ݚ�Uc�/^v���|�&gt;����1��b�o��!�����M[E3:�s�YJ�����[#�_x0000_8</a:t></a:r><a:endParaRPr lang="en-GB"/></a:p><a:p><a:r><a:rPr lang="en-GB"/><a:t>��=%��_x0000_���~�����k��O�m��/�J��񏥻���屻�{�헥�Z�Z</a:t></a:r><a:endParaRPr lang="en-GB"/></a:p><a:p><a:r><a:rPr lang="en-GB"/><a:t>�I���멙�FD��׺ 5Q����_x0000_?_偵�a|����]ˌꯔ��ύ==U�՝7�2�</a:t></a:r><a:endParaRPr lang="en-GB"/></a:p><a:p><a:r><a:rPr lang="en-GB"/><a:t>���岹l�y�!o�����:h�%�����3��ux�� �ʳ���J�_��&gt;�N�%����c��8�M��j�_Kǿu�?�5��������k��;3n��Q���O�]O�����~.n�F:�y�f���&apos;v)V��+�h�l��J�u�^���_x0000_*.�ݛ���蟑�3�O�.���Vk�u�B���Q߸��ͭ�몭̹`k�{�I�WQV2��!�,t�7��X��?se)�]�_x0000_-�]&apos;���f|����۽����~Z����@Su�؆�����49�����pTH֍�,4��2��tE~1M�/�Q����_x0000_)&gt;J|z��[�v�e&gt;���u��:�l�5&gt;G�q��.솻-���e*#S���UzX^_x0000_��B����n�)pU?�/�sA�����?�:i�)��u	���Q	$��f��b�W�=׺&lt;_+;�H�������_x0000_������mu�o��ݽ�S7���~��������&amp;+dUFۇsʎ�cq��9Y�R���a�^��ʿ����_q�S���-���48|?ƞ����}I�&apos;޴U�y׹ث�Y��C,���ɒ��x�@�#��׺4_ʫ-�+n�t�Y�lJ��^���o�qg&apos;�˹2��ܙ�;S��Fɶ螥��u�f�D@jy��Q~9�΅ݟ�W�Ew\lʡ�;�u���Ӌ�j*�����c%�ɵ�~F�=�-FJ�)ܭ��U�&lt;�R&lt;���3�+7��D�������*&quot;.����n�������7h	�k2�ꭳ=���5��Ҷ�YD^U������{����?&apos;w��iظn��������uo&gt;��f�ܛ[�wg�gv������].��5�oH3F�.*�Z�������X��{������_x0000_ϫ��sx���0�_x0000_-��8_���w�&apos;�緮���]S�7Zc�bGYE%N�G���W��u9��^���of:;+��?�}g��ڕ;V���I�����5ݹI��&apos;gJ��Ͼ&quot;����%%�� ������~����_x0000_ۏ~��s��׽��u�~��{ߺ�^��׽��u�~��{ߺ�^��׽��u����ߺ�^��׽��u�~��{ߺ�^��׽��u�~��{ߺ�^��׽��u�~��{ߺ�^��׽��u�~��{ߺ�^��׽��u�~��{ߺ�^��׽��u�~��{ߺ�^��׽��u�~��{ߺ�^��׽��u�~��{ߺ�^��׽��u�~��{ߺ�^��׽��u�~��{ߺ�^��׽��u�~��qe��\Z������Q���{n�����;���</a:t></a:r><a:endParaRPr lang="en-GB"/></a:p><a:p><a:r><a:rPr lang="en-GB"/><a:t>N��}Ӳ�j�u��n���cnG�P8���.Z��{�^��_x0000_(�_x0000_�9ϕ_�&gt;��Z�{wh�2���</a:t></a:r><a:endParaRPr lang="en-GB"/></a:p><a:p><a:r><a:rPr lang="en-GB"/><a:t>&lt;�;��?3&apos;YvM5]��O6C-rk`�)��z��u��ߺ�\$}��U-�t�k�k*.#ߺ�@&apos;ȏ���K�2ݵ�;��wO��)�	w�ʦ)���&amp;x���%��)��f���1D�z,j=x)rx���9����0o-�M�_���,W觓���-�O��f�4�:�e�:G��dGxs��S4�$5�WR	|��Є5�\�G��ˡ.�˷-�AN9 �R�ʚ��e&lt;�&gt;-/ߍ���~��}�ڿ&quot;���ʮ�����Ƚ�Y&lt;c��Uf�͖�����I�l��aۛ��W��G���_x0000_�R�,�l�ӊ�k��EXgϷ�ã���/���Q#$��$Gd���Tj���X�er\O&amp;3Oϡm���q�dp������!?J;�{�P���̓�</a:t></a:r><a:endParaRPr lang="en-GB"/></a:p><a:p><a:r><a:rPr lang="en-GB"/><a:t>��_x0000_���:G pX�קK�S�.����9w/�7�/��3�\���[���K�S�Z7B!_?ʃ��:-%&gt;_�c���)����cG�������o��S��?cu��|�ZY�Di(J�n�P3��H$}8��`��+N&amp;����}�(�+یW��l�b����e3b���zb�4*~tbNO���yK�K�:��&amp;ݜ�S�YQ����D�])ăA+ܷ��k������ԏJ ��:�z�Pt��M|����1Я�ɧ���gp|������{�$5����ng���{f��H��_x0000_�h�6��Ҭ��J91�sBU��-�?�}ɽ�f���j��z�iM-���x�WY4�|�iN</a:t></a:r><a:endParaRPr lang="en-GB"/></a:p><a:p><a:r><a:rPr lang="en-GB"/><a:t>:��*J&lt;^&gt;�����b(i⧡�⠏����RQQE�H_x0000_&quot;��Q�B�[���*\��s��G����0H�_x0000_&apos;̑���O��������B�\�u���WK�_x0000_����ʵ��Y*G�i_�}�.�%G�=:�J)x����</a:t></a:r><a:endParaRPr lang="en-GB"/></a:p><a:p><a:r><a:rPr lang="en-GB"/><a:t>�?����9����,��U�$���P��׿�:xK�@���oϿR�lAg�@�Ρs���O�.�_�n5դPq8���D���_x0000_��K��</a:t></a:r><a:endParaRPr lang="en-GB"/></a:p><a:p><a:r><a:rPr lang="en-GB"/><a:t>?ȯ��c�v[�u�:��y�nBYu:|wZl���R�D�SGb�̺ǳݻf��E.�#ֵ� T��j���I ��+��ۭv�g,@VHep��2�p����k�����&gt;</a:t></a:r><a:endParaRPr lang="en-GB"/></a:p><a:p><a:r><a:rPr lang="en-GB"/><a:t>�*˽&lt;�44��;9&apos;Vm�0��UM���pʗ����Tz�it�@�˖6���č�ЭCy��Nn�����/�����&gt;�i���iV&amp;��2��GKwo�-�˪��N����i�M���:��\%���~2S��8�zc�b*�;�m&amp;���-mu�X��</a:t></a:r><a:endParaRPr lang="en-GB"/></a:p><a:p><a:r><a:rPr lang="en-GB"/><a:t>ue</a:t></a:r><a:endParaRPr lang="en-GB"/></a:p><a:p><a:r><a:rPr lang="en-GB"/><a:t>�H3Ũ枚q�_x0000_LWϏY�r�Y�f���nW_�;F�[v�~���O�S�_ן:K���_�n����fܲb�r�IL���Vo�T䎷U,�TO�h����DZS`�_x0000_R(0&lt;�8zu�&lt;���_x0000_����m|��*Q.������~�Ԛ?R#@�-�</a:t></a:r><a:endParaRPr lang="en-GB"/></a:p><a:p><a:r><a:rPr lang="en-GB"/><a:t>\t1UTʔ�W��:l|�.Jz��i�&quot;���q���t�����-��&amp;�ய,�?h=w�v��ض�UN��G</a:t></a:r><a:endParaRPr lang="en-GB"/></a:p><a:p><a:r><a:rPr lang="en-GB"/><a:t>-8���U��Ŏ��F��tIh�g�޹����GM�-L�$��-|(8P����!���&amp;b�ԣ�?��u��=F���׷ܫf�{6ߠ�4M#P�b&amp;M2�*���_x0000_���C�~E|�۹:�y�@|@�oL����9�Ä���Q傫1%���M���C&lt;R9v��s��v-�ƣ�f*�(kR�R�njҷ��$}�~���{�ͯ�/��l�8���*\H\\K	m=�tT�A5n�pl���{��#j�[�~b�m��ԄUuMPK����x+���L��y</a:t></a:r><a:endParaRPr lang="en-GB"/></a:p><a:p><a:r><a:rPr lang="en-GB"/><a:t>:@����܋e���U�_x0000__x0000_�c[�5����{Tq-V%�m|�kɻd[2��T^�Ė:�HU�s�z�=+3���4�{���{�9U6+���+r���K</a:t></a:r><a:endParaRPr lang="en-GB"/></a:p><a:p><a:r><a:rPr lang="en-GB"/><a:t>)�TNą�,rM(}Ax4���٠�U��Q��:9�쯷	�Z�H�(��@/�V)п�?�uS�W��7Jl����۱Ò�*�)��}¢�L,�Bj��I*W�G��)���KfT�`x֟h��|���G٩9�d�ޗ@�F�B�-]_M^����p�3���ts�V`:_�w68G��ݣ</a:t></a:r><a:endParaRPr lang="en-GB"/></a:p><a:p><a:r><a:rPr lang="en-GB"/><a:t>&gt;��L�TAy�����2�Ar�m*Dc����� ����s�ɳ{]��tV��	�?�k��H��c#�G��SË�͇��(?�����</a:t></a:r><a:endParaRPr lang="en-GB"/></a:p><a:p><a:r><a:rPr lang="en-GB"/><a:t>����覚�#8j������m��(�)���?ɞ�*XY���}��������ķ���s&apos;�k��An������\�H\����X�:������깷�+�_:����ST�`Ui_�z�xF(��l�_x0000_��q.�9�Gr({��~�jr=N��_x0000_�_x0000_?�E����-�צM�ܝN4��]_x0000_�Q����?����_x0000_z��w��_�%��׺��[~}+�_x0000_��8��pau`�:t�rЧ���x�a�6��o��i�lN��*e:���܆�٤y��&lt;:</a:t></a:r><a:endParaRPr lang="en-GB"/></a:p><a:p><a:r><a:rPr lang="en-GB"/><a:t>�w�6_}����m�_x0000_����=���oJ$�O����Q���S8oEr�Y�kek�*Trf�}�n�b����tS��5�鴴h���N|����[�h1?#&gt;(�nw�·|�S&lt;�����C5^/G��T���t�U��19Ov�p���ST��B�#,���$TJ��:��h��_x0000_ro���JD�,�TG�4��WϤ�]������m���/���)7I)�� ���v��OY�!��J���F*y�柸�9�O�&apos;s��x��&apos;�W�1�*Y�L3*�g��A=c:�n�d&amp;v�l.���`�&apos;�o����{���D�WJH��Y�4�P��J�I�#![i,�IO�o��&gt;�]��و���;�dV�!	a\�F|�@;$r���5L`��L�,S���t�m^��=�����[������G���&lt;�Z�\{�*�I�M6E�	b�_x0000_vQ��*�톞jr��6������g5��9����D����P(T��n��oݰ[�</a:t></a:r><a:endParaRPr lang="en-GB"/></a:p><a:p><a:r><a:rPr lang="en-GB"/><a:t>�qP8ї�n�*i�@)���OU�M��_#��֣�q��ZU����bW��_x0000_���jy��&amp;��O2�����ei���&lt;TI&quot;�(��4��A�垰Wݍ�u;����zLV�ڸ��e���|��A�3�M�M���qSM��</a:t></a:r><a:endParaRPr lang="en-GB"/></a:p><a:p><a:r><a:rPr lang="en-GB"/><a:t>�Q6��pQĒ�nv��C����tK2T�Ȭ�WB�o��o����J7�A�1�&quot;���q�S�u�G�[�{4��@���2�]	���W���*i���*B7��n�^��N�����^����Xq�_%�p����ջZ��]�$�VUG$</a:t></a:r><a:endParaRPr lang="en-GB"/></a:p><a:p><a:r><a:rPr lang="en-GB"/><a:t>T+��Bĳ�y���sE�=_x�ޖ�ŵ5��ƥ?�E�Ԑ��.��iѯ����f�!m;���J��k#$�L&lt;Y�YQ*U�`���&apos;�ߪ��*t�US�Y	�S������-q$S/�m�q_x0000_�5xq+��cv�-���?�ծ&lt;u���p*Ӯ�n=�;�&apos;iLر��A���۠�}hO�OC��.&gt;�WmbO�~ �M@S��mt�^��׽��u�~��{ߺ�^��׽��u�~��t��uq����_x0000_}�����?1ײxu� r���AFe7��&gt;�m��1��|���*S˦M��?c[��&apos;�O,W$��F]@YEș���T���ӵ��U�p����~_�ˣ��(�ˬ�YP.�`E��&amp;A)��$��_x0000_���ڹ�G���%S�dv�L��z-��_x0000_I</a:t></a:r><a:endParaRPr lang="en-GB"/></a:p><a:p><a:r><a:rPr lang="en-GB"/><a:t>�4����_x0000_��˨U��yZ�#CC����Z:�*Z�I���!Q��{ ��9M؍��9���6N)��g?�N���Ƕ����TR�L��ȫ�������k��j��K�8���`q#k��(l��ji����~�������o1�6;[zb��@�ͣ?ϡ&gt;��O��L�K��u�x�t�2�P�#�N/���Y�n�5��vE^ok�_U������#�G�\_����~��˻J��Uƚ�4�����pϦz�-~�n{f�3�fh@bx</a:t></a:r><a:endParaRPr lang="en-GB"/></a:p><a:p><a:r><a:rPr lang="en-GB"/><a:t>ZgRjO�Ӌc&gt;gmh��۝��=��+���h�U��z�̖���]p{\��2��o�!m��&amp;���Y���^�[o�,]�&quot;�6�v�8;ma_��R�����&apos;m(���??[�hUپ�߸������}&amp;���%�������!${�^i��{6����q�*��</a:t></a:r><a:endParaRPr lang="en-GB"/></a:p><a:p><a:r><a:rPr lang="en-GB"/><a:t>ߦ���E�ZJ� �Ո���g&lt;{?�D�q��s9yIo����Q�SB�����`��|����N�w�Բ�4ݫՙ��ݔr&lt;dc�q��#��Vz�-� {�j&gt;�&lt;��wm�O?�v��� �����}��&lt;D�üK}OK����^	4?m::/��B�5C�g���6�%&lt;C	�g�|�ޖ�G����9|`��U u��Q�	ϼs�r?~lVL��nm����R�Wġ%j(����@&gt;S���</a:t></a:r><a:endParaRPr lang="en-GB"/></a:p><a:p><a:r><a:rPr lang="en-GB"/><a:t>&gt;-4`5PV��X�]:_�g��MG������B�U��_x0000_-����u��_x0000_+Qf��k��c��U���w;�.nla������tWՙJ���$4	�C-��˻�J��WV��%�&gt;@����Q���e&amp;�f���r��Գ��Y��u��	�&apos;���j�Z�C�QOMb�&gt;��(��h��׋ AP�)b�P�����:��y�i�9]u|h</a:t></a:r><a:endParaRPr lang="en-GB"/></a:p><a:p><a:r><a:rPr lang="en-GB"/><a:t>O��~]\_Ow�F|��&amp;��&gt;����ۭ</a:t></a:r><a:endParaRPr lang="en-GB"/></a:p><a:p><a:r><a:rPr lang="en-GB"/><a:t>K&amp;S�7��ݰ�$/^�j����ǒ��Vu&lt;x�ǲVٮ��FV^ �y�+_�z;�t��:�&lt;T�_x0000_��g�B˗��p��D�Ji#Zwo�\��y��;ĩo�{n]��4�</a:t></a:r><a:endParaRPr lang="en-GB"/></a:p><a:p><a:r><a:rPr lang="en-GB"/><a:t>q�p��t�b�ptR��?��?*���X�#ĴѴ�� �ZP+6�|���_�7ۼ!�n+��ف����js����~x�:�@�8H�WYfI$��C)b�y��E���c��ۦ[�\�h	�ق�M�n���?�A�&lt;�!��~|��_ȏ�M�9�AC�%ڔ�.���3(��6���+L�9b���Zs���,?އ�&gt;1�L�=%Xn&quot;�	��5�?��F��W#z	�_���c����z��П,������l��0��ǺpPH�56fGC��&quot;��]��Sq�K}�U�&quot;�Qj(5h��jkǅW�</a:t></a:r><a:endParaRPr lang="en-GB"/></a:p><a:p><a:r><a:rPr lang="en-GB"/><a:t>N+ē���o˦:ߖ?�s�r���v�v���S]��˓w�p��8���#����v�8VYjSQX��B�9C}���ʂ�D���O����xh�����OR?.=O���W�G���{�~A슽�E&lt;�YN��uUMܘ|� �[����hE�ʬАC=&lt;��i�{1�,�A�&apos;�Z0�u$yҴ��Ki��{��_ek��Gbh��b�/����	�Y%��)�I��5��EwG&lt;^����F��E7�Jyd~��#�u�KXie-,�1���^��Rĉ���R��&gt;�.�&gt;]*�@$������Ug�h��Y�k�s��?̓���_x0000_6�C�O���+��3�3�T�hғl��ITC,OR�ܞv�zD&amp;P	����f����W{��Y&lt;	����F�$O_x0000_��F\�L�ue�y�v�MlM���i��nu�Wlͻ��	�U���v�&amp;M%&lt;O�D�d����gRXܲ��MF8I�?�g�X����@2+LzTR�_x0000__x0000_x��K�q|=�9�){|ujln�¼5�o�D岝#߻g%HI����W]�i���G����Oꋟ{�����ɧ�����:A�r��OҠ&apos;�4��|�C_&gt;��o�z�J�:��v��V�&lt;`�׽�_��_�;��}���j6��u(��Ϝ���s�1,g�bkm�	�?���_���ۗ,LR��ď#û�q�Z�������|=���Mn������^��[��֟��RJ��EmX�Ҷ&apos;p��0sI6+T�ƾC`j�1�@�A����QWS���uiA�y:m�Y��&amp;��������:D�ju��!�!_Ծ��s`G���_��������{�_���O��u���׽��u�~��{ߺ�^��׽��u�~��{ߺ�]_��_x0000_�����ׯ����ߺ�]��^� nX����4�mD���=��u_&quot;�&apos;���g�}��/��Zv�e��1�^�yn���UX,;3�1�USO�vh�A?_~��</a:t></a:r><a:endParaRPr lang="en-GB"/></a:p><a:p><a:r><a:rPr lang="en-GB"/><a:t>~�5�sE������H�n����x�^srEN����g��eT*E�����M����-�k�F�_x0000_//�}Ƀ�ߐ�6���|$X�j�ԹMɶ�ݘ�)U�a{�jVQC���K��%M&gt;��@�׺��q�����E��5��V��2�e��t���/k�2�&lt;v���c�p�UԔ���������G��6:�n��?��k�����c��e��m��ESRn]���oC�H��J�}L2�l�K0&gt;��}����_x0000_�ƃ�h|Rٻ{%�=�G��m�q�}�����Hw���_8J����ٚژ����ߺ�V%ٽY������S�����N��M����ifa�&amp;��Q�W_io�#_��G��~���_x0000_�?���gʾ��~���_x0000_�Ks����m^�8���ܝi��qԸ�v���[N��+GFi��b��_x0000_a����Ы�G����!��_x0000_��n�&amp;��e�wq�Vd3��4��,�����jr9)�B&apos;���B�����L�.��M�߲�{�gO�_��g5�r5�dv����it��~�޻Vj,�5�&quot;U�dk*���_x0000_��;���������_x0000_������؛��O;��=յ������� �e7fJ��K��*+4���8ԥ[�~��	�W�q�$�;��n��?����m��۟&quot;�*	�	�Xl��O���;ni�U%D�S$4Ѽ��vb�׺</a:t></a:r><a:endParaRPr lang="en-GB"/></a:p><a:p><a:r><a:rPr lang="en-GB"/><a:t>w�x�[�������&gt;-�:3��Vk{l���ܘ,���[�f�?����[c-^��&quot;��5�B�@�^�O_(?���ۗ�7�Y|c�{y|e�g�&apos;R���W�1��5� X3�۳7KV*7T*�3�X�ļa�ߺ�I�����_x0000_��_x0000_c��g�m���󝩔�Q��D���gn]�	��ܽmb����	瞫�,�e�\��=׺&lt;	�˥c��)^��{�:�&gt;���&quot;���c�w�qlx��</a:t></a:r><a:endParaRPr lang="en-GB"/></a:p><a:p><a:r><a:rPr lang="en-GB"/><a:t>�-y���-@����׺������k��W�0}a�����8-��;o{�69��_x0000_m�zG�����I�`��%�����{�~��}����_x0000_��\�]7���m��n�w�i��pd���PU��môz�%Y.���EPZ��\N�j�؏u��_x0000_˃�Ϭvס�[�X&gt;έ��I�wP�n</a:t></a:r><a:endParaRPr lang="en-GB"/></a:p><a:p><a:r><a:rPr lang="en-GB"/><a:t>��6�5Βdq�=�_x0000_�����zJ�D54���������ҫ���_x0000_�_2�����뎝��M�����쭽G��ܛo�L�i��P����3�L奕ݤ��C�ߺ�F���_x0000_���^�~��z�_x0000_�޽��u�~��{ߺ�^��׽��u�~��{ߺ�^��׽��u����ߺ�^��׽��u�~��{ߺ�^��׽��u�~��{ߺ�^��׽��u�~��{ߺ�^��׽��u�~��{ߺ�^��׽��u�~��{ߺ�^��׽��u�~��{ߺ�^���W���o~��z�_x0000_�~���ׯq���׿u�~��w��{�_ߺ�^��׽��u�~��up9���w�_x0000_}�_x0000_��ׯ��{�_ߺ�^��׽��u�~��{ߺ�^��׽��u�FЎ���Ҡ(�ݿ�I��8�,����_�u���-��u��ݩ����CЗ��3�k^��Q��V�R��36���o{&lt;��V��*i�]�����RU^K%=%&gt;�	*�kkjb�����2��T�L�#T�HUQnKX�g�PK]�;A��:����m�ǽ�����?�x���_x0000_mU�����Q�+r;w�OAeКv���M呌�1ᶬ�+��䬈�=���(��#����i�wr</a:t></a:r><a:endParaRPr lang="en-GB"/></a:p><a:p><a:r><a:rPr lang="en-GB"/><a:t>����&apos;_x0000_�,Ӥ�K.����?ɟ���������h������_��s&gt;����+���GM&quot;Y���A�j����n��4Op��j?&gt;��o&amp;X+���J�</a:t></a:r><a:endParaRPr lang="en-GB"/></a:p><a:p><a:r><a:rPr lang="en-GB"/><a:t>�*</a:t></a:r><a:endParaRPr lang="en-GB"/></a:p><a:p><a:r><a:rPr lang="en-GB"/><a:t>jN���8h,�wz�BWw,�7���{�&amp;�&amp;���@�Xq�fuj��z�v˦</a:t></a:r><a:endParaRPr lang="en-GB"/></a:p><a:p><a:r><a:rPr lang="en-GB"/><a:t>}� ��Du�bPH�</a:t></a:r><a:endParaRPr lang="en-GB"/></a:p><a:p><a:r><a:rPr lang="en-GB"/><a:t>u!��S�J���O����8��&quot;&lt;������{�eO�� |��竮�u�N�NtȑO1iL%�@x�F:ؐ-�$-��.�Y�@Ԟ?.0�*N�Q��_x0000_�^�;�O�?Ü7&apos;���K9��E��,MSxv�_x0000_ae^e���z�l�U���TK$q��S��&lt;�</a:t></a:r><a:endParaRPr lang="en-GB"/></a:p><a:p><a:r><a:rPr lang="en-GB"/><a:t>&quot;��H�6��#�Q��$�M���,�ig�msS�OJT�N�%K����띧����*vra����~��UH�o�����EH��E�oS[��HC�`7-���2�0�Ҵ-�Phr	�@�A��&lt;:\��/�@����Tx�y���������~$�Z�U��ڹ���	��97?������{�q�&lt;~r	�7^��J�_x0000_�Rm�Z4E��S�7�y�pܠ}�JƏATXSI�:���Bt�A���S�$�$��#��_x0000_��ӫ,ǐdkؓ$�1</a:t></a:r><a:endParaRPr lang="en-GB"/></a:p><a:p><a:r><a:rPr lang="en-GB"/><a:t>&lt;Vg��$���Dq��ª�O��#�1??&gt;�[���%A=?��6_x0000_h}!�w</a:t></a:r><a:endParaRPr lang="en-GB"/></a:p><a:p><a:r><a:rPr lang="en-GB"/><a:t>4)[LH_x0000_	����H�ާ�#_x0000_�G�i��?��O��c+S��&gt;u�~����t��p�Yf�5� }sJee���ZC�������x�v� #�?���U�H_x0000_���?����ޒ��}lް�ym���f����Q�C5������}���U,�U�l̐AvRe,O����n���&apos;Bd�dp����= �� ���@*5T�cP�O�&gt;D����?�B?�k2�3�&apos;SvO�m�H�G&gt;�ڰ���׈�ס���n�V�!�8&lt;}jJ���H��+Z@��$15i������ ��&gt;G��}���_x0000_p�V孖�Kv9��eh�8�]��@\�Q������������RG�c��Q�i���Z�ao�7X�ܙ;C!���Z�R��q�Jk��iً\m���@ZLU�I$&quot;�PMuk���NarW�u��K�|ޣ�@����Cx�4�</a:t></a:r><a:endParaRPr lang="en-GB"/></a:p><a:p><a:r><a:rPr lang="en-GB"/><a:t>�Y���v���_x0000_1�}뮍鮨���c����gj�ѓ</a:t></a:r><a:endParaRPr lang="en-GB"/></a:p><a:p><a:r><a:rPr lang="en-GB"/><a:t>�ޙ���59��䨭���9z�]_�m�[��|�@��_x0000_����_x0000_�Y����sm�����q�</a:t></a:r><a:endParaRPr lang="en-GB"/></a:p><a:p><a:r><a:rPr lang="en-GB"/><a:t>x��kq) P��yGBVk1����;�/���Zdj��KpeSE%��-^E�I_x0000_lR_</a:t></a:r><a:endParaRPr lang="en-GB"/></a:p><a:p><a:r><a:rPr lang="en-GB"/><a:t>�-}7C{���đCO���X�z�^X�E���m��dp��4&apos;��+_x0000_J�r�}:&amp;���tV֚��#��߸RX���v&quot;Jݲ�ф2d��A����</a:t></a:r><a:endParaRPr lang="en-GB"/></a:p><a:p><a:r><a:rPr lang="en-GB"/><a:t>%0�&quot;�؋�{m����r�_x0000_���_x0000_y ���Q�����-Xl;=��8����m^�Vu4��EGx|��?�&amp;���8���\�$�}</a:t></a:r><a:endParaRPr lang="en-GB"/></a:p><a:p><a:r><a:rPr lang="en-GB"/><a:t>���N���*�Lm(_x0000_�Ȕ�P�]Z	��l{M��pdw}$!FZ�Z�@jxW����s/�;�������ى&quot;w����EW1ƵƠZ�@�gv�_�k~���팄�&amp;�&quot;�[�&apos;6������n��j5X�2D#��q�{sg�k�Yn �k�]$R�,jx|��]{ny�(wM��wT�깊��ǂ5ݦ3U��j�o^�=����]���P�^��ZNo�h�������U4x�M	X���(���P�{����nw��d��k��1bkΠU|AŪ_x0000_Lqn�����J�~��=���a���]S�E���K$.��</a:t></a:r><a:endParaRPr lang="en-GB"/></a:p><a:p><a:r><a:rPr lang="en-GB"/><a:t>����z1[3�7v��|��sv���A��4�W���R�|__m���JgA���+!��u���a�m��ȯ!�:�:���&lt;���M�k��v?&quot;���.����TѩZ���q6���4�[�+U7�������GX)SBn����ƨ5���v-��}����&gt;��@_x0000_�MG��׬-��%���T�n��&apos;�|�����_x0000_�o�+�6����jah��_x0000_$��2�ru�jXk+z������,S�+�����4oa&quot;,��c_:����[BWI&apos;&quot;����f7�&gt;��1[%��}c4!)_���V���-%���Ҽ��*�O�~=Ư	jM#-�j&lt;�Է0W B#��0W�N4�&gt;Ӂ� _x0000__x0000_�[��Q���j��m�&lt;�z)DG��������@�f?i�]Z��_x0000_��_x0000_[ޮ���Uc�P</a:t></a:r><a:endParaRPr lang="en-GB"/></a:p><a:p><a:r><a:rPr lang="en-GB"/><a:t>V�m�E1ç��������D_x0000_���zs��</a:t></a:r><a:endParaRPr lang="en-GB"/></a:p><a:p><a:r><a:rPr lang="en-GB"/><a:t>?�z��Ϸ��</a:t></a:r><a:endParaRPr lang="en-GB"/></a:p><a:p><a:r><a:rPr lang="en-GB"/><a:t>P�Ӧe�)�Zz׽Ԁ٧^J(��G^��P�:�!���]��Z���׺�ߺ�^���H�z�:����L�:��cIf#*�)&quot;����(0�)��_x0000_g�f��[��_x0000_��kK���:��M���R�&gt;������4-Q�v3%</a:t></a:r><a:endParaRPr lang="en-GB"/></a:p><a:p><a:r><a:rPr lang="en-GB"/><a:t>�F�襌�{�</a:t></a:r><a:endParaRPr lang="en-GB"/></a:p><a:p><a:r><a:rPr lang="en-GB"/><a:t>ň3�����g����a��AC�,9Q�(&gt;��&apos;}�yn+��,5������ЉzѢҡ��4f,A</a:t></a:r><a:endParaRPr lang="en-GB"/></a:p><a:p><a:r><a:rPr lang="en-GB"/><a:t>3�6흛���`��p4����q�vv�[��L&quot;f�L�n��.�Y�</a:t></a:r><a:endParaRPr lang="en-GB"/></a:p><a:p><a:r><a:rPr lang="en-GB"/><a:t>�LՐh_x0000_+h�_�g�s6���;g2�C9�9:���%8�Ԛ�u������cp��V��%kTOr�!��4l(��у��,4]c��|C�pM�����7_x0000_�R�D�Z%s�O�@-ap4�Ge�|����~q�</a:t></a:r><a:endParaRPr lang="en-GB"/></a:p><a:p><a:r><a:rPr lang="en-GB"/><a:t>��n.`$�$�|A)RC��#!OX��L��ڛ0�g���(K</a:t></a:r><a:endParaRPr lang="en-GB"/></a:p><a:p><a:r><a:rPr lang="en-GB"/><a:t>�8���:3{/�o��};��G&lt;=�ٝ&lt;��� 0WcnQP��:�p�_Z� 0�&gt;���̞����Կ�Y\��`:K��+��(	��`��[=�o��9�h����*q�B4�ʁR1��Э�;�cv^k�q�j�-MV��)��qt�tĩwNK%�)�X�������f�j,;�kc�;_9Ix�_�_x0000_*�@��`c$���ˬJ�yعÒ�ib�H�ȩ���IEU]R_x0000_V�]`���K��	K�C���m��ǃ��xa3�</a:t></a:r><a:endParaRPr lang="en-GB"/></a:p><a:p><a:r><a:rPr lang="en-GB"/><a:t>�-4oQG;\y���S&quot;</a:t></a:r><a:endParaRPr lang="en-GB"/></a:p><a:p><a:r><a:rPr lang="en-GB"/><a:t>�`�TY?��O������[��?���7�&amp;��T</a:t></a:r><a:endParaRPr lang="en-GB"/></a:p><a:p><a:r><a:rPr lang="en-GB"/><a:t>H�4���3���S�m��</a:t></a:r><a:endParaRPr lang="en-GB"/></a:p><a:p><a:r><a:rPr lang="en-GB"/><a:t>�-$�E���Kij5�)QZ�}U�W�:b���d���j�5�����f�ݕ�� zj���JX�uU�Hᶮ_x0000_�M��ܥ�[=�����x�j�d��b��Vqd�_x0000__x0000_t�����&gt;{��}���B</a:t></a:r><a:endParaRPr lang="en-GB"/></a:p><a:p><a:r><a:rPr lang="en-GB"/><a:t>���*_x0000_�3#�^&amp;��&apos;ʃ���������ZGy�7 �!,��6�=ʅo�Y��mO(e(=0�@mJ��As^&amp;hć��׷A�����7s����r�ʧ�t֘T鷍!A�jz*��d�׽����{�{�^���׺��u���{�{�^���׺��}�{��_x0000_�}}�G5 ���5CJx~H�_x0000_��o�@���G�A��t�����ϯ{.K[�=��2|�bG�8t�F�k���kW�,?{0��Gz��</a:t></a:r><a:endParaRPr lang="en-GB"/></a:p><a:p><a:r><a:rPr lang="en-GB"/><a:t>G���&apos;�&gt;&apos;Ԏg^&lt;�~�Oןt�9��W���Ď��\�&apos;�I��1��_x0000_������($i#��~���=�GiZ��,}JG���C���T�����f��GϮ 0��]�Vi�v�s�-Q.���g�v�}�G��ޙ_~	i�</a:t></a:r><a:endParaRPr lang="en-GB"/></a:p><a:p><a:r><a:rPr lang="en-GB"/><a:t>�i�%���Y���S�����J�?�{��{L&quot;���p�����5�</a:t></a:r><a:endParaRPr lang="en-GB"/></a:p><a:p><a:r><a:rPr lang="en-GB"/><a:t>dy����JuO</a:t></a:r><a:endParaRPr lang="en-GB"/></a:p><a:p><a:r><a:rPr lang="en-GB"/><a:t>H�����e&apos;��|�����49�t��ˏ��C[��J��	������{M���/0Fc�l�`|�$4�5��}����6�k�A�_x0000_���B:/y_��</a:t></a:r><a:endParaRPr lang="en-GB"/></a:p><a:p><a:r><a:rPr lang="en-GB"/><a:t>]X2�]�v|	m�:�9����i��&lt;4��N�-	P��=����72F��m�!p���Hfj�r+QZ��I�G�~���]	�U&apos;�2����X</a:t></a:r><a:endParaRPr lang="en-GB"/></a:p><a:p><a:r><a:rPr lang="en-GB"/><a:t>-�I#�-?W�����X|��[���)��j��ץ�tNXZ:i��</a:t></a:r><a:endParaRPr lang="en-GB"/></a:p><a:p><a:r><a:rPr lang="en-GB"/><a:t>:l���R��kX�c�ƾy���Rܬ�r��(����O�۲�}R�����܏���[��&gt;2$yA8���ӷ�s��������n�Z@Z�p�6j�x�W�W��Ե���VYY��O����kݮQ�k��K٭ ��#5˩E�[DVq�ʽI;g9ru�Ǻ�$�(%�cMU�J��Z�,���m�&gt;�&amp;���m��&apos;r�U��m�����ڸ��CX}�u��zڡ Df��}=�&lt;ű{��@[Ϸ��8+��&amp;�9Uu��^�[`�--���t���H�P׍X���uh�Q�W��|p��:���7�ʠ�����~�Nę�E�};��b��f�銢���&gt;	V�&lt;�I&quot;���70�j)(f&gt;�f��E8.��Qá^���eI�I�</a:t></a:r><a:endParaRPr lang="en-GB"/></a:p><a:p><a:r><a:rPr lang="en-GB"/><a:t>duR(�E���|D�����_x0000_��6�8���_x0000_�{�Φ���&gt;&gt;d1�%�o�</a:t></a:r><a:endParaRPr lang="en-GB"/></a:p><a:p><a:r><a:rPr lang="en-GB"/><a:t>�6{&quot;�pQn&lt;\ڍ#b*�K��lO�/�[�ϴ�q�V��y(�PO�TR���GR6�������/��ኊ}�]�^�?�g�o��0���|m�%��W%2VͶ𻞃�8x��ru��z,�6Pޝ4��_x0000_���a��/��{y�s�UJڊ��+0</a:t></a:r><a:endParaRPr lang="en-GB"/></a:p><a:p><a:r><a:rPr lang="en-GB"/><a:t>��k�</a:t></a:r><a:endParaRPr lang="en-GB"/></a:p><a:p><a:r><a:rPr lang="en-GB"/><a:t>�=H6��7`xG��</a:t></a:r><a:endParaRPr lang="en-GB"/></a:p><a:p><a:r><a:rPr lang="en-GB"/><a:t>�s�uyg9�z6r��Y*c</a:t></a:r><a:endParaRPr lang="en-GB"/></a:p><a:p><a:r><a:rPr lang="en-GB"/><a:t>�°��4��i&lt;z���?�]��Q�0ǧ�_�S��m�1��ZV��?&lt;�T�E�		@R�GKid</a:t></a:r><a:endParaRPr lang="en-GB"/></a:p><a:p><a:r><a:rPr lang="en-GB"/><a:t>0b�����_x0000_O{��t��2�$熒���jG��H�Q״� �8&gt;��:;Ǥ���5dI�H���y��R��~�e�,�n� ���Z�$���GE[��߈�0h&quot;������=�QO��n\�߂�~�U�x�õ.o ��d���_x0000_Og�O1nVR�ᐳ_x0000_T��*���5g׍*��Z�R&amp;`~ՠ������K��~\|x�]����a��&lt;O&apos;Ə�4y�]&apos;M</a:t></a:r><a:endParaRPr lang="en-GB"/></a:p><a:p><a:r><a:rPr lang="en-GB"/><a:t>7�{&lt;����X*�F��_x0000_GW_O���;I4�w�)�</a:t></a:r><a:endParaRPr lang="en-GB"/></a:p><a:p><a:r><a:rPr lang="en-GB"/><a:t>�_x0000_q%t���?�Ҙ��рS��֟*�c̓���/��a}��3��������!�s��D�_x0000_)~/OJt�U��G�`�y��z�H����2�&apos;�}^�v�[&gt;��f�5:j�@�Ж�OK��[�R)�i��j�hW洡�GA�����?�7����	�7�{�Gǭ�O���:�$��˂�����D���o�讣M�_$XJY&apos;�i��fe6���</a:t></a:r><a:endParaRPr lang="en-GB"/></a:p><a:p><a:r><a:rPr lang="en-GB"/><a:t>3�5���</a:t></a:r><a:endParaRPr lang="en-GB"/></a:p><a:p><a:r><a:rPr lang="en-GB"/><a:t>���k&amp;���Ith)��IZ�Z�m��&gt;u��Z��U</a:t></a:r><a:endParaRPr lang="en-GB"/></a:p><a:p><a:r><a:rPr lang="en-GB"/><a:t>���8�|j:XE&lt;���!P}8B}��	</a:t></a:r><a:endParaRPr lang="en-GB"/></a:p><a:p><a:r><a:rPr lang="en-GB"/><a:t>ў�k�0?�ԕk%�F&quot;F8���_x0000_�䣟K����#��O�G��������u!�ٟ���W^�3(Pͥ�WW�E-��?wV�������H�N��A5�]$��AN�8�=3�����=���u�����ݿ�tI$��</a:t></a:r><a:endParaRPr lang="en-GB"/></a:p><a:p><a:r><a:rPr lang="en-GB"/><a:t>Mv</a:t></a:r><a:endParaRPr lang="en-GB"/></a:p><a:p><a:r><a:rPr lang="en-GB"/><a:t>�@C����Ǒ���b�!u��R�U��e@4�����</a:t></a:r><a:endParaRPr lang="en-GB"/></a:p><a:p><a:r><a:rPr lang="en-GB"/><a:t>t]w�Y�)Y*5zS��^^~��E��������̝��8�I��I�9��44p����r�Fo&lt; ��Pnr12���X�oH�&amp;�������vщ,���j	F�A����@�_x0000_9^�޻����&gt;��~Ue$����_x0000_&amp;���T�T�o|�Y���j�4���*����bA�G*�$~Y�scsnt����Z�&gt;�}[�5H����*;�G���	�v���dM#A�������D5ש(��UOE�����ql��|�� �u�~��Gސ����\��׺��u���{�{�^���׺��u�m����u�++	J����ӽMG�H�x��;-�C;_x0000_oU�=׺&apos;?</a:t></a:r><a:endParaRPr lang="en-GB"/></a:p><a:p><a:r><a:rPr lang="en-GB"/><a:t>&gt;uu/�&lt;Or�:��r�#�������wC�a�U�^�ȥ[qa�0Y:֓X�l}T�$�f�(��ѥ��ݡ��Va���je���0�c1��~F��I��R�H�Eȑ$U*~�~��?�J4YV��zg�����8⧅=B��V���Y��K[�{�n�_�-�)���c���.����P�3�:�1�݁����׻z�wRm</a:t></a:r><a:endParaRPr lang="en-GB"/></a:p><a:p><a:r><a:rPr lang="en-GB"/><a:t>ɔ�fv������*h�c�IfE*`Faou����lo���k�3��۳vlM���64Y�</a:t></a:r><a:endParaRPr lang="en-GB"/></a:p><a:p><a:r><a:rPr lang="en-GB"/><a:t>�Ŋ�q�i���QS&quot;De`&amp;i!�7���KŽv�У�/�7��8eh�9MÜ��(�B�2g$�ש��{�^���)K]Ke%E-M-LK45PK���JEU��%��P9</a:t></a:r><a:endParaRPr lang="en-GB"/></a:p><a:p><a:r><a:rPr lang="en-GB"/><a:t>����{�u-�qX</a:t></a:r><a:endParaRPr lang="en-GB"/></a:p><a:p><a:r><a:rPr lang="en-GB"/><a:t>���ITVd�5Pc1�т~�#X�D��J���{��_�������%��&gt;��^�����v3���	�e�m�[��þ�Y�$�jE��9]&lt;��7�Ϻ�X�,|�O��:���`q�x��ҝg�mz��yJM���-�K��ګ�x�ҧ�&gt;�5&amp;(��4�%U`���ZL��X������S�YOQ4QU����	���F�&quot;rO�{�u_����o���m��R��������&gt;��2l�wL�~�����K�5��2�%$UK�5kHa,�l�{��^�f��ǖ��׼����7��?��[�6���pTI��������{Z�i�K�*h�YV�*��:d�n�ߺ�V�Eb?P&amp;�����?���ߺ�I�˻v�ѡ�)�wk�b(���YZL6=ecq�ȼQ�GL��6���{���H)+(j��ؾ�</a:t></a:r><a:endParaRPr lang="en-GB"/></a:p><a:p><a:r><a:rPr lang="en-GB"/><a:t>�mluԲS�9�� ���b�X��^��O=��b0۟m���gh2��6o��b�#�Lc��QM)����b��e�o��{�Y�m@_x0000_���(� �I�����-����I����)7</a:t></a:r><a:endParaRPr lang="en-GB"/></a:p><a:p><a:r><a:rPr lang="en-GB"/><a:t>&gt;ө�f�rVF��`+�L�п�&apos;�&lt;�U ,=6���ߺ�Y��ۛO6[t�=���4�˒�9JU;�Y�k+�4{�� �q����ȷ&amp;&quot;���\�\D��X�x��&amp;���媗&amp;�</a:t></a:r><a:endParaRPr lang="en-GB"/></a:p><a:p><a:r><a:rPr lang="en-GB"/><a:t>w����X</a:t></a:r><a:endParaRPr lang="en-GB"/></a:p><a:p><a:r><a:rPr lang="en-GB"/><a:t>�E�׺d����Y����m���zx����9��rMIP���aQU4.��Ht�vFu�׺r�n�n&quot;���/��ੱ����</a:t></a:r><a:endParaRPr lang="en-GB"/></a:p><a:p><a:r><a:rPr lang="en-GB"/><a:t>��_M.�R��rM&lt;ѤqY</a:t></a:r><a:endParaRPr lang="en-GB"/></a:p><a:p><a:r><a:rPr lang="en-GB"/><a:t>��Kn�#ߺ�\���	�qt��W�����7����a�+P���c�T2��(`��uzN�@���x7�Ы�V��=ͷkw~z�sS�����2ώ��Ȩnf.�E�E����Ez��/RQ����_x0000_/��s��-���&gt;�Q�]�Ѥ��4ړd$��d�o�J%�!���]������׺�ߺ�^��׽��u�~��{ߺ�^��׽��u����ߺ�^��׽��u�~��{ߺ�^��׽��u�~��{ߺ�^��׽��u�~��{ߺ�^��׽��u�~��{ߺ�^��׽��u�~��{ߺ�^��׽��u�~����.:c�C�ϑ���f۽s�i(����7w9���</a:t></a:r><a:endParaRPr lang="en-GB"/></a:p><a:p><a:r><a:rPr lang="en-GB"/><a:t>������~�fK)]4T�PD,�N�E��{����O��m-����r���i��{�;w�O�6լػc#�gm��؍����m�+K&quot;</a:t></a:r><a:endParaRPr lang="en-GB"/></a:p><a:p><a:r><a:rPr lang="en-GB"/><a:t>��bv��/��{�4�|��,G���J�mӖ����[��V�޸�lMg^&gt;��٪,En2�$*֨VԊت)LT�FA2�`��{��D��3%Â�m�C��l�ꄐ&gt;��׺�SNQ̑�*Kp��c����_x0000_A��[��ux3���]���+�?fV翗oA�_�������ra�V��</a:t></a:r><a:endParaRPr lang="en-GB"/></a:p><a:p><a:r><a:rPr lang="en-GB"/><a:t>�����&apos;^4�$����E��j���#(I��=׺6���l|����#vMk�{˭6OimLV褦��x���A��Qg����B�B9�eX�t�_ߺ�E�?�����_x0000_0L����]/�}����jm��ߝŵ��+�	��}���֘��ܙ�*��p��x�#�QTZI�*���{��r�N��H#�`�?�@�fn�­�������u)�3�0�@���c�r��פ~/~��a��iWTQ�VH�rfV��oZ�I�&gt;��i��u�?&apos;�{�?Qg;���`u�����&gt;ks��sXh+�v���z�L~�&amp;���</a:t></a:r><a:endParaRPr lang="en-GB"/></a:p><a:p><a:r><a:rPr lang="en-GB"/><a:t>a(S���~����[IM_</a:t></a:r><a:endParaRPr lang="en-GB"/></a:p><a:p><a:r><a:rPr lang="en-GB"/><a:t>�OYMOU	p�h�cY�5zM�������^똨ft�++2�}JT��W�}x��u��2:i()[�ͨ�HG`W�`U��	��׺̒��[J��K��_x0000_�	</a:t></a:r><a:endParaRPr lang="en-GB"/></a:p><a:p><a:r><a:rPr lang="en-GB"/><a:t>-���~=��u*�_x0000__�ߏ����~�׺��u���׺�������u��B�~#-�B���_z&amp;�j��m?��n��O�?������çy�k������n�^���=߂�a��hmp�z��&lt;&gt;f��e�ťE6��F�2S��MO�����n�����u�/�?1?��\{�����8|S��&lt;���\�!�Mɾ0&quot;:�Fk�y��Y$5t���</a:t></a:r><a:endParaRPr lang="en-GB"/></a:p><a:p><a:r><a:rPr lang="en-GB"/><a:t>�Sf���fbk���^?/ٟ���:l;��+�h&quot;�45*Rj)��$�ui[bl~���_�:�gm���{&amp;�^��{?I��[o_x0000_���biGO��$� L��HX��y4���_x0000_W��Ԇ�e�B�}qSǎ��\t�9�^���K�r^_�!�����u��҈�*�������u��k�Ś%������C`?�ڎ&lt;q��}��O&lt;�_x0000_-�0+�����+�A|J�ɻS�nmN�����n:�\����T&amp;�ػR�e�f�S+OG����oJ�Hz�;�����q�R�:*�7�8`x�����2k�����c{G���_x0000_02��d���_x0000_�W�v$�_x0000_f{�Τ�|��\Ef�g�~6O)M�GQJ�J��w��X�h���q����h�I�@�&lt;t�K�SBL�➁W��gLd�i�8</a:t></a:r><a:endParaRPr lang="en-GB"/></a:p><a:p><a:r><a:rPr lang="en-GB"/><a:t>A�P�_x0000_p�2O/į��o��j�~�����K����U|����$w��D�OQ7`�,�j=/������e�]71f��ۭ�WLn_x0000_�0�s�$ ј�y�UiI ��k�?g��_x0000_=)_x0000_bY�v�T��9XK	&amp;���މ,����k{��</a:t></a:r><a:endParaRPr lang="en-GB"/></a:p><a:p><a:r><a:rPr lang="en-GB"/><a:t>$,k�I?�OF_N��y�yzp�ט\�����?J-��j���&gt;B�&apos;�&apos;���Ď8�;`��_x0000_�=y�m%C}��U�M�H���c`.�H������E�WA��ӏ������#�/Ǐ�{��~I���]�2�&amp;G{n}%fnh�Qm&lt;D��Z�����Tt�R�e6�ka˗w���M(MiJc�S=]N��M$)</a:t></a:r><a:endParaRPr lang="en-GB"/></a:p><a:p><a:r><a:rPr lang="en-GB"/><a:t>8��AA�2z�۽���v�ɷ�_x0000_�g��=���}�?��|nOi��1��L�UtxsY`��a���H�0���EPm;cv�G�2�8��F���&gt;#�����ݧ�oq��i�xl�X��x�	�	��+���r|�ݴ���/�;3�V����J����Իn��btFۖ�	����K�&amp;�Ϩ���n�ECn*y��2�l��U{GY���ݧ�&gt;@��q���(�3��KmI_x0000_�y�����g,�SR�סb��$��GKI7�E��CIAA</a:t></a:r><a:endParaRPr lang="en-GB"/></a:p><a:p><a:r><a:rPr lang="en-GB"/><a:t>����aV(��;_x0000_�-�&lt;�A$F�~���_/���VӖ춛/�ج����</a:t></a:r><a:endParaRPr lang="en-GB"/></a:p><a:p><a:r><a:rPr lang="en-GB"/><a:t>�,iT�UE8�t[{���Bt�L�]۽W9�|J�alZV���e%�s�Q94�������zۖ�Ɠ�2�Ī֘���������0�\���W��%����6�^7u&amp;�.j5&amp;8�G7��ߐ;��:�gm����!��9�O������Ƿ)Y)(op֪J��(�^�����ݼ9�&lt;*����-O�J|�O���C˻vߴڰ������T&lt;��O�^?����ڵ�6wGin�����	[�3���X%S�b6�&amp;*&quot;�۔�&lt;=��m�J 	���q�t�t��k���1o����k�d��KT9(�x�)P�C(��O&gt;��Oq�5-=&lt;&quot;����SAK��M�UU�=���N��t6��;{fA�H����\��*�D*X+HҬa�HC*�Ȃ2�8�����cEZ���_x0000_KO��WK����{kyi��Ҭ��F{ꣶ��2u</a:t></a:r><a:endParaRPr lang="en-GB"/></a:p><a:p><a:r><a:rPr lang="en-GB"/><a:t>yt��p�m�U���`y&amp;��������R�a��d�_x0000_s[�f�ΩCI�ɨ��Og�q�,�5��;�Q^%ڊ����=Գ�K�w�\}^��j</a:t></a:r><a:endParaRPr lang="en-GB"/></a:p><a:p><a:r><a:rPr lang="en-GB"/><a:t>!�4D+�����S�7?e���rA&apos;�����XLd�ퟐF��f�^</a:t></a:r><a:endParaRPr lang="en-GB"/></a:p><a:p><a:r><a:rPr lang="en-GB"/><a:t>&quot;�q�S2��陉�����y&lt;[�a���\�*O�W�*0MOh��W�&lt;�O/ʛi�=��K����*j�6��u*������Cu]=</a:t></a:r><a:endParaRPr lang="en-GB"/></a:p><a:p><a:r><a:rPr lang="en-GB"/><a:t>$����T����ʣ]4F^jZED��</a:t></a:r><a:endParaRPr lang="en-GB"/></a:p><a:p><a:r><a:rPr lang="en-GB"/><a:t>H��</a:t></a:r><a:endParaRPr lang="en-GB"/></a:p><a:p><a:r><a:rPr lang="en-GB"/><a:t>b���\��$�{?Ν�9�VKX|�1���Xw���/uo��}��3�m����t�ݯ�USn</a:t></a:r><a:endParaRPr lang="en-GB"/></a:p><a:p><a:r><a:rPr lang="en-GB"/><a:t>�_x0000_�[���i��</a:t></a:r><a:endParaRPr lang="en-GB"/></a:p><a:p><a:r><a:rPr lang="en-GB"/><a:t>G��j�RX�P�7���C�b�03��!@��A�G�� ���@Vk���D�J�RO�_x0000_���t�^y�s&amp;�$�(g�h�c�T�!�����bO-rI�_x0000_I,�7��&gt;��笜��,m��0_x0000_�O��k�D��_x0000_����Q�=z��n�Q׽��o�{�Z�^���~�׺��u���{�{�^���׺��u�N�</a:t></a:r><a:endParaRPr lang="en-GB"/></a:p><a:p><a:r><a:rPr lang="en-GB"/><a:t>xPI���oǿu��V�_x0000_9&gt;���_x0000_|!ܛ��&amp;c�����JY���&lt;���a��I�p�@&amp;����}%��n���?�����S�6���f�|/�iJ/���p�ֹ��0�|��]I�|Wk�/Tv{$�TU/��i��A�2L��k�]�9���T��ݻ��EF(t��8g�Ns�ݙ#�آ�O�b�� ��q��ӎ:*}���u�\�����j�C�3`�ᩨ�SS�]�_x0000_������f@���`Z�GH��8���~�{��</a:t></a:r><a:endParaRPr lang="en-GB"/></a:p><a:p><a:r><a:rPr lang="en-GB"/><a:t>��]��&quot;�E`Xj ʺI���L���6�oyϖ��qm3�s�mH���*iݎ��~Q&quot;���}��M8��������AC�6[g��&amp;*$RB���b�ړy��[�Yį_R#��p1��;�t�����%��Ql��W��I���G�xt:nj܎?m�+�ter�T*�&gt;&quot;#M[��P=M54���2�a8h�Ʊ�n\߼|�,ih�H+A�q�)��rd��f�r����J��V���㓤�Ǡ��;!�Lf��Y�3ٺ�?;��T4��N���(�.N6XV��F�=Twx��F�����q�ˌ�s�Z�&gt;ޅ��{z��&apos;zۗD��h��%(8V�&gt;y�vS��M�0Ҳ�Hb#��%G�n�r���qrӠ�cZ_x0000_p���%TYYc5�����_x0000_�_�~���~����~��{ߺ�^��׽�&gt;]{�{�^���׺��u��t��{޺�^��W�u�~�׺��u���{�{�^���׺��u���{�{�^���׺��p���0�_x0000_X��[���M���#Fz�9�&apos;_x0000_�8&apos;�={N��^�8R�&amp;�ࡎ7�O��+����{m�~�^��2�</a:t></a:r><a:endParaRPr lang="en-GB"/></a:p><a:p><a:r><a:rPr lang="en-GB"/><a:t>:i��B�=&gt;�z�8B���h�����ut�_x0000_`V�ټ��FϹD�B���R���</a:t></a:r><a:endParaRPr lang="en-GB"/></a:p><a:p><a:r><a:rPr lang="en-GB"/><a:t>?iy6:�7��S�@�v�D�Dh���t��;dvcw���o:2��9���L�8����I	��L�8�=�w&gt;Q������</a:t></a:r><a:endParaRPr lang="en-GB"/></a:p><a:p><a:r><a:rPr lang="en-GB"/><a:t>�b�Z</a:t></a:r><a:endParaRPr lang="en-GB"/></a:p><a:p><a:r><a:rPr lang="en-GB"/><a:t>&quot;+��B̓���r���8�Y�������I��L�S���;�gX�h������Jef�b��&gt;ɘ�#�T� ���)s�_x0000_�{ڮi[�6���iT附</a:t></a:r><a:endParaRPr lang="en-GB"/></a:p><a:p><a:r><a:rPr lang="en-GB"/><a:t>#c��-�t4?*u4lx�m��칫o�}�Λ���c&apos;��O�&amp;�$ʌ&lt;��N��#�Kv�NQv�܆9݉�z��&lt;6��nN��9�� </a:t></a:r><a:endParaRPr lang="en-GB"/></a:p><a:p><a:r><a:rPr lang="en-GB"/><a:t>R5%a�Z��+�o���������ͻF</a:t></a:r><a:endParaRPr lang="en-GB"/></a:p><a:p><a:r><a:rPr lang="en-GB"/><a:t>u�	�CL���CO3Bp+é�b����_x0000_�#�%���JcU&lt;(h�_Z���I����U��a�����N2#�����{k0�µ55G��Y�Σ�M,W+^��.���M�������9B^�ʆQ������d���=.9�a�w�K�%h��$a(���k�������_�c�9���o�}ճ�cD��Ϝ�z����]i(;�</a:t></a:r><a:endParaRPr lang="en-GB"/></a:p><a:p><a:r><a:rPr lang="en-GB"/><a:t>(wT:���ϐ�xc!/�i3Z��o��$գ����ٔӆ�1���E�����Ӹ�:��	�ِ��ҽZ�Qz�q�_���_�e|�4ݹ�#��?����|kS&amp;��T�-�IN���i���Fqi6</a:t></a:r><a:endParaRPr lang="en-GB"/></a:p><a:p><a:r><a:rPr lang="en-GB"/><a:t>�s�{�Β�	T�I)�40������(+QY�i�ݣpЍ*1oR��p���o�W�� z#��Ճ~|w�~��ݟV�S7֛��ᦔ�܂��,��r:�ceoK��$��HVddaPAG_χB�w-��V��U�����=%��)b��I%</a:t></a:r><a:endParaRPr lang="en-GB"/></a:p><a:p><a:r><a:rPr lang="en-GB"/><a:t>.���²��X��_x0000_�_�+���O��_x0000_ ������W����P2?&gt;��P&lt;춋N�uY%����W���_x0000_6���=��y]�K���������/��s5�{�����PB՟&amp;~Hn]��;�ۡ�VV廻����L�$wD�PK[��1.�֔����&quot;ǸC���oc�Y:��MZ�A%LR�S�_VX�i�}�������_x0000_�_ȓ��鎜�X]�����:W������u�~n��}Ѹ)`J�ặ.��O��-�i�eMǌ���\F�}�/y���^9�$0$0��RX��p</a:t></a:r><a:endParaRPr lang="en-GB"/></a:p><a:p><a:r><a:rPr lang="en-GB"/><a:t>i%hG�k�x��E~�&gt;��ZtŐ�����τ�u��b���n</a:t></a:r><a:endParaRPr lang="en-GB"/></a:p><a:p><a:r><a:rPr lang="en-GB"/><a:t>LO����&lt;2��e0�ͱ����#�:����������v�ͷ]�4@�I�hb�_x0000_x)��!�ݦ�ybD�I�O</a:t></a:r><a:endParaRPr lang="en-GB"/></a:p><a:p><a:r><a:rPr lang="en-GB"/><a:t>P����3��TH�O��/������ww��p&lt;P�~/�����۩Z��C���/?��_x0000_�v�uh&quot;�</a:t></a:r><a:endParaRPr lang="en-GB"/></a:p><a:p><a:r><a:rPr lang="en-GB"/><a:t>$�e׏�-/?�˚������&quot;�t%���3c��~c9�3���:�����DI��¹��0~��܁�w�~J�</a:t></a:r><a:endParaRPr lang="en-GB"/></a:p><a:p><a:r><a:rPr lang="en-GB"/><a:t>��������M�WGJM+�+L��`Sʽc0,���j[�#��Oѿ�҃^;^�R���mj53�T���╧k����ͤ0�{�.�?��_x0000_Z�a~�x|��?��3�^���_x0000_��-�� z�fwO[�ѿ�m&gt;���n�Du2������Ma-t�cd��6��H���;��8$y����_�v���&gt;�p�)��~�yӪ��|W���I3�[��H�4U-���ool�_l�a+�m�i�=�2嶸XU)q���f:4��2����ti�ރ�Èɡ?e?3�v�Y�UxF����½��������|P�n�{��t`7�¿�T��W����t[w��	*��wl��z�]a�zz�d��9�I)���Օ_��_x0000_W��A9��U�����OP+�TyWZ�r�����#%l.�	&quot;���Ĩ�_x0000_\�t�L���Ϥ���R/��ou�}z�ߺ�z�ߺ�^��׽��u�~��{ߺ�I-鳶�`m}Ͳ7�*&lt;����s1��^�I�����6;���6�SMQ,34e_Cp���{�:�f쏃�ʷ���g�m���N���_x0000_�g�</a:t></a:r><a:endParaRPr lang="en-GB"/></a:p><a:p><a:r><a:rPr lang="en-GB"/><a:t>�wv)�L�U�S��R�~g)�1AM������ej#i/$����Y_�S�[�&apos;�����=�U��/�&amp;�:Cul���o</a:t></a:r><a:endParaRPr lang="en-GB"/></a:p><a:p><a:r><a:rPr lang="en-GB"/><a:t>��.��n���l���c!QY0ܰ�25SWES��R�c�g�{���?m��Wev�dm�\���݋&amp;}���#b2�</a:t></a:r><a:endParaRPr lang="en-GB"/></a:p><a:p><a:r><a:rPr lang="en-GB"/><a:t>۷</a:t></a:r><a:endParaRPr lang="en-GB"/></a:p><a:p><a:r><a:rPr lang="en-GB"/><a:t>&amp;�ە&quot;��h�J��������ou�KꟌ��_�;����X��i�/������g���:����[N�,�d��$;�.��@�I6����F���.ߋ��_x0000_�����_x0000_�fSj�����&apos;Y�����}�����#ؒ����HrTyZz�!��x�PŢ(�8�F���3��w7����_x0000_0&lt;o.N��g]��!�=)Н7������;ҳ�^�]�;x�}���S����d�:Z�_x0000_�4L�:E&quot;{�ug?�ӯ�Ot�g�So��}���*�������r�f��</a:t></a:r><a:endParaRPr lang="en-GB"/></a:p><a:p><a:r><a:rPr lang="en-GB"/><a:t>��X-׃�-��4Sm�rj,4�Ð�QT��</a:t></a:r><a:endParaRPr lang="en-GB"/></a:p><a:p><a:r><a:rPr lang="en-GB"/><a:t>iu�4����H�w�;��^��]��&apos;Hm���	�{�����o�������w�KoC��=�������;�֫Yg�W!I*%�l���{�u]]A��s�����GD�?ˏ���[��yweoo���3�{�p�8~��m�~B|~�GS_J��j�:����ʱD</a:t></a:r><a:endParaRPr lang="en-GB"/></a:p><a:p><a:r><a:rPr lang="en-GB"/><a:t>���t�_x0000_,Mӝ�������*���Խ�?z3���o��c_Կ,��V`Fvw�rW�̣-����)s�_fd#�����O��=׺�o�p*e�i�_x0000_ϳ�-d���?��7��jZm��D�iec�PRT&quot;�J&apos;��Tے���9�r�iP��?�@]��atVA���m,Id���@̀�,���lӯo�R/͛��?�GƴiJk���4�����o�:.�d�ou��7�=aXG�h�zB��_x0000_@l_x0000_6����׺���|K�����#�GÌw�G�����y��X���m</a:t></a:r><a:endParaRPr lang="en-GB"/></a:p><a:p><a:r><a:rPr lang="en-GB"/><a:t>���_��N��1=c�����5ly�4��Ʊ��oLN���Wv��ӝ-��~R�g���o���������m|o�1M�����0?&apos;��Q�.�5�-���(j䡞\�D�$�[�{�]���gğ�a�O�~h�������gvt.m�}����F��\6�ߴ�-��}�������-̵�UJ���K�8��}׺ٛ��G+տ���p8��{�`�f���f�zj����5����.�¦�U�E�Ͽu�W��&gt;!|��U�?�_���moͯ�q|��_�?��R��LvfJ�3�w�36^���������!HeW�#O��ߛXό=��K�����{���n��Y�r�V��ƭ����������v,���)*J���!�1�e����tM:^�su����_x0000_�Et�7���םC�ֻ��%T�el��&gt;G�_��Ns</a:t></a:r><a:endParaRPr lang="en-GB"/></a:p><a:p><a:r><a:rPr lang="en-GB"/><a:t>��.�!�H�Ҋ\����� ��W�la,���,�o-��_x0000_?��I|�����������gw`�Yf�|g;�]ۺ2[V*�tۿ+Z��&quot;����X�&lt;CMKG�eY��{�w��{��;�_x0000_�@]շ�Nbs}����{�3=C��ܸ��m�Q��(�=����U,Y�|L��Y���sOC	LNWߺ�D�|����:�_x0000_���3y��~������]����&apos;�t&amp;o�L4;;��2j������[�14�	��H�^���_x0000_1O�_���ݿ0�2m������Sgu�r�ϗ��e���ْ�&amp;3vd;&apos;r-\���sɑ��)C&lt;	^�D(��&gt;��Nٟ�6vw�(á�K{t&gt;ءߛ��Qm��{�g��T�4�+&quot;�A�����*ؑ2�x�	���0���{��ǿu���׽��u�~��{ߺ�^��׽��u�~������ߺ�^��׽��u�~��{ߺ�^��׽��u�~��{ߺ�^��׽��u�~��{ߺ�^��׽��u�~��{ߺ�^��׽��u�~��{ߺ�^��׽��u�������^�?���&lt;W��_x0000_�]��~=��Gq�N���wtԭ�����L���8:���(���Qy*</a:t></a:r><a:endParaRPr lang="en-GB"/></a:p><a:p><a:r><a:rPr lang="en-GB"/><a:t>̱���{���K���t_�n�ۿ͓�g�����jh&gt;Fv��.֭�ɞ���j�w^O�7CA�ZZA��45��J���hB���_��&gt;�_x0000_0��/&gt;;t�`w����_x0000_&amp;�݋�/S��������9�&gt;���kE�x����S���v�g��&apos;]2��O��K?�������������^��5�jt�td�����Sm�oSP�&apos;Hz��Fс�`q8ZY*��et�kf�g��)	�}׺�_���ֿ�����~��{;9��|/���7��������k��͆�T�v��#�7���2����׺#}��p¥?qԯ������/�+���j������O~��^��������_x0000_�o����U�yQ�@_x0000_bE��{�^�~|E������r���+�vN��z��O`�Y��!�߹������v�-�虼~�g��J`���&quot;)�k����&apos;��Nn�囷�_x0000_��x1�ү�l�Ş�۽IQ���~&quot;t��xm�؝���1&amp;��ck1�_x0000_�*��*��!o�����I��˾������o��;��&gt;P|��ݡ�������Y���2���m�ʡ���6�q�o&quot;�u�Q��a����E�^��;���?��a�����|||���W�z�t�=��~I����}�܆L�*M���#�C���į!&quot;Vc#*{�u^��&apos;���N��T?&apos;v����.��ޞ�7�ۗ����gnf�����i���c���8wJm�z��Z��T�{+�����^���&quot;�/���@�C�}��;ߧ&apos;�C�&apos;�i;K�+��w�2�4�����_x0000_b�b��,�n=���UIL�1�����S{/������|���WloZ.���_x0000_����=0�xƛ?����V5��d��AbMԑp-��w|M�o������v�����7ɮ���?�펞�-���_�2�tv&gt;?���?�:�e�;������,�B��eW��V@�ʞ��=��·��Om��������7�7��e����z�.C�g|�j̽+oΩ�����8&gt;��&lt;L�ʈ�?��dv����u��]�</a:t></a:r><a:endParaRPr lang="en-GB"/></a:p><a:p><a:r><a:rPr lang="en-GB"/><a:t>���6&gt;��Y��v�</a:t></a:r><a:endParaRPr lang="en-GB"/></a:p><a:p><a:r><a:rPr lang="en-GB"/><a:t>��jpY&amp;�!��;����_x0000_�Z�,Љ�RPC/����{�����wߺ�\�������W��q���_x0000_�n}��cϦy�AH�L�e�)4v@�kyY�҂�u��Qw+c��S4�Tv��\z�~��i�������_�3���q�F�;�ﯚ�����g�A�SM��m�J�������I�0�}��a�&quot;�K��Q������_x0000_�z_geqs&quot;FA:�</a:t></a:r><a:endParaRPr lang="en-GB"/></a:p><a:p><a:r><a:rPr lang="en-GB"/><a:t>R}@&gt;�_x0000_~&quot;�z@�/�E�4�g�ow���(�L|�����}��� ���NR�}a��&amp;/`�T�&amp;;f�\5Lɑ�bv�p��(�B��0�v�.e&quot;:��y������8u �.ZY��v�B�1��	��h&lt;�/��s��7m��M��S�������#��5U+Q[A��3î�j+�*�*����l��*k:�7�aYZ�_�� xg���Уj��xJ_x0000_&apos;3��_��=�:�&apos;m?�DQ��FUE����?�}�6Я��8��,(T�8�_x0000_V:�����y�˟������t��7��Y*</a:t></a:r><a:endParaRPr lang="en-GB"/></a:p><a:p><a:r><a:rPr lang="en-GB"/><a:t>��6�6�#QU���r$p�a�2L�4���</a:t></a:r><a:endParaRPr lang="en-GB"/></a:p><a:p><a:r><a:rPr lang="en-GB"/><a:t>���</a:t></a:r><a:endParaRPr lang="en-GB"/></a:p><a:p><a:r><a:rPr lang="en-GB"/><a:t>t�^ �.�/�8l������qƃ�T�_Ϯ�����u���Of��VJ���w~���í�=�E���p�c��VR7_ً�����4Z���}�ovb�i �b	��c���Ȧ�&apos;7d����^�˅v:A�_�Fw�&apos;����Zo� ������K��J���&quot;i�y�d����:�iA�ld\x!�Q}�, oqo0s��մ�}���U���C�ԃ^��x�Gâxm</a:t></a:r><a:endParaRPr lang="en-GB"/></a:p><a:p><a:r><a:rPr lang="en-GB"/><a:t>�����$�|�����&lt;7V����9$&lt;�4һ^F�Ȳ��)c E�Ư}</a:t></a:r><a:endParaRPr lang="en-GB"/></a:p><a:p><a:r><a:rPr lang="en-GB"/><a:t>l=��&lt;��H��k_��?*�t�;X��p��}�)��^�41���,i�m:JF�irxk���n�ȴ�&amp;�pJ��z��3���dT}���Ju�̊���Ⱥef�@�H�v&amp;�ůmD-ȤMw+U0�3+��䧈?���_x0000_@�|����q��ϑ���:k��i+ɸ7�j�+�FE��c�fF�Y8����4�3(Ef {7�ٯ�!�2Kg�O��T�zҀ�#���X&apos;��R���</a:t></a:r><a:endParaRPr lang="en-GB"/></a:p><a:p><a:r><a:rPr lang="en-GB"/><a:t>�a_1�#�A�z�����/�W�����T�!Փ�SK7�o��ܙjf�l�M�|�)V[A�f|ƺ��S鿱Ŏǰm��^�fBH�j(&gt; �~������N&gt;�}ٽ��</a:t></a:r><a:endParaRPr lang="en-GB"/></a:p><a:p><a:r><a:rPr lang="en-GB"/><a:t>U��v��v�EW[��c���H��Y�-I!TjQ�</a:t></a:r><a:endParaRPr lang="en-GB"/></a:p><a:p><a:r><a:rPr lang="en-GB"/><a:t>*�����n�����voߓ��U����&gt;De��;���厳c��&lt;�&lt;9):�� E��}������+_x0000_�</a:t></a:r><a:endParaRPr lang="en-GB"/></a:p><a:p><a:r><a:rPr lang="en-GB"/><a:t>�p$�2Ar���]$�����w��鸣���HȚ�9��:�w����;�t�q��UpAM���d ��C�O+����&gt;���׼�$@p�S�P~�Р��������&apos;��i���m�_t���k��U��U��&quot;UU��_���t�S�0�O�۫</a:t></a:r><a:endParaRPr lang="en-GB"/></a:p><a:p><a:r><a:rPr lang="en-GB"/><a:t>b�ϴ��í�U���r݅T�*a��7�$��m`}�C�Q03]�@@*�fJ� ��J��ǽ����z���ń{��_x0000_[u1�w�&quot;�DڤY�y�&quot;+B2&lt;�$�~����Md�UV�ڵ�x�Ӥ�$�{y)���A��T��V�V�*D�9,u[������o͸,|�ш��J~�r)�qw9���s�yj�Pm�.nmm�</a:t></a:r><a:endParaRPr lang="en-GB"/></a:p><a:p><a:r><a:rPr lang="en-GB"/><a:t>��Ѓ@hj:A`6�iӵ.���ac�Ugzt������mz�ؒM噿�knn�{__x0000_��?|�Z�gʝ6W��n1qei�AS$��$�5��rZ�Ř�rzyWdVTҫ#���L�ZgS�_x0000_�M챘���_x0000_W��ϣy)!�&gt;I�&lt;遃�9:7�Xj������/Ӌ{e�(I��RT�@Ly�h·#=��%s����]���&gt;���O���`�����e�ގk��b_J�4�,i���ʆ8�D���E?�oͽ���b�1�u�?/�S˪F�G/���@k a�&quot;W-p�05�Ty������7�*Z(r�c�h�+�nŀ�&gt;k���8��Y|u���-&lt;����[ۗ��n�����T�u��</a:t></a:r><a:endParaRPr lang="en-GB"/></a:p><a:p><a:r><a:rPr lang="en-GB"/><a:t>���eP?�:�V�Tҽr&apos;��7^���c�[|�%���N�^Ф�=�y�</a:t></a:r><a:endParaRPr lang="en-GB"/></a:p><a:p><a:r><a:rPr lang="en-GB"/><a:t>�n���&gt;��{cA7��#4��&apos;����0�!���0��</a:t></a:r><a:endParaRPr lang="en-GB"/></a:p><a:p><a:r><a:rPr lang="en-GB"/><a:t>�d�����k��7�X�&amp;�6P?w�L����Iȴ��o�=F��u���B�#G</a:t></a:r><a:endParaRPr lang="en-GB"/></a:p><a:p><a:r><a:rPr lang="en-GB"/><a:t>�0v��</a:t></a:r><a:endParaRPr lang="en-GB"/></a:p><a:p><a:r><a:rPr lang="en-GB"/><a:t>&lt;���J���{���y���3�T�L�so,� ���8�d�~g+&gt;$��%&lt;��_x0000_ ��[�{-��܍M�&gt;a�B�S娷��@�j</a:t></a:r><a:endParaRPr lang="en-GB"/></a:p><a:p><a:r><a:rPr lang="en-GB"/><a:t>OO��sM��v�V읥�{hl�I�px�u���ѯ�v�d</a:t></a:r><a:endParaRPr lang="en-GB"/></a:p><a:p><a:r><a:rPr lang="en-GB"/><a:t>$�W-$��I��@���&amp;�&apos;�Y��5�&lt;&gt;|z�]�kM�i�8�Hl�:E8�j���U</a:t></a:r><a:endParaRPr lang="en-GB"/></a:p><a:p><a:r><a:rPr lang="en-GB"/><a:t>�,���ƣ�	���6�ןhEkZg�B�}w�o����{p�������4�:����Iv</a:t></a:r><a:endParaRPr lang="en-GB"/></a:p><a:p><a:r><a:rPr lang="en-GB"/><a:t>�(�o�I[�����Mo&quot;���}s�����|P\D^z�=</a:t></a:r><a:endParaRPr lang="en-GB"/></a:p><a:p><a:r><a:rPr lang="en-GB"/><a:t>1�S�JM���</a:t></a:r><a:endParaRPr lang="en-GB"/></a:p><a:p><a:r><a:rPr lang="en-GB"/><a:t>��Rp�$�����O�����@O�ǟ��&apos;��a*ؒLd5���\�mn~��m϶��z݄sKSw�ᠧ�kׇ�߽_x0000_�����Y</a:t></a:r><a:endParaRPr lang="en-GB"/></a:p><a:p><a:r><a:rPr lang="en-GB"/><a:t>�i�~�ֺ��u���{�{�^���׺��u�_x0000_���m���xtw~Ï��W���DJ����|���Axһ��.CΤ����W�~\�q��j�DjU�v��Ӣ.p��s�I�.+��</a:t></a:r><a:endParaRPr lang="en-GB"/></a:p><a:p><a:r><a:rPr lang="en-GB"/><a:t>�8#�9��ӭ�:dN&apos;�����e3{�::�fED���]-L|&gt;�t_��_x0000_�s-���5&quot;2��&lt;4��pug��~��V��r�ԚŴ/�߫Y�W��ZSn������3��q��Y��Y��+�f.�*q�{S�vC+</a:t></a:r><a:endParaRPr lang="en-GB"/></a:p><a:p><a:r><a:rPr lang="en-GB"/><a:t>��6E�,D��X���nu���r�܅b��J�� 4=��5:x����l߇��ހj���]%s�%��N[�f�|��4�J]��pnJ����)��&amp;L\�fNF���-���&lt;���_���V真yU%�_x0000_|�ʪj8�CQC��?|�������`�&apos;�.�95_x0000_P�EV���-SCAц_*�b�Ƒ�mq�&apos;�5$~&lt;���X�ͮi�Xw;�9~����B{��W��A���r�m��E����	��֞����`mQ�s�SK[&gt;�7��gghaH���iYV��9�1�&lt;�G-I��cuHDU�[/0��Q�,֭T|��k����#��l�N�pY�WI]K��q:���w(��н�;�+m��t8N���)��5.z��������f*�*�b��idy!��$bg�s5��/�F�|�O������.6Im��Pxo��C�/p&apos;�_x0000_B+Ї�W+/��b�&quot;�?�R�P�{_�m�Go{��I&gt;�:�c�R�B����+]:���[�&lt;�������������i�� �q�t��	WǶGH�*�B�=�W������^}�KWu�G��;zǭA�m&amp;܂/c��o�Օ��OUmz��PՄ�������N���z漋����_x0000_l=�mW$�/�����Mwe�����]vm��9#��ۭ��Ȓ&lt;��̥t�\�ΒEEsN=Yl����6B�:�ѩ��hi����C�����yHe�����Ч������u�s�6��_x0000_^}�&apos;�M_��AXՎ�&gt;hԦ����p</a:t></a:r><a:endParaRPr lang="en-GB"/></a:p><a:p><a:r><a:rPr lang="en-GB"/><a:t>��3ƞR2�&lt;�s],2&gt;Duո&lt;��s���</a:t></a:r><a:endParaRPr lang="en-GB"/></a:p><a:p><a:r><a:rPr lang="en-GB"/><a:t>�1���us�_x0000_4���ʤt�86���q����Y�&gt;�ׁ\}~��;v�RK���U}����`�Q��m�QUބ���K_x0000_HԿ#�W�����������?��&lt;����d�Oڽq��S&apos;�</a:t></a:r><a:endParaRPr lang="en-GB"/></a:p><a:p><a:r><a:rPr lang="en-GB"/><a:t>+��˯{�Z���׺��u���{�{�^���׺��u���{�{��H�</a:t></a:r><a:endParaRPr lang="en-GB"/></a:p><a:p><a:r><a:rPr lang="en-GB"/><a:t>�����q׿�q�����je��_x0000_��ꪡ8~޻�_x0000_}����</a:t></a:r><a:endParaRPr lang="en-GB"/></a:p><a:p><a:r><a:rPr lang="en-GB"/><a:t>dYj\���S�e&lt;G�����U�e#��A�Ϯ�W6�\~?���oN�&gt;Lq���*�_x0000_��~�Jĉ���_x0000_��=�������&quot;�����k����T֕��~�z���R��I�4?*p#�랶�Ԕ�ʲ��H�7U����_x0000_8��o{���Lz�!�P�)�F)��z���dC[;!�G�)�N������������!ZmՎ��	���ut;�_x0000_�י����yB��H��/6{c�|������٫ޯ��	kl�HC�:�V��UIP�����8r��_�ݖ�&gt;8e/,)I&quot;w��D0 g�&lt;�돑]UOKO��?`m�u������m�E4^�|f��k</a:t></a:r><a:endParaRPr lang="en-GB"/></a:p><a:p><a:r><a:rPr lang="en-GB"/><a:t>c���}�N���*-x��r�����%�	_I9��m�������{��,bh��#�kM0�5��ٕ�����OWJo�-�e8��C�����wQ#�OQ����wn��,�̲-T(�X��|�珺��,۞�ne����\�X3PTT��:��S6���������xƆfᨛr�j&apos;�,�4S��k��L�ܜ]��|ez�|U4/A�?����=Cy5R���mY?��S����+(1b&amp;p���.9��y[N��6݃�L����&apos;�2��1Ђ&gt;a�nZ�E�n�p�eV�|�6+N&quot;���V��?�����i�~��u���M`8��m���vy�T��.�ܕFA�:W���!f��ߔ���̆К��FO��D�R�_x0000_�ԕ���A,��r$T��)�&apos;$����kx����?��#��pQu��j�#�h#o��_x0000_&apos;0��ݤr�J�ݿ&amp;��Fq�I�����_i#�}�KŸ�%�{bj�{�Z���!����R��ͻ�l�����Z��Ҕ&apos;��kB�8?�y!\����</a:t></a:r><a:endParaRPr lang="en-GB"/></a:p><a:p><a:r><a:rPr lang="en-GB"/><a:t>��:�g4M-Nx|��d7����e��J��ѡ��{�ۅ�+�d��w%)M4</a:t></a:r><a:endParaRPr lang="en-GB"/></a:p><a:p><a:r><a:rPr lang="en-GB"/><a:t>�a�+�H���V����i���3À���ҟS��O�DP4&quot;���</a:t></a:r><a:endParaRPr lang="en-GB"/></a:p><a:p><a:r><a:rPr lang="en-GB"/><a:t>a�b�_x0000_ߞM��7Ÿ9�Kj�7�_B4�`��~i��u��=�4��4������U���i$��xԄ�E�����N��G�k�|���r[kM2���������~6|��׿&apos;zC���f��t��ﶩ�Y|$U��-�-���&apos;�WӲ��k{9�9�u�����$⸭A�jIJ�&amp;��Ӥ�g</a:t></a:r><a:endParaRPr lang="en-GB"/></a:p><a:p><a:r><a:rPr lang="en-GB"/><a:t>��,�����B=3J�W���|����f��_x0000_.��3v�W��+#�M��?�߻s� �K��W�%:��Ĕ[Q��b���\���I&amp;��\�`߼8�9V]1�U����jj|*Sε���^m�ŷ�#ڈ_x0000_�uj\��u@=���N�X;�?5��~.ϒ�:���6ȯ�^��l�L�OUӟ$��L�4�8��\5.��n�}�#����O�(�kR+�R�ֵ��(�A#=칒i)�:hk�)R+�*jH�d W�?p��C,�M*�,50��AQO0�=L2�̦1�	W_R�{�Yn��ěN�)����О+�K�@��z�����&quot;�:������&gt;�,��&quot;��t�o(s_\��K�Bu��)�%Lmp�SU�eaá�AQ 4���_x0000_U)��;r�c���b�&gt;�ߑ?�?|���꟒�S�;oc���Ÿ��i����D�Y���f��m܄N���U��*������</a:t></a:r><a:endParaRPr lang="en-GB"/></a:p><a:p><a:r><a:rPr lang="en-GB"/><a:t>��U���?�z�7n]��U���٨�R��&gt;G ��Dw_x0000_�̻�l�Tuz4����Ig���b(?�N��(��[�Uo���u���: �LM�k_x0000_I��_U�9���ʦ��FJ�n��l��*��U�$`�H�*@^BM-c�����jd7&apos;�-��׫���?T��e~��RLԒ�����Ҕ�|UI�XC4��_x0000_m2~�S&lt;e\���/$RF�aO�����L���</a:t></a:r><a:endParaRPr lang="en-GB"/></a:p><a:p><a:r><a:rPr lang="en-GB"/><a:t>t2(*Jݐ�&amp;�����qϻ_x0000_�}zG���^����V�~l</a:t></a:r><a:endParaRPr lang="en-GB"/></a:p><a:p><a:r><a:rPr lang="en-GB"/><a:t>��ݔ�[��Q�PM��z�M</a:t></a:r><a:endParaRPr lang="en-GB"/></a:p><a:p><a:r><a:rPr lang="en-GB"/><a:t>�ׇ\��u���k�?�{�^�����o~��F�1*P/�.cf��G�m*�����{�R��C�p�?&lt;��v��kv&apos;��;�q���o7&amp;ޢ�}]ٻ�9��}��{ֆ�ei�V�����#bx&quot;��Q����c������zl���d&apos;�i|g��_x0000_�6���O����z�_x0000_imѸ:���Mܻ�iDs�Tf=1��5�D�9���{��З</a:t></a:r><a:endParaRPr lang="en-GB"/></a:p><a:p><a:r><a:rPr lang="en-GB"/><a:t>�?�3*�h�¶�_x0000_�,a������R�_x0000_#͋T0�1�������v�M�_x0000_[���ν�������</a:t></a:r><a:endParaRPr lang="en-GB"/></a:p><a:p><a:r><a:rPr lang="en-GB"/><a:t>�7F��-V�I��h����1R�PR�7��G�G���?2�#쟈��|�͡��.��͏�[j���q�TtFf�+�����V</a:t></a:r><a:endParaRPr lang="en-GB"/></a:p><a:p><a:r><a:rPr lang="en-GB"/><a:t>[�O�V���׺�S*��j|��������_x0000_���</a:t></a:r><a:endParaRPr lang="en-GB"/></a:p><a:p><a:r><a:rPr lang="en-GB"/><a:t>���n�ޝi��i���n�M�j7�Z�b������f��U����^��|���_x0000_��c.+|�t�7zoʞ������j��;</a:t></a:r><a:endParaRPr lang="en-GB"/></a:p><a:p><a:r><a:rPr lang="en-GB"/><a:t>��q���DPR��) ^/EM+y���{�����I��{��{u��.����������/�Φ��nJ�M��i��v��_x0000_�wlO���LK*�T�*M���Z���_x0000_=Q��b�a~Wn���_x0000_.{�����_��_x0000_7O�]�6̫랈ܸ��U~����ِ�_x0000_</a:t></a:r><a:endParaRPr lang="en-GB"/></a:p><a:p><a:r><a:rPr lang="en-GB"/><a:t>åL��5�d3O�h�&apos;��{��_x0000_r�_x0000_(������:���eu���Sԙ?��%�ba �ݥ���K������-�f)(��_x0000_�ј��P�G�!{�twG��{��Oj������&gt;nO�8^�����=Y�:�w�;�u�</a:t></a:r><a:endParaRPr lang="en-GB"/></a:p><a:p><a:r><a:rPr lang="en-GB"/><a:t>��s`�߱T���lkKH��P�$r��������&amp;�����?��u.�o�D]Q�_%1&apos;+����nN��n�~��;��oK���b�+�mjg���DҴ�5�2�~���~l\�ϐ�;��c�aw&apos;�M��1�6�:�c��훐��4��kO����$�*T�Ĉ_x0000_�+��C�H����������</a:t></a:r><a:endParaRPr lang="en-GB"/></a:p><a:p><a:r><a:rPr lang="en-GB"/><a:t>��	U�3���;�</a:t></a:r><a:endParaRPr lang="en-GB"/></a:p><a:p><a:r><a:rPr lang="en-GB"/><a:t>��ݗ���~K�p������Ysp����O������s��{�&apos;��_x0000_剸;��-�_��0;s�wʉ�ꛦ��cu��ٝ���G�1Y��`�=����S[��w8옑%�[@_x0000_���C`%����QvGj|��/�ym���M��캜���Ÿ��麣#���R��0m?Rm�z$�:w	�&apos;h���t�䳿s���4?���?��/�ym���Ϗ}��:�v���0����ݯ�64���^i���M4�P�$�I���Wb���*�&lt;�5�Y</a:t></a:r><a:endParaRPr lang="en-GB"/></a:p><a:p><a:r><a:rPr lang="en-GB"/><a:t>�}u</a:t></a:r><a:endParaRPr lang="en-GB"/></a:p><a:p><a:r><a:rPr lang="en-GB"/><a:t>Zi*�r}�uM4��I#,���Б��{�wr?��!�;��&gt;��b*����[�9�3�_x0000_���SO��&gt;�mٹ��l��M;n,vת��S&amp;�����C+�{�t&gt;wO�x���	I�;���N��]��5�i�]�����N��}��=AD�~���m�˂�,&amp;K��]N�$X�a�&gt;�+K��m׿ȇa��3����������_x0000_�ҵy�{W� ��z?mW��|�n׮E���M���b����H�&quot;S�&gt;���˓��L�_x0000_/l7���{�ym�����K���97��=!�%�u</a:t></a:r><a:endParaRPr lang="en-GB"/></a:p><a:p><a:r><a:rPr lang="en-GB"/><a:t>�0�����UJ��&apos;�ߺ�J���/�:��`|���m�[���GZ�a��������,��6�tQU��26���F������_U���=n&gt;��a�۲k7Wb��_x0000_�M��.��λͮ&gt;�k`1�{�d��z]�]</a:t></a:r><a:endParaRPr lang="en-GB"/></a:p><a:p><a:r><a:rPr lang="en-GB"/><a:t>�`�E�jҡ��*b�h��&gt;���O�*�ێ��:����(�?��K�-������ڝo�0��N��[l���}��ۆǘ��j�j�k�UH�^���o���v�o��_x0000_&lt;�G|��C��N��I�ݷ���OfwoB�����{ڗqR����F&lt;�RyZ�#��=׺�����{�^���׺��u���{�{�^���׺��u���{�����ߺ�^��׽��u�~��{ߺ�^��׽��u�~��{ߺ�^��׽��u�~��{ߺ�^��׽��u�~��{ߺ�^��׽��u�~��{ߺ�^��׽��u�6���r3�;���F&apos;�#�l�Kv�S�~��ߏ=߷)ik�M�p&amp;�fn�ᳲ-M:���T�Ό��Y:!���k���?��׭7?��_x0000_��5�</a:t></a:r><a:endParaRPr lang="en-GB"/></a:p><a:p><a:r><a:rPr lang="en-GB"/><a:t>u�ǎ��ϲ;���8t�b�ߝ�יXR�r�4��q��K��3����D�x4�ʾ�׺8�s�jC�?7����[�oC����_x0000_�O���d��r�+]��o�b�©�uzLhJ�_x0000_2���K7��{�m�&gt;�t_�_x0000_��_x0000_�|��_����J�����F�������nw����V�ݙ.V������⨀yU�ifu��V�ͳ�.�����a�����v��n����[?�zòd��*���p�]�{s9��b8��1l-+��S=D�M1�^��N��Y�_x0000_}|��n]�Oڛ7��d������I������gcu&amp;k�r�wT�E=]��zt��ˤ2��ou�_�7Df�.�A���rn^���}e�9�у��������4�v�1���&amp;h�����r�ʬr=��tU������?;?�Gˊ���9]��~8�</a:t></a:r><a:endParaRPr lang="en-GB"/></a:p><a:p><a:r><a:rPr lang="en-GB"/><a:t>���qH3[��2]��ܕ�1��*���Ll��@R�t���{��%���I���;��uۇ�����+K������K���}v�Je����������I�OR� =���D���r?0~!�|Iﯘ</a:t></a:r><a:endParaRPr lang="en-GB"/></a:p><a:p><a:r><a:rPr lang="en-GB"/><a:t>v&amp;��lO]Tu��螛�1���_5G���{�q�	���AAMT�ݷ@ZZ�ᘼqC�&gt;�����</a:t></a:r><a:endParaRPr lang="en-GB"/></a:p><a:p><a:r><a:rPr lang="en-GB"/><a:t>��j���0��ݷ�_j���O��7��i�&apos;l�{</a:t></a:r><a:endParaRPr lang="en-GB"/></a:p><a:p><a:r><a:rPr lang="en-GB"/><a:t>��Wle6`J�b��cl�����c�����h�j@����!��{���M?&quot;���g�~����Ϙ�6;+f����^+q��ޭ��a�h��cֽ]�I媠�t�P�.Fx�*��(yxc�{�?�_x0000_/?�#�[��?�������#��fv7\o��l��_x0000_I�o�:��鞗-����D��U_�</a:t></a:r><a:endParaRPr lang="en-GB"/></a:p><a:p><a:r><a:rPr lang="en-GB"/><a:t>E�Dc����=��u�������k�o���?�ݣ��g�mɳ�ϭw�ؽI�yd���^��+U=NCnc��S�W_⯭�z�Q����FK��_x0000_�����_x0000_(������rc����_x0000_A��޻�fQ�1&lt;�	sx�嶩3�GZ�����9Ο,K��=��tT�~;���[�wk1��_�d�[onϐ�6�i쯝=�ջF��*-�U�k*��5�T��o��Pdo�yĞ��l9C��������*8b�3=D�H�P�+�If�/����&gt;�׺r���!A?������^��o�]G��_ww�b���]�L+w&amp;�ݙ5��QA#�1������ꝂQ��E,�9X��ݔ���B�����O:n���_x0000_��_x0000_�¾�_�q��쏚_:v|S�O���}o��7��&apos;�)��PXe*��{�*T��O��&gt;��Лg廋�Laxc!�I9_PiV</a:t></a:r><a:endParaRPr lang="en-GB"/></a:p><a:p><a:r><a:rPr lang="en-GB"/><a:t>(���u����޸�]�������꾧ؘ��m��x��;wM�y�%&amp;Y��7z��T�U���$Ř�</a:t></a:r><a:endParaRPr lang="en-GB"/></a:p><a:p><a:r><a:rPr lang="en-GB"/><a:t>���ix�������-�m|:t��J�Pp_x0000_O (�EI=-Ȏ0ewe�2f�Q&quot;&quot;�d�(ƒ���*�$r[�{L5	���N���_�珟��Eu:����|��׎Z.��b3��Y��5?�&lt;t_#z(���f����d�|N쬐��f?��h�}���4���_x0000_.��;Y�Ƶ��1��G�xA�0O�Fo�Ϟ����v�R�_x0000_�?!�W�F&gt;��{є</a:t></a:r><a:endParaRPr lang="en-GB"/></a:p><a:p><a:r><a:rPr lang="en-GB"/><a:t>���~Ԙ�J|��$��km�˦�3�h���EB=��eN� RcSJ��X���AZ���̫�iĮ8�w%�	�@��\=��&apos;��O�缱�-����5��_x0000_�?�7m7�}��iq/�{�O���~�[M$�c�p_x0000_�hΟ`�ۜ-mm����3i:X6j�{Mc�*��c�DaN�s�sxL��k��q� &amp;Mֽ]n��xL��X&lt;.��f�f��c��mͽ����I����GMEO</a:t></a:r><a:endParaRPr lang="en-GB"/></a:p><a:p><a:r><a:rPr lang="en-GB"/><a:t>�G,q��Z��Is�n�43;5(8�b�3��Rx�IbI$���R&lt;I��s�S_�y</a:t></a:r><a:endParaRPr lang="en-GB"/></a:p><a:p><a:r><a:rPr lang="en-GB"/><a:t>�4(`ȶ�y</a:t></a:r><a:endParaRPr lang="en-GB"/></a:p><a:p><a:r><a:rPr lang="en-GB"/><a:t>�ʚ���O����R�0�Ve�Z�^��iq�+��������6&apos;M�rF���Int�l�rM�_x0000_Nm����z���zt͝��6�-��s�v�ߦ�%��y̍/	��S��|�g-��:e</a:t></a:r><a:endParaRPr lang="en-GB"/></a:p><a:p><a:r><a:rPr lang="en-GB"/><a:t>C�S0#��{5����\�p�ϐ�&gt;�����m���&amp;��u*�����!N���C�����Yΰ�W�n��~�yq�ϗ}��\/�]��X�&lt;{±�7�e9i�і_x0000_�dK��춻Wv�Hj���˵��</a:t></a:r><a:endParaRPr lang="en-GB"/></a:p><a:p><a:r><a:rPr lang="en-GB"/><a:t>*L�Qשs��_x0000_`����d��xH��5��9� +].�jj��RT���l�iv*w�ʎ�ݿ-������;F6~�fO��t�Q�lN</a:t></a:r><a:endParaRPr lang="en-GB"/></a:p><a:p><a:r><a:rPr lang="en-GB"/><a:t>�5*y��������k�y�&gt;</a:t></a:r><a:endParaRPr lang="en-GB"/></a:p><a:p><a:r><a:rPr lang="en-GB"/><a:t>!��!@�(�@Z��)�C������7���n���_x0000_&gt;L���++��X�%ث�</a:t></a:r><a:endParaRPr lang="en-GB"/></a:p><a:p><a:r><a:rPr lang="en-GB"/><a:t>�fbB�F����y��5/[��e�4�Tt���d+�4�qp�$�:.�\���M��t�|���gY(w6�ݱ���B��n4*�@��H?</a:t></a:r><a:endParaRPr lang="en-GB"/></a:p><a:p><a:r><a:rPr lang="en-GB"/><a:t>�@�����</a:t></a:r><a:endParaRPr lang="en-GB"/></a:p><a:p><a:r><a:rPr lang="en-GB"/><a:t>��ڣn|x����q�w�L�{���\o�J��W�\��A#ǠYX5�H��bke�_x0000_`�Ej�prHZc,��7/wl��q�e���~m���X��ֽ��Y4�</a:t></a:r><a:endParaRPr lang="en-GB"/></a:p><a:p><a:r><a:rPr lang="en-GB"/><a:t>5jD�Nz ��&apos;��YK��˭���l~�ڭW����I2`���V4D_x0000_�����T������!��`Ӹџ&lt;H��_x0000_�_x0000_�^�˯o/y�p�t�������6;T���Ђ�����*�$0PN��E$�</a:t></a:r><a:endParaRPr lang="en-GB"/></a:p><a:p><a:r><a:rPr lang="en-GB"/><a:t>ZJM)</a:t></a:r><a:endParaRPr lang="en-GB"/></a:p><a:p><a:r><a:rPr lang="en-GB"/><a:t>E�����B�ƪZ8_x0000__x0000_��3�&apos;�O��Djԟ3�ԥk?/�j�&apos;�C�`hkxa�UP����8�p�+3�r\�&lt;�I�%�Q�a�?�O�J@�A�������e/�k�d�]t�^��^������q׿��=���G~�9v���[��+�h</a:t></a:r><a:endParaRPr lang="en-GB"/></a:p><a:p><a:r><a:rPr lang="en-GB"/><a:t>.��S�sN18d��&quot;�L�����[�[&lt;����[�#W��&apos;�N��s��#rF��t� �$��N�|�\g�!K�!ۛ��Ƥ��ψ]\���Q�1x2�_x0000_&quot;�|}�!���u�qM�,��H�����r</a:t></a:r><a:endParaRPr lang="en-GB"/></a:p><a:p><a:r><a:rPr lang="en-GB"/><a:t>Gwy����0�q�2(�åk��=q3�������۹�aV�j9bH5�S5�y��&lt;�n�mb29ڦ�?�ԉ*5�1G����B�I�5�A��Ǳ��L[4�^j^V�㤚�MM_x0000_&gt;�gB�͛q�#��5��&quot;�_x0000_�?�ӫ��L*6?N�_��΋��?&quot;�t�R�BFC��5�Z,�,�/�֬�=���as�\��d�5�8�x�׬������R��#$����x-�_x0000_���a��?��h�����_x0000_��:\�h�m��v�/^�{�hZEa�sӨ�E&quot;�:u��^��~�Q�G�1&gt;��@���o���k���q���_x0000_&apos;IZ9c���(�U�k�v�/��!���v&amp;���������ԸJ��C�!]͍��xX�_x0000_l�U�IV�*��d��g��_x0000_o���f�\p�</a:t></a:r><a:endParaRPr lang="en-GB"/></a:p><a:p><a:r><a:rPr lang="en-GB"/><a:t>yz����~���t(8�N*	&lt;?.��HY��-D#1�?\l��*l?��_9�9�o��u:���f�����������d�&amp;���)����H�o��_x0000_g��Ӫ��~��{ߺ�]���S׽��W�{�[����~~��[ߪO^�iԼ|�ő�4�ֶ#PԳ�։��#�A�_x0000_i���_�c�p:ȯ��_x0000_��&gt;���?���_�օ�۷b鏛x�</a:t></a:r><a:endParaRPr lang="en-GB"/></a:p><a:p><a:r><a:rPr lang="en-GB"/><a:t>Pjx���Wn�F�}�v&lt;*���O,H�-a�&gt;�_Cn�ݵ���ֹ�^���ܻp(ߴ2���V�PY**�����%������?!f�s����o$6r�����1�&gt;α-f�&quot;��~�ӢM���|��3��15&gt;���قf�ן!��Un,�&apos;��=G�O����o�g�Q����_x0000_{�G���z���c�w/�����&gt;�0���{+�&quot;�τ��|=f��-�ih�J�I5MEd�(����#n)��?�1���ߕ��٥ܣ�F�օ��O�Pҟ�G���c����i[#6� @��5����|�C*��i;�m��k���n|{}���ۏmR�R�U�F��lL�)�%��4z�-��I2�s|�����z�܍1j9�����t&gt;��%�r�E=��!�4�r��@?��A��?�JPG���{W&apos;KE �o%wi�F�l����F��#��E�_x0000_��%��7�J&quot;����f��q`,��/�K -�Oj:�CL-ˡ���&amp;����7�N��DlG�ALP�祾&apos;��i�q&amp;h�qЧ��f��^WJ\��uti.M���{X}��ӵ@$�ھ�`?�w@ˏ�&apos;&apos;�33�g~���$~��~ޟ�?�-�S��,80o-�Q��</a:t></a:r><a:endParaRPr lang="en-GB"/></a:p><a:p><a:r><a:rPr lang="en-GB"/><a:t>�Ti#�@����_x0000_�ՆS�ڈ\�&lt;���������խwR��M�����d���.�o�;V���_x0000_�n]���Ջ��6��?�ݍ8�ڇ�K��~�Er�_x0000_w緀�����_x0000_���_x0000_�]3�����cn��p�ؚ</a:t></a:r><a:endParaRPr lang="en-GB"/></a:p><a:p><a:r><a:rPr lang="en-GB"/><a:t>�]N�]j!�����E��X~�\��K}}�,��Ҁy�|C@=+�t�q�?��,��]�$yT�?�L�i��p�9o�]�.���*���@�C9�_x0000_[�b�_x0000_�&quot;]/�m����_x0000_�}�}��rL;~���n�_x0000_�zHWf~Tm���1�6h�d�9��!�a�U�?Ӌ{�}��REV�X��������~&quot;���&apos;�&lt;:%���pP��Ŏ:�����y+�f���פm_�&lt;��ݝ�[d!e����r�+�i`��,}�l~�_x0000_&lt;��W�?3oO?�@k�����b�$��q��5/�^����ù�y�eqQ�Y���_�a�}c����N�F �_x0000_8ը�j��&gt;�&gt;��[%��JhQ�:t�ƕZP��K�O�.����|QS�����AQ��1{�9�é�:�G#��ke����P</a:t></a:r><a:endParaRPr lang="en-GB"/></a:p><a:p><a:r><a:rPr lang="en-GB"/><a:t>��ogL��2�ګ���_x0000_������˲ k���z�ۃme�lV���hծ�-J�&amp;�� ��Q�����&lt;r���ܑ��JC�r�C�������l�&apos;�dR�R</a:t></a:r><a:endParaRPr lang="en-GB"/></a:p><a:p><a:r><a:rPr lang="en-GB"/><a:t>&amp;I&gt;. �N���\�C�X�)��T�����=۶ͣsMq�B?�O�����7m��ɷ0���_x0000_�.��_x0000_O����������J�֘�}n��JW��_��O��޺��Ǐ��z�^�^��*�������������</a:t></a:r><a:endParaRPr lang="en-GB"/></a:p><a:p><a:r><a:rPr lang="en-GB"/><a:t>EG]{�[������:��V�z�^��׽�u�~��{ߺ�^��׽��u�y�oŴ���_��C���_x0000_x�݄]�mhg�l����3֚5�Lm����v,	&amp;ޠCi��y��C�\}n��pLn�m��N��~�?.hZ+��~D���&quot;����I��-������TP�y�����0*H#��&quot;�H,�o��[/��cC���Oq�|�ӥ�{��_x0000_gt���\&lt;���$�%�k�����EWP��_��E���_x0000_{6�6k�7η����I���g �m��V������,&gt;�|��{K������i&lt;���</a:t></a:r><a:endParaRPr lang="en-GB"/></a:p><a:p><a:r><a:rPr lang="en-GB"/><a:t>�H�&quot;����O�}��}�Ge�_�5�f��O%*	Vr��1F�|��Y�_x0000_��X�U.��i�h�If��t�����?r9�þ18_Q�.�o|��W�������k���R�7�u�J�_x0000_P��d��&apos;�\п��]�i4��_Ĳ$e�**Taj�5f�&quot;�����&gt;��&gt;¢�</a:t></a:r><a:endParaRPr lang="en-GB"/></a:p><a:p><a:r><a:rPr lang="en-GB"/><a:t>�G���KhלOH���;w��w5l����Y!�E\��ONޭ	r�𕽢�o�hK�~���$�U+B_ē </a:t></a:r><a:endParaRPr lang="en-GB"/></a:p><a:p><a:r><a:rPr lang="en-GB"/><a:t>���:�9z��)��j�\OM2�&apos;�^?��&quot;�P�������\�l&apos;�n����&gt;�}���L���=o�{u�%v���������*i!��53�U~�:��T������lūC��+~�!c��A��</a:t></a:r><a:endParaRPr lang="en-GB"/></a:p><a:p><a:r><a:rPr lang="en-GB"/><a:t>+Ơu!���Eey��</a:t></a:r><a:endParaRPr lang="en-GB"/></a:p><a:p><a:r><a:rPr lang="en-GB"/><a:t>hա��_x0000_�1�k�l/����y�p�a�K`]Ǘ����vEro���+2�����x�SCO���@=2X�d[��gs����ԕJ�Q��H�TA�x��u)��k�</a:t></a:r><a:endParaRPr lang="en-GB"/></a:p><a:p><a:r><a:rPr lang="en-GB"/><a:t>�&quot;��|�|�8�Oϫ��e1Y�M�����������0�ɞ��h&apos;�v?7�2RΏ�V�FP&gt;������+~�Buw�aL������c��I�CV��t���]�$$���IN�H�/f$XpAޤM#_x0000_�_x0000_��@,���?o���</a:t></a:r><a:endParaRPr lang="en-GB"/></a:p><a:p><a:r><a:rPr lang="en-GB"/><a:t>�TcE�]#</a:t></a:r><a:endParaRPr lang="en-GB"/></a:p><a:p><a:r><a:rPr lang="en-GB"/><a:t>��?�@���e���</a:t></a:r><a:endParaRPr lang="en-GB"/></a:p><a:p><a:r><a:rPr lang="en-GB"/><a:t>o�_x0000_�����EH�*+�֤E_x0000_j�_x0000_W�_��7힝�N��Y�����]�֙ؤ�1��+mPnݲ�дb���IM4��)�#&apos;R0kg�f�q�:�n�����hj</a:t></a:r><a:endParaRPr lang="en-GB"/></a:p><a:p><a:r><a:rPr lang="en-GB"/><a:t>��A#Ӥr[��AJ�4�)B�~@�:�������T�n��I�=��xfZ���̼�s��&gt;T�y��`�S�e�}ǲY�U����Z�D��0�]��5�f�;�+���S^�l�5ʁ�c�U��ɉ,�r)S�$P�Jҙ�T�cҟ�覆`��7|�����~X��CK�?&quot;j��`v&amp;L��5�&gt;@@nn��1�Yj��xɸ�1I&gt;���U�H�	�5!�&apos;,4�!��O��2�)zjEhh8_x0000_I4����v���	��=e=L��P��Y&apos;)�#{�$&amp;�9RG&gt;�qDV8���C4�ຎ�2�=</a:t></a:r><a:endParaRPr lang="en-GB"/></a:p><a:p><a:r><a:rPr lang="en-GB"/><a:t>~T�</a:t></a:r><a:endParaRPr lang="en-GB"/></a:p><a:p><a:r><a:rPr lang="en-GB"/><a:t>�p�Ԯ��A</a:t></a:r><a:endParaRPr lang="en-GB"/></a:p><a:p><a:r><a:rPr lang="en-GB"/><a:t>�A��?� �i+�|�z�%���E����ydH̑�f!�)�����M@�,�v [��g��&gt;�M�2l)�Ǧ�zP�tF&gt;S�_x0000_/���3�����nߍ?16e*&apos;_���zض�sa&gt;�T����8����U&quot;��c������;���</a:t></a:r><a:endParaRPr lang="en-GB"/></a:p><a:p><a:r><a:rPr lang="en-GB"/><a:t>wz�_x0000_�����@��a�x��Z�-)�R�A�8Te_x0000_R���u��_x0000_</a:t></a:r><a:endParaRPr lang="en-GB"/></a:p><a:p><a:r><a:rPr lang="en-GB"/><a:t>7N������;g�24�o�?�/M�|i�|�\�,N�6��kz�r�DѴ��6*IC��!@����!e�0:��_x0000_�}�F��MB	#���8�C�����3��</a:t></a:r><a:endParaRPr lang="en-GB"/></a:p><a:p><a:r><a:rPr lang="en-GB"/><a:t>��a�x|�1CG��g0�2�L�</a:t></a:r><a:endParaRPr lang="en-GB"/></a:p><a:p><a:r><a:rPr lang="en-GB"/><a:t>|��%��P��MK*00̎C��0����YF��l|�:|Me�����\�������N��&gt;}e����ߺ�P�h�TTf����i&quot;�Vb_x0000_P9,}��t_x0000_tW��%����~��]���</a:t></a:r><a:endParaRPr lang="en-GB"/></a:p><a:p><a:r><a:rPr lang="en-GB"/><a:t>���6%d��.�ޕ&apos;&amp;�}�I�Us��(�&amp;X��e���ф(�zط�} �)c������{�^��C&amp;���P!I�ٕn�</a:t></a:r><a:endParaRPr lang="en-GB"/></a:p><a:p><a:r><a:rPr lang="en-GB"/><a:t>_x0000_�M���=��u��@:B��ҒL���^�X�7^ŏ����{�3�t�#H]b1�cx�gV�|</a:t></a:r><a:endParaRPr lang="en-GB"/></a:p><a:p><a:r><a:rPr lang="en-GB"/><a:t>.�,4߃o�����\�L��F�X٣�L@^4��H[�jVP���u���J�HC���ad����,	-��q����p�k�!(ok�a���JanA��{��M]</a:t></a:r><a:endParaRPr lang="en-GB"/></a:p><a:p><a:r><a:rPr lang="en-GB"/><a:t>UBz@��Pߘ��I��O~��pi&lt;�+)W[ʈC</a:t></a:r><a:endParaRPr lang="en-GB"/></a:p><a:p><a:r><a:rPr lang="en-GB"/><a:t>L�82_x0000_��_x0000_�~��&lt;����ͼO�����;��p���w���Ÿ�7S�r�E��ܪ��¤�cp�_x0000_��Г�Y���I^�u�{����vQ	�</a:t></a:r><a:endParaRPr lang="en-GB"/></a:p><a:p><a:r><a:rPr lang="en-GB"/><a:t>�|1²�YNW���qϿu��k����N|C�9|�]��;+���p4��N#+������Q_��6��xc�15L�/�.H��щ�2���xa��f���TU4^��d���Ao~��M�MM1��!��e)/�:����Bt�����^�=��ml6W=��������e3y&lt;��OE��a�[%���T�Z*x䙈��.O�׺L�Wk��wu������8��}���3���׭J���15�x�X�Ȇ��,D�rT�ǿu��D�Л�&amp;�ZF� u#魍��u�%���j&lt;k��d�G����ʕ���ߺ�A�i�wW�f���n���C�v�sum̓����bqy=�r���%uO</a:t></a:r><a:endParaRPr lang="en-GB"/></a:p><a:p><a:r><a:rPr lang="en-GB"/><a:t>U��4p�޲̠O�u�		(%VO&quot;�Y�Ļ�H�ډ��b}��u�9#�V�B���fo#ȳ��bHQ~mkOu���i�&apos;�7_�ރy�l=��J\�}}��?c��[pg`�c�g�(jr(�5��p0�5M!X��{�t7b�t��^++@�d)(�Ti��jj�9*4������	a��*���I�B5{�^���LRѹ�2�BF�����j&quot;{���R݅���׺˥#Vr�-��JJ�4GH$�&lt;j�7���^��m&apos;���Ut�%�&amp;��@[x�O�uho�����gb��[,���*�u�}��u�~��{ߺ�^��׽��u�~��{ߺ�^�������ߺ�^��׽��u�~��{ߺ�^��׽��u�~��{ߺ�^��׽��u�~��{ߺ�^��׽��u�~��{ߺ�^��׽��u�~��{ߺ�^��׽��u�~��`jx���</a:t></a:r><a:endParaRPr lang="en-GB"/></a:p><a:p><a:r><a:rPr lang="en-GB"/><a:t>N}F�k*�P�����׺���`�X���Hj</a:t></a:r><a:endParaRPr lang="en-GB"/></a:p><a:p><a:r><a:rPr lang="en-GB"/><a:t>�����{��4*$a&lt;��@&amp;�o~F�k�=��u\m$��$~��f�RE� (F��BZ�_x0000_�~��d4q7�.nA$;)!_Z)e���T�&gt;�׺��@*�DM���Lie�&lt;����^�:FU%T_x0000_5�`?$�}��u���s��}J�ԅ��d�d��:@*</a:t></a:r><a:endParaRPr lang="en-GB"/></a:p><a:p><a:r><a:rPr lang="en-GB"/><a:t>����^����P�m�����P��ߛ+2�����^��k%����j�Y�$�� �[�~��rƤixe������}�G�~=��t��eq�w��夒V���fZif�1����K</a:t></a:r><a:endParaRPr lang="en-GB"/></a:p><a:p><a:r><a:rPr lang="en-GB"/><a:t>-i�x㍙�Q�s`��{�^�,��}=�z��zyc;�;?&amp;Gen�J��G����������RzZ�*)禞��4�b�)U$R=��t9GGL.�y&amp;5,K�o3&amp;�&quot;�&amp;�~&gt;��~��d�X��Y��P�J��	��y���1O�,�� %�)PN�_�~&gt;�׺�u\��_x0000_�qs�&gt;���&lt;��y���o�������n��C�l0~��7�p9nħ���쬝N��O�eC������E���}���s,���Ԉ��c$�&amp;�r�#�y���_x0000_W�Z𥙀�����x2sA����w?ʎ��/���;Oyv���6����&apos;V7/���I���w��`�=��[�k�z:	@��&quot;��C�������`j�d��8��xt&lt;��S��D����G[IaJ�x�*NXT(V�;KW3�S,�3�ڞiȖYJ�#i]����U��})�q�:]��I���cH�,�|���3ż��Z%�%%�*�YST�ҡ���6�7�ǺPBҿgZ�&amp;���{FM08��������&apos;��g�9�vo౓n������pXM�EI�ܹ��A⦢���天�G�K؏j-&quot;�g��&lt;�=i^&gt;������Z�9���d�#Νj���&gt;Wv�</a:t></a:r><a:endParaRPr lang="en-GB"/></a:p><a:p><a:r><a:rPr lang="en-GB"/><a:t>���V�_x0000_/}��X���]ݙS����;����A��ߐ��]ѷ~&amp;l}�</a:t></a:r><a:endParaRPr lang="en-GB"/></a:p><a:p><a:r><a:rPr lang="en-GB"/><a:t>G�i��J����S�x��!%��^�Zf5�:��j��_x0000__x0000_��5!@�Q���u</a:t></a:r><a:endParaRPr lang="en-GB"/></a:p><a:p><a:r><a:rPr lang="en-GB"/><a:t>P_x0000_E@&quot;���p�	�k�Nzؿ�����t�n�����_x0000_��pۧ��Svu7�z��C1K����w�������:V�ch�*(�p��LS�\Ϻ��J�Lv</a:t></a:r><a:endParaRPr lang="en-GB"/></a:p><a:p><a:r><a:rPr lang="en-GB"/><a:t>Ё_�����h���ke��I�I�_x0000_�T�&amp;��_ _x0000_P_x0000_��p��̅�v�#~�.y#�j���{����UϠ��G����m���F</a:t></a:r><a:endParaRPr lang="en-GB"/></a:p><a:p><a:r><a:rPr lang="en-GB"/><a:t>+\���+��{Q</a:t></a:r><a:endParaRPr lang="en-GB"/></a:p><a:p><a:r><a:rPr lang="en-GB"/><a:t>����9�K��5hM4�K �ԝ��\Z@������;�~@G���W�H��V���+#z�:f[	e�^�5�N~���D�X�_x0000_;�_x0000_���T�w�9���K�����_�e(�]����I�7�A/I�p�����#���Faa�/�f}ӱ�&apos;HV�</a:t></a:r><a:endParaRPr lang="en-GB"/></a:p><a:p><a:r><a:rPr lang="en-GB"/><a:t>X�C?cjT�n��E�s&gt;�,r�������?IV�ٕ�&gt;�I �Aα�!{&apos;�/��S���掗�1��6��ޘ��p��t�C&gt;&gt;���dw�aK��V1�Yt��i&apos;�{���&amp;��_x0000_6YOo�8GP����bi�B������w���72�?[_x0000_�(</a:t></a:r><a:endParaRPr lang="en-GB"/></a:p><a:p><a:r><a:rPr lang="en-GB"/><a:t>��Y��1�Bĭ��zs�����P�08h1x|M4x�v</a:t></a:r><a:endParaRPr lang="en-GB"/></a:p><a:p><a:r><a:rPr lang="en-GB"/><a:t>����1t�</a:t></a:r><a:endParaRPr lang="en-GB"/></a:p><a:p><a:r><a:rPr lang="en-GB"/><a:t>KI����t��Y~��9���d�%�٬�cRI�i�Z�}O�Y�g�V��M�&apos;�qC�@|*JH# .=������q����wG?x��9�ҫ�����u$�I���!���_�S4�5�&gt;���	u�pԱ0�!�K��[ T�|��y��m�M/-�&lt;�o��5�h��C�e���+3L�D�#I#V�_x0000_c���܌U��jw?P�⺻k���{v�P?�^#�)T+j����&apos;آ����X���0��$�yS&gt;���9j�_x0000_���s����-���P�6��d�&gt;1�</a:t></a:r><a:endParaRPr lang="en-GB"/></a:p><a:p><a:r><a:rPr lang="en-GB"/><a:t>:�4�t�QQ��P�� J,}&lt;T��</a:t></a:r><a:endParaRPr lang="en-GB"/></a:p><a:p><a:r><a:rPr lang="en-GB"/><a:t>:��8��WE��ާ���IMGӆx�g��m[|P.�k��i��n�N@g�#0�x��%�ݝؑfmVi?�{[�G�K�ߏiHP�d��?</a:t></a:r><a:endParaRPr lang="en-GB"/></a:p><a:p><a:r><a:rPr lang="en-GB"/><a:t>0���_x0000_�aB�i&lt;:���}��_��馉������~}w���=��^���|�_x0000_i���v</a:t></a:r><a:endParaRPr lang="en-GB"/></a:p><a:p><a:r><a:rPr lang="en-GB"/><a:t>��tꢡ�O�z��un��_x0000_��܍C�ҽ$��H��$��Q^��OC�x�ՑlC\)�G�.������j�F��^�/!�=�h롴֤�&apos;9���g^m�_`������O�6mvS�dM4����]_N2T��K� V�D�ǫ������Kmm�\Z�Gר�z5��b��5ч�&apos;�����.��6oD��&gt; �h�q�P���COA�2{�o�.��+ �&quot;{s���M���_x0000_�	p�o�T(H6a ?���ywi���������惸�,G~�8�-PGu���s��&amp;�o��@C��&amp;�����t4장������_x0000_��鹡��5q���vF��̅B~�OEG7�iA�{I�{��r���y���ǡ�&apos;�n�Ec</a:t></a:r><a:endParaRPr lang="en-GB"/></a:p><a:p><a:r><a:rPr lang="en-GB"/><a:t>�b�SCJ�^�˭�1��&gt;�ۛn�,V�۸����(J&lt;VL���J8�_x0000_��Y����I��&lt;�a��iҦ���γ�`�.���J��9��X��_x0000_��ee��H��	�_x0000_�ϟU�F�F����~λ����������F��z�:�X���E4GŤ���Q�_x0000_�`m�4���(��dP�up�!6�_x0000_��޵��e���o���?�YC�@�</a:t></a:r><a:endParaRPr lang="en-GB"/></a:p><a:p><a:r><a:rPr lang="en-GB"/><a:t>�M&amp;����32�s-$q��|���ܶ���s7(Kw���$�g�1,t�����_&gt;T��Əq��pv�0�e[��j�U��@��.�������z����:-Ń��U���W��0ȼ2�R�l�y&gt;�o�����\V�N����Y&apos;s-���%u5E�3B</a:t></a:r><a:endParaRPr lang="en-GB"/></a:p><a:p><a:r><a:rPr lang="en-GB"/><a:t>&gt;]H�����/�&quot;$Q3G:A�MOO2�#�%�+�,��^�龽��{�{�Z&lt;:�����&apos;��`�A�ҋt��Y�Q�C����q��{]?���6��M�&lt;G���^��������O�&quot;W9Ϟz���_x0000_����h:��AQpR�K:!PoPi�p���_x0000_�m����4�[�9����R���t������|3H�����ZU�_x0000_:]�:���q��?��~�����H.D��9�E�U�ms�o&apos;��_��$}���p�kݶb</a:t></a:r><a:endParaRPr lang="en-GB"/></a:p><a:p><a:r><a:rPr lang="en-GB"/><a:t>B��AB����q�</a:t></a:r><a:endParaRPr lang="en-GB"/></a:p><a:p><a:r><a:rPr lang="en-GB"/><a:t>}�ۡNc;x���W$�0l���z&gt;5��SY2�-Q;��fY��F����_x0000_\q����tf�o�����O��G����&gt;幾�������J���s�</a:t></a:r><a:endParaRPr lang="en-GB"/></a:p><a:p><a:r><a:rPr lang="en-GB"/><a:t>�&lt;�D:�3CAڿ;;XĴ8����rY�:�c�е8��J�J��rA��q&gt;�y7��y�q/gk���!��;2���=E�xKi��_��</a:t></a:r><a:endParaRPr lang="en-GB"/></a:p><a:p><a:r><a:rPr lang="en-GB"/><a:t>�&apos;]��I#</a:t></a:r><a:endParaRPr lang="en-GB"/></a:p><a:p><a:r><a:rPr lang="en-GB"/><a:t>k���N���;�o��&apos;w�����t���[�����	���j\�񡤔4~Z�U�t�!uƱ�_�?=���y���r����J4iE :E@��=v#���n���&apos;��;���&amp;jJ垎�_x0000_�@jj8Z��_[_x0000_5.�s4/#�i&lt;��$�K1WR�����ϼd�K�&amp;�i��]����YS=�r&lt;w��Z�T��Jyu�_x0000_m }V�������������ӆj.2��_x0000_��N��f]l�h)�_x0000_�!�!U}����E�_x0000_�{e�Q�]�_x0000_ޏIg�N;ه��uծIb�����3��I�͇�����άOJ����X#</a:t></a:r><a:endParaRPr lang="en-GB"/></a:p><a:p><a:r><a:rPr lang="en-GB"/><a:t>�E*����&apos;�9렊	&gt;�y�Lo��۠2�Y��=\�;d����^5YF�&lt;�BU��$��O��9�b��QB���u��0_x0000_,ҭ��20&amp;�K�����W/�����S)&lt;�F0��GW$v���{PT�I����3���#�5��j���@�R�[�ڭ\��)ws4���_x0000_��Ϸ�I����� �m�{�X��e��H�$�=���@4�u&lt;�=8�&apos;�}����e[���Zx�� ��_x0000_�_x0000_S��h�\i6����4$�3�r}}z/;���</a:t></a:r><a:endParaRPr lang="en-GB"/></a:p><a:p><a:r><a:rPr lang="en-GB"/><a:t>�*[s|Y�䚬9��mc+��h21i$�|EL~2I��@�_x0000__x0000_8�&quot;���`�8窏����u1�/{��+_�V��B�ت?��D����V�f�c�wP�</a:t></a:r><a:endParaRPr lang="en-GB"/></a:p><a:p><a:r><a:rPr lang="en-GB"/><a:t>ޚ�j��_x0000_�X�2rU�J=�o[��ϱV��?3mӆ[�eޘ�_x0000_׀=87�b�.�ا�)�Rhτ���E|&apos;��=g�yO�?%��f����fv2&gt;��u*ͬ/Pk1L_x0000_�����6���ޟ�� ��Ҟa�q竬v��g&amp;_\Woc�@�������k�f�Y���</a:t></a:r><a:endParaRPr lang="en-GB"/></a:p><a:p><a:r><a:rPr lang="en-GB"/><a:t>�=@��7QH�w3���6Z�*�/U�{-�[��&lt;=��ގe�b��K��O���_x0000_��s��?���,�.[̰�H��!ɯ8��CtR�Q�K,u��&apos;�CS��D�����y���ӽ�%�)��`*Y�L�����</a:t></a:r><a:endParaRPr lang="en-GB"/></a:p><a:p><a:r><a:rPr lang="en-GB"/><a:t>n�&gt;���r��A</a:t></a:r><a:endParaRPr lang="en-GB"/></a:p><a:p><a:r><a:rPr lang="en-GB"/><a:t>�ak����_x0000_���f��ؓI$#�{�ǳ�뭳;�</a:t></a:r><a:endParaRPr lang="en-GB"/></a:p><a:p><a:r><a:rPr lang="en-GB"/><a:t>`�H�+��*�m�+�FČe�����\[Ȉђ2?��&quot;(?����h�[K��- ǭO����2��cK��i@</a:t></a:r><a:endParaRPr lang="en-GB"/></a:p><a:p><a:r><a:rPr lang="en-GB"/><a:t>��&gt;v/n��ֽ����}����g�!5�sç����l���;��:��~/o��_x0000_��n	g</a:t></a:r><a:endParaRPr lang="en-GB"/></a:p><a:p><a:r><a:rPr lang="en-GB"/><a:t>Y6��񫦐�������	/b����O_x0000_�I��	�������&gt;�\c��_x0000_JQ4sOZ����o���#ۧF�@A�|�=�JV�]��8���~G#�+���j;+�0&amp;@~hzNl/����ր������/kqn�39�2�V F� </a:t></a:r><a:endParaRPr lang="en-GB"/></a:p><a:p><a:r><a:rPr lang="en-GB"/><a:t>�Z�����Z�#j����������{�{�^���׺��u��WA&quot;bE��i�# �������\u�O�F�_x0000_?ZU�î��������q(����n�~������KPT��A��?�X˰�I1�H�ͥ]#�s`@�6���,BSZ�q�	N&amp;���xO�5V�?ν ��6oY�ag�u�xM��w{V-�.7�px��dA�3/�SC,��AP�CHAc���|ѹK�m[kv��e��*�ġ�Uue�]j���r��7-r���u-�6�\���f��Q�T�#W�h��ƭ��~���b������/_t�</a:t></a:r><a:endParaRPr lang="en-GB"/></a:p><a:p><a:r><a:rPr lang="en-GB"/><a:t>N�������e�?���h�njEj֤�+�i��ƫ �Ş���+�v&lt;�˖��kh���*4��</a:t></a:r><a:endParaRPr lang="en-GB"/></a:p><a:p><a:r><a:rPr lang="en-GB"/><a:t>_x0000_H�</a:t></a:r><a:endParaRPr lang="en-GB"/></a:p><a:p><a:r><a:rPr lang="en-GB"/><a:t>�L�kB���i�����=�����T��$q	2�&gt;l</a:t></a:r><a:endParaRPr lang="en-GB"/></a:p><a:p><a:r><a:rPr lang="en-GB"/><a:t>�2j!�U�KW�b2��.?�{��#��4��=�����%l��j�ޫ�&gt;�fg�u�+Z�ix��/�mr�=�������GV_x0000_��9</a:t></a:r><a:endParaRPr lang="en-GB"/></a:p><a:p><a:r><a:rPr lang="en-GB"/><a:t>���TQ�1^��&amp;&lt;����^e��.|�p�T�{i&quot;ۥk�P��ۧQ�x��M�`��/V��뼏@�0leN��u���&lt;�b#j�Z��x�\ڵc�p}	��?s���/؍�Z�mwΎ�IT*�p&amp;�U4��MhiN�G����������,</a:t></a:r><a:endParaRPr lang="en-GB"/></a:p><a:p><a:r><a:rPr lang="en-GB"/><a:t>gĒH��$���GF���c�G)�G�~D����;&apos;�x�%uW���[]��_x0000_��2�|��TTT�Vo+���)�� _x0000_F�Ϸ[&gt;h�J�Ѣ�\�)��e��Нh���������n&lt;�q���&amp;��@�</a:t></a:r><a:endParaRPr lang="en-GB"/></a:p><a:p><a:r><a:rPr lang="en-GB"/><a:t>�=�N��ⵡ���5�_x0000_:��+����9�]���&lt;v&apos;�#��o��}���iPUm�ӥO���c��*��G��M��lv�I?+\�堍PB�A��L�)��P�{��k]��/,gS��$yg_x0000_0�{��J���Y�^;q`s�]Ŷs4	���</a:t></a:r><a:endParaRPr lang="en-GB"/></a:p><a:p><a:r><a:rPr lang="en-GB"/><a:t>]&amp;k	���oO��I=4��9)�u#��l=��^�d�K[��&apos;��</a:t></a:r><a:endParaRPr lang="en-GB"/></a:p><a:p><a:r><a:rPr lang="en-GB"/><a:t>vv�М�ҽ</a:t></a:r><a:endParaRPr lang="en-GB"/></a:p><a:p><a:r><a:rPr lang="en-GB"/><a:t>&quot;���o��[X�(0p@���8~ΝU�*I</a:t></a:r><a:endParaRPr lang="en-GB"/></a:p><a:p><a:r><a:rPr lang="en-GB"/><a:t>ȶ�BuC+5���PT:H�?��y �����q���N�3(!�����6bJ�~u-�`����� �p�؂Aq�\�[x(m{\�|���$��Wù�W&quot;���3�t���ސ�=�����{�z�65�l������m� �j�[i��T�ʭu�O_x0000_Ѷ�����[�ݤ�㲴���5�d���o�#���55���~˪�o��?�_x0000_��&amp;��Oe������G��~���s��[#Oː�|_�M�W���Q������R�䵽ɛG6Ǻ����R� �j�}5\�Q�	1:M��mrx��{pI��Z���S_�0��=ϊ=&gt;=|����=��ݝo�3c��/�}�s�?�2���U</a:t></a:r><a:endParaRPr lang="en-GB"/></a:p><a:p><a:r><a:rPr lang="en-GB"/><a:t>^��2��Zd�_�T��%#p=�D0��}���j~F�9R�%@�g��1&quot;��_x0000_�i��[�Q^(j_x0000_rM:8��e_)eh��fI&quot;�%��s���ʤi&apos;�opT[�-�N;xp���_x0000_м�mr_x0000_+�$_Z�����͡G*[�	 ~������,��,��E��&amp;T�Y_I1��_����fn`w~��;/v`���fn�MV#s�-ϊ�ܛ{p��]3bs���KOQDA`���C-��ڸo�$X�߇��P8R�8��E70�&quot;d�$_x0000_��8��uS�?~W�_x0000_,��gb�_x0000_,i�����NZm���_x0000_�ױ7����o</a:t></a:r><a:endParaRPr lang="en-GB"/></a:p><a:p><a:r><a:rPr lang="en-GB"/><a:t>4�L�[��h�䨓:4�M�ȳ��DQS��P(�܅�)&gt;C��z�|����}��u(&amp;���\��{k�CO�6�����n��י=�ћ��&lt;�˭lmt���ϲ{���U#In��^��x�q�1I��:�*�g��1��3^:I��2�E+�ʟ��z���_x0000_/~o�p�5��]��?���&apos;�Ȝ����[��{_xH�Ql&gt;���?�&apos;��O#�SQS�Gti�8�q�$���ߨ��u�2(�7����^��ij�_�N���?�F��6���	l�J�}�����2#��\k�V��z�zc�OYm���&gt;�ٽC�[V���[7a�)��jMv55R4C�WS3�u�n�9-+��O��C@��k��8������&apos;�v6��}�,�m����&amp;��2ӟ����&lt;��&quot; S�:�����s��{�]~?l���_x0000_�ľ#��+��#���{^�ڟ~��������-�SY��l�g�jrZ��,q���E3U�!Bbp}׺Yw�b5?���Ӡ~쟓4_({�Z쟐*����R���*&gt;��o���9��!��͒zY</a:t></a:r><a:endParaRPr lang="en-GB"/></a:p><a:p><a:r><a:rPr lang="en-GB"/><a:t>��EUdQ�J�=׺Q�~l�_x0000_2?��&apos;�?u��N�����vU����Ν��2^��_�v&amp;k�{G�w~裨�����x���X�&amp;��Գ&quot;��tf?���)�/�͏��M?ȏ��W��[��!v�XA�ܛ�{���p���/�xB����lm����SS&apos;��4q;����=׺P�_x0000_-��ܽ��?�2?��&apos;��-�3,�0|��۝m޻G	Q�j+�磶�7��Q��YxV,�</a:t></a:r><a:endParaRPr lang="en-GB"/></a:p><a:p><a:r><a:rPr lang="en-GB"/><a:t>��X&gt;�X@a��=����}���_x0000_&quot;h�I�_x0000_8n��U6�?xv����۳��ll��l�v\7Oϸ�N�����n$�#��C�䦧tXC��u��C��+7ҽK��W�R��W�v�C�e꜄�~���U��g��vFZkM&gt;*y�KA+��2����u����F��}?ͫ6�6{_?T��[�u�]��:��~C��7Ln����]����3�1{_x0000_U%�u3�i+�&quot;������z���7��(#����l��?�6�]���_x0000_�q��EM�sł�TJ��cc!��e�0����	$�^��;Ks������_x0000_&apos;</a:t></a:r><a:endParaRPr lang="en-GB"/></a:p><a:p><a:r><a:rPr lang="en-GB"/><a:t>�Jݕ�����u�n��ە��p9&apos;\%]p�UEMY0��|lU�����8��_x0000_:���W�F��E�޺����;&apos;�q5�_x0000_&gt;{�0�:-�/����=Ǻ�A�\&quot;�n��G��a��</a:t></a:r><a:endParaRPr lang="en-GB"/></a:p><a:p><a:r><a:rPr lang="en-GB"/><a:t>+TUbh�=׺ۓ�v�Sd������縻9�������P.���lF.*���Q�↕+k��jc��&quot;WvX�P��{���ƺ�zv�¯�{Obv�����&apos;Qo|�=���{s;���mݵQ��m���X�H2��I��p�4RG&quot;���֧=#�#�?���,�]�a�^ň�??�n��=m�����Ԕ�ꊮ������i^�pu42j���uZ�&quot;(R&amp;�^�o����0���Rt���5Λ�W�]3�=s������W;���&amp;��n�ݸ.|(�\}~*��j�[����{���k2��;ݟ��m����K��I|]�a���#������SY�H���ۻp�m��������&gt;�i*���JR��^��W��ʟ�ɣ��{��m˱;��~��S��7k���M۷~H�ؽ��������v�8���#�-UeD�$h����V��r�_x0000_8&gt;N|��ۧ�rv�L��¯��g�-�\�-���~L����Km</a:t></a:r><a:endParaRPr lang="en-GB"/></a:p><a:p><a:r><a:rPr lang="en-GB"/><a:t>��t��۱�_x0000_X�9�i}rNЈ�J��tS�����</a:t></a:r><a:endParaRPr lang="en-GB"/></a:p><a:p><a:r><a:rPr lang="en-GB"/><a:t>���|�N�쏌�_x0000_s�_x0000_7~&quot;���m�������mn�\ja�T�ck�8m�&quot;�:���ug���&quot;{�t���h!��7��&lt;�o�[�s��p�o��_�}o���_x0000_ia�ˤi7&apos;`픋xb����n�ņ�X��</a:t></a:r><a:endParaRPr lang="en-GB"/></a:p><a:p><a:r><a:rPr lang="en-GB"/><a:t>�Jd��V,0�1Sx�׺�.��=߻����/��1_�t�ʳ�{�u�Ը���ۛ�����&quot;�8��TKL�&amp;O9�_ң���b쿚�*���_x0000_</a:t></a:r><a:endParaRPr lang="en-GB"/></a:p><a:p><a:r><a:rPr lang="en-GB"/><a:t>,ڔ}ל�l�;��՛�_x0000_�N:��	�ۋt�Wvg2x���-SPk�c�kJ��鱷�unvg�v���������_x0000_2</a:t></a:r><a:endParaRPr lang="en-GB"/></a:p><a:p><a:r><a:rPr lang="en-GB"/><a:t>˻�ϼs_��g�</a:t></a:r><a:endParaRPr lang="en-GB"/></a:p><a:p><a:r><a:rPr lang="en-GB"/><a:t>�����u&amp;��!H�;C�۸(�_%��=UW-�L�&lt;�+7�8�/�u��6_������_x0000_.&gt;�폟���Ka0꿑�6_r�}����^����n�������0C6*���Y1���&lt;�&quot;_ݒG7��{��W�?�[�8���~�׺��u���{�{�^���׺��u���{�{�^�����ߺ�^��׽��u�~��{ߺ�^��׽��u�~��{ߺ�^��׽��u�~��{ߺ�^��׽��u�~��{ߺ�^��׽��u�~��{ߺ�^��׽��u�~��{ߺ�^��׽��u�~��{ߺ�^��׽��u�~��{ߺ�^��׈��u�}�!�z�լ��_%�_x0000_�x��m�x�{�^�_��G�X_̫q|R�E��(�f��}wg�yYޓ�3qT���ߠ��i�1;Ɲb�V�^4�ī����f����}+��{�_x0000_���_x0000_�&gt;�׺���{���{�^�6���_x0000_&apos;�s����w4S�jz�����w�!_��j�Z��������L������4x=��|�OWݿ#w)�_x0000_~��ų����ҧ �RQ&apos;��Ѥ�]5f������h:z��K�</a:t></a:r><a:endParaRPr lang="en-GB"/></a:p><a:p><a:r><a:rPr lang="en-GB"/><a:t>�9�&gt;��&lt;��p8��K�:�&apos;�;��_���o��?�_1]��3?H?�=s����z_��ҏJm</a:t></a:r><a:endParaRPr lang="en-GB"/></a:p><a:p><a:r><a:rPr lang="en-GB"/><a:t>��%���(㫯&lt;Թ�C�������|�:_x0000_3�9umen(H��׸d��cj��iM���N��I�w��</a:t></a:r><a:endParaRPr lang="en-GB"/></a:p><a:p><a:r><a:rPr lang="en-GB"/><a:t>+̀����	H���]HW&amp;3���T��=~}s�0!H6էQ��ps��_x0000_�t݃)J���\�P|�诇m���AoI6�/��ڛf��s�����U&quot;����/�h�Tn�\�CM�QA�2��T{QZ�����xd�|�#޹�,D_x0000_.A���+��Ze�E_x0000_�#{K��_�c���w�&apos;�d~&gt;�A��h�[��v��2;��J���~wo�L��R�Pz}�I!���9ٝ���{�_x0000_6[X�Rɇ��kQN��Q��4c����3^8.I�#�ǈDR�N�ͬ���ޝ%���ӛ��Sj��A���qt��|*����#t`&apos;�5�l������</a:t></a:r><a:endParaRPr lang="en-GB"/></a:p><a:p><a:r><a:rPr lang="en-GB"/><a:t>�iP4؋���z����!�AA^`I�i�k�rY��9⤟?���_x0000_V:�O�����=�	�]�X�}���;+��iN�=$���͌v��S����r6�Y��_x0000_���$��3FS$c�E�((_x0000_&lt;@�#jO��ǧ����*ε�4���T�k-�D�Z8�A!�Ʀ��¼��mϰm���t���J��)����ۺ������|��ǂ�;k�g�n�ỳX�����:�?-ev[)�d�</a:t></a:r><a:endParaRPr lang="en-GB"/></a:p><a:p><a:r><a:rPr lang="en-GB"/><a:t>tS�ަFq¢G�]�d}��c��&amp;�?��_x0000_x\t_y�αZ���������[</a:t></a:r><a:endParaRPr lang="en-GB"/></a:p><a:p><a:r><a:rPr lang="en-GB"/><a:t>Izճ����ϔs纷�j�Y�I__�7�Ͻ����r�d�6���&apos;���E�&quot;aK�2хRuҬ/&amp;B��,6Y#����i�?���^Ŭ��褧S&apos;����O�������c��&amp;���t$�i�J�i�J��\�(�</a:t></a:r><a:endParaRPr lang="en-GB"/></a:p><a:p><a:r><a:rPr lang="en-GB"/><a:t>]V�\���\�;Z�+�ܻ��k��go\�f��~�Ϲ59���2o%uY.��y�Q�Q����_x0000_�Z�pUUh��jrH�RMI뫾�{7�&lt;��.ϰڮڄ����7</a:t></a:r><a:endParaRPr lang="en-GB"/></a:p><a:p><a:r><a:rPr lang="en-GB"/><a:t>���(�����:`����^��Sg{;q�AU�2Rm}���l�`�z�Ǒ1X�	�����L�J�-�N�~���W�s	cS�rs@+��q\�ֽ����=���o�K�B�ҿjM��Jđ�E0�_x0000_�&amp;�=UOm��w|�J�na�:G�*�)z�le�����䔈����)��A�BUG ��*���ۚ��W\�8A��H�?6��}ͽ��j�)��_,������Q����f�p�uhSYW��RH$ta�8Ϳ������c`�����H�$�9#T����1f������#�</a:t></a:r><a:endParaRPr lang="en-GB"/></a:p><a:p><a:r><a:rPr lang="en-GB"/><a:t>�0Ǯُˡv��&lt;���ke���-�#�-MI�R+6�*\��ө�1!�,ʢ5bY�!�:��o�U	����Ttg��M���#�_x0000_�_x0000_y�F8�!�ɬp돶�s�{�^���׺��u���{���^������O��\����ZDh�4���zQZ����_x0000_`=��A�~�W����gB���������鏒��K��DvF��[�H���|H�r��_BS��B�|��i��of�}]嵵0/�8�R~#�x�_x0000_O\i���;�;</a:t></a:r><a:endParaRPr lang="en-GB"/></a:p><a:p><a:r><a:rPr lang="en-GB"/><a:t>�˵7��Z�΀S��9$g�:&gt;��x��������m�6�n)h��?�}!��#X��O���L���,k/ȓ�����L�g��p+�O��x�k_��_x0000_������-����9�7�Ʀ#�)`A��s�ƈ٠�M �w���</a:t></a:r><a:endParaRPr lang="en-GB"/></a:p><a:p><a:r><a:rPr lang="en-GB"/><a:t>�Cx��+h�4��O٢�Ӭ��_�M������x�</a:t></a:r><a:endParaRPr lang="en-GB"/></a:p><a:p><a:r><a:rPr lang="en-GB"/><a:t>��O��˫��7�$�J&quot;���5Ҷ�_x0000_aŽ������(7{���X����&apos;����q�ȷYi�W�uߺ�~���{�,���]EԐ��t������u�����9=ߟ�q���!�w~k�6.</a:t></a:r><a:endParaRPr lang="en-GB"/></a:p><a:p><a:r><a:rPr lang="en-GB"/><a:t>�TT��3[�:�q�3~�1�J���#�sW���Zn6��&apos;�W�r)���ߤ�=�h��)p?2П�.�����dt����&apos;Iܟ3�={���R�_�i�mZ��M������t���}��{&apos;�c��!h�5~��}��擻��J���h3��:���͙�������ͯ��_�Q-X|Yg�ۧ�&gt;B&lt;���zMǯ{�Z�]�_x0000_C���?ӟ~={��AI</a:t></a:r><a:endParaRPr lang="en-GB"/></a:p><a:p><a:r><a:rPr lang="en-GB"/><a:t>MEL� �����TY)��!z�����w��^��oǵ�vOr������h}��1�+�¿��|�/��Rt�_x0000_�</a:t></a:r><a:endParaRPr lang="en-GB"/></a:p><a:p><a:r><a:rPr lang="en-GB"/><a:t>��7_Od��x���*vNf-Ǆ|%a�@��) ���%D,of:��&gt;���Ooj���^S�^`�uR%G�ǐ���y_��V�_x0000_V�u#��A��!�k�?g��W</a:t></a:r><a:endParaRPr lang="en-GB"/></a:p><a:p><a:r><a:rPr lang="en-GB"/><a:t>������=+�������N�y�����ee�u_�K����6�+�G�zf�lc&lt;L�&gt;��֣_�M��ݠ7,%��ϋ4�0��L��s�L�v?R�Ŀ���E{,��/Њ�4�sN�{�</a:t></a:r><a:endParaRPr lang="en-GB"/></a:p><a:p><a:r><a:rPr lang="en-GB"/><a:t>�c�?��R&gt;�[��f���x����V</a:t></a:r><a:endParaRPr lang="en-GB"/></a:p><a:p><a:r><a:rPr lang="en-GB"/><a:t>˃��8�W��`�aȻ?}8�r�3c����u��k�~��������ŭ��T��_x0000_|����Y���u��[w�&gt;�������Ҩ����6�!@��Mh�� q�7�����W�/Gjt���_x0000_?۱����BM���}�囥�{E���SǍX��,��ϭ����p�Aֽջ}#LO]�&lt;գh���L-(������U��&apos;�w,y��˻���ϖc�:������m���V�@������|��Z�,n���I#����~�����vXN��_x0000_VzYq2ʡW�_�]�{�A,� 84�_x0000_IQt�S�׽�պ���������?���o�n-~�٧]���u���ׯg�����~��{ߺ�^��I�_x0000_bn&gt;�O~�_x0000_W�׾]c(�E��\ȣ�w����~���؝`П��*Mx��c&gt;C�\��U*�</a:t></a:r><a:endParaRPr lang="en-GB"/></a:p><a:p><a:r><a:rPr lang="en-GB"/><a:t>�$���_���R���F1�F�ޕ?���-�1��ev�����]���nL6�����}��W�ܘ</a:t></a:r><a:endParaRPr lang="en-GB"/></a:p><a:p><a:r><a:rPr lang="en-GB"/><a:t>�W��f0����M���@�VR	�g��n�m�Y��K�FU��C��t��d���%b���?��Uމ�0bz&apos;���)�L�Rd����QQ������O��}�	��;w*}�`�-�J��멯�:?����_x0000_Q��KގM��?{�-���L�E_x0000_�@Ix�CwA�{���</a:t></a:r><a:endParaRPr lang="en-GB"/></a:p><a:p><a:r><a:rPr lang="en-GB"/><a:t>���͂���������7\�tQ�M�J`*��R�o���{���ݯ�O�jP��Ԁ&gt;��6}������$�����Y�_x0000_O	��&gt;��R?;���w�{�;*�M�on��:�t�����������c����d���H5:���&apos;�.��e�����!��#�]N)@u��_x0000_�q��n��e}d*&amp;��g�4������&gt;���&amp;4��B��~h������%���.�=��ͼ�D�7߸u��%����rܴ�\t��2���&lt;�����={Ua�\����(C�u�8�[[�}������4�Ǔ�</a:t></a:r><a:endParaRPr lang="en-GB"/></a:p><a:p><a:r><a:rPr lang="en-GB"/><a:t>qݤj+L��Ď$`u�����)�{}մI�����G��3Ꮡ�㎜p�&apos;zS5&apos;ۍ�U�������� �r��Ƥ�A{�_x0000_���m��{yy O	�*g��:��?��_x0000_�6I��z/�o�U�o}��T|6���#��A,YL})��Õjw$����	�ܕ�{�ț�H&lt;uR��Y�\C�O�z��/f��mb|6��_,�_x0000_��S��d2Ƒx���_x0000_v��}_nO�������6��Z����A�ys�`:������9�5�R%e�&lt;k��7&apos;�m�k�nE��+�Q%�&gt;@�9-��w�,-I�:��_x0000_���_x0000_�?�$O���w4�^��^����u�S����ֺ��u���{�{�^���3ë/�:�.���_x0000_��?(��A�~������@?��M��{�iON��Y���\qX��O����_x0000_��$i^:�c0���</a:t></a:r><a:endParaRPr lang="en-GB"/></a:p><a:p><a:r><a:rPr lang="en-GB"/><a:t>��q���������#�wʤ&lt;,��c�ȭ���Q�_����rv��P�</a:t></a:r><a:endParaRPr lang="en-GB"/></a:p><a:p><a:r><a:rPr lang="en-GB"/><a:t>��n&quot;xI���� ��z|&apos;���Ko`�q仧%ѻSw</a:t></a:r><a:endParaRPr lang="en-GB"/></a:p><a:p><a:r><a:rPr lang="en-GB"/><a:t>�Tm��ԛ��7;�^�9�ȇ�#_x0000_��EW(6d��r����K�e�����ōfbH5!�S�_x0000_(T$�9^�m���{���O*0��%�)�Q�ƃY,I���[�:�zJ�����+(���P�b�keO�H����br�#���}��V����֋r�a(`Ҩ*�uЌF��=a��&quot;�㳵�_x0000_u��G�X1�~�5P*�&apos;��X�N���m�ň�n-�_��ۙ�u6_X����׫�����Q��ηm���km���+ؘi.�D�E)�H��C����/�o;|��]�A�@/�����`�E�zyuEg�?�]�U�TՓ�����k��Igى�z&lt;$N�U���+к���_x0000_{�x~�~���d�[,��n/�I8&quot;���DP</a:t></a:r><a:endParaRPr lang="en-GB"/></a:p><a:p><a:r><a:rPr lang="en-GB"/><a:t>LV�b�S ��_x0000_���}���y�</a:t></a:r><a:endParaRPr lang="en-GB"/></a:p><a:p><a:r><a:rPr lang="en-GB"/><a:t>�I�R��p-HȐ��H��:Tb&gt;N�)��_x0000_E&apos;��</a:t></a:r><a:endParaRPr lang="en-GB"/></a:p><a:p><a:r><a:rPr lang="en-GB"/><a:t>ӹ���cw��nΈ�`�F��</a:t></a:r><a:endParaRPr lang="en-GB"/></a:p><a:p><a:r><a:rPr lang="en-GB"/><a:t>�_x0000_P&apos;�0�����D��e2�W�X{��b�[٫�%����Ki��p�k�|s%h*8�Q��d0�Н���F��2�$���8j�΢���ݟ&apos;�</a:t></a:r><a:endParaRPr lang="en-GB"/></a:p><a:p><a:r><a:rPr lang="en-GB"/><a:t>fN��_��&apos;[������?�BL�c�S�0�!������U�e�[C</a:t></a:r><a:endParaRPr lang="en-GB"/></a:p><a:p><a:r><a:rPr lang="en-GB"/><a:t>~ݙQQ����m~�Gs�w�f���רb��N���f��H�QP� ˾꽥�m���h�԰��h�SƤ�R��a���G��y�&lt;K���5?&gt;I�L4�}��Y�&lt;�Dv�Nu�K��z����ˉ%��0ԧ+;��E�Λ�mu�0�&gt;$�E8T:�� �_x0000_��	�x�����1T`�PT���h�z���(��q�����@��V$�6�Ԡ�$�l��mr��J��L��</a:t></a:r><a:endParaRPr lang="en-GB"/></a:p><a:p><a:r><a:rPr lang="en-GB"/><a:t>��ˡ�Wit�B	�}~t�_x0000_7\�)��`WK0!�����{N��U��3�	��R]�,$VC�+&quot;P��v�܍�$0������=|#Zd�O���D�������)â[��}|\�ˋ�KݛK)��m���7�.�����&quot;��)</a:t></a:r><a:endParaRPr lang="en-GB"/></a:p><a:p><a:r><a:rPr lang="en-GB"/><a:t>�.Kdv�F@_x0000_Ѥ�CU祔��cm��nlX�tŕ骴��� ��j+�i��z,��T�ӂ�W�&apos;�P��`�`������h��&gt;���?�yb��_x0000_0ޑ�a���6�G�ÿ�N��NZ��4</a:t></a:r><a:endParaRPr lang="en-GB"/></a:p><a:p><a:r><a:rPr lang="en-GB"/><a:t>�������n�e[}��vP-�K�;I�Rh�J=�rA��ES��v���*�S��?@i�j���</a:t></a:r><a:endParaRPr lang="en-GB"/></a:p><a:p><a:r><a:rPr lang="en-GB"/><a:t>E����c��o�</a:t></a:r><a:endParaRPr lang="en-GB"/></a:p><a:p><a:r><a:rPr lang="en-GB"/><a:t>���M��wf����ǚ���bg��O7G�_�����	*3</a:t></a:r><a:endParaRPr lang="en-GB"/></a:p><a:p><a:r><a:rPr lang="en-GB"/><a:t>t���:9h�;���o㦚p$pj8�_x0000_�� �-�xK�&lt;�V��|�R~�㥜`�[Y+	&amp;��X��)���_x0000_�tH����&apos;XZ&amp;���_x0000_��_x0000_�ӣ����&lt;s�O!�sBsג)j%5YeEic2����H/-D2�3�m`&amp;�O�3��VRƞT�����K���-_x0000_\���&quot;A��G\?�{�k|��w���P�|�W������;�����k��*u^Ȣ�SI������z�/j�[OGץ����IYU�0a4������ʵ T�j�7�o��٥4���s���_x0000_)��%U��`dk�Y���#����_x0000_4l6���_x0000_9��Ks���rw�g�:w�:��MV&amp;��-4t[c����8kv�&gt;��L���p��ܬ���_x0000_��/���;�7�=�������#�R��?IO�f]l�+z���Q�6�B�5j��poϷ��p��J��MTD$��9�7coϺ����^��6�mmղ7%W���3;r�	JI�ۻ�S��ѳ��V��M-o�#ߺ�Z���_��O�Ew����O�C+�{���]���hn}�۝?ӛ�1&gt;B�+���]Ƴw�:ɣ�KGZ��qOI4�����t:��Wx���8�o����_x0000_��N��o�g�~nM��</a:t></a:r><a:endParaRPr lang="en-GB"/></a:p><a:p><a:r><a:rPr lang="en-GB"/><a:t>���.��v�ֿ�7]2R�4锦��UV���i�F_x0000_,���_x0000_�����%�=�/�wȟ�����M��]��;3�zg��_&apos;������im��Wsm</a:t></a:r><a:endParaRPr lang="en-GB"/></a:p><a:p><a:r><a:rPr lang="en-GB"/><a:t>ӏ����a������&quot;piH����&apos;���m�_x0000_0����/vm��;����̮���_x0000_%�n��t���[c����d�ں�k�jp�٦�ͮ�d�(�=׺D������¯�*�!��W��s��ݛ�����������;6�4Y:,6�~��I:ϔ�)WU!4ȈH&amp;���B�{3�}��{|z�#����}�7</a:t></a:r><a:endParaRPr lang="en-GB"/></a:p><a:p><a:r><a:rPr lang="en-GB"/><a:t>�_.&gt;K���d��`�j2Xl7kud	��m��4���5��Jhd,\[ߺ�Ww����</a:t></a:r><a:endParaRPr lang="en-GB"/></a:p><a:p><a:r><a:rPr lang="en-GB"/><a:t>~|i��]�g�\�DuV�����,C;[��&apos;!SCCR�I&quot;J�</a:t></a:r><a:endParaRPr lang="en-GB"/></a:p><a:p><a:r><a:rPr lang="en-GB"/><a:t>;4T�u&gt;�׺!��_x0000_.���|��r����X</a:t></a:r><a:endParaRPr lang="en-GB"/></a:p><a:p><a:r><a:rPr lang="en-GB"/><a:t>���_x0000_�&apos;�CtgLnݭ����.���������9L$t��Lh�9828���g�@,&quot;&quot;��{����_x0000_-���?���_�f�x�\�6~;��}S��_��NSuo����d��x�=&lt;�\�������-[Ri������ƞ��X�[�/������~U靓�&gt;|4��]��T����؛�kS�^�3r.,,�9hi*2�s���g�G���^�f�_x0000_�ʮ��~����=˳���1�xO��S��{rg���Ra�3m�������,�M�&apos;�+�y���j�����Z�s��˭���u�w�8�����������Zm,�Wxom����f&amp;Z�}m&lt;��S�;&lt;����WƏ-Mu-+&apos;��=׺�����v_Qv�\C�L-c���ؐf�Ea���Z�nŕ�}L i���A_x0000_��^�Ym���?�O�y�R�</a:t></a:r><a:endParaRPr lang="en-GB"/></a:p><a:p><a:r><a:rPr lang="en-GB"/><a:t>��_x0000_�����&amp;��G�����}K��C���۝�_x0000_���q	�&quot;���v���SI�!��{���}[�Ի�L�a�?��x�i�7/`u��}ǃ�N��C���8����}f��Ts��d��g���	�vTx=׺1?�K��n|J��[;�S����_�/�&gt;Qu��G%]��&gt;����]��J�x&gt;�&quot;�B�jx���V</a:t></a:r><a:endParaRPr lang="en-GB"/></a:p><a:p><a:r><a:rPr lang="en-GB"/><a:t>�^�)�_x0000_���|&apos;��|J�fzno�=i�%��dⲻ�;S�[���[۸-���tTT��ԫ��Yj����u��=׺��ſ���*����_x0000_[�f�]���_uί�ۯ����߻o&amp;�쾙����$�AO�W%F�JMg�d����t͵���^��_�����Z���|����c&apos;�?�:��7&amp;c9��:���#ۻ!�rt���2���3����(��2��B��t*|��\ �����_x0000_�ôr�iM��?��#��g�0u������&lt;���4S՚ySS��JE.�AH�@�^��7�/��?��_�����H|���~`~woJ��_x0000_fUu:c����wm���;�(+&lt;��I���hą��.���@wU�_x0000_+����t���n�����_x0000_�s��wo�Z���</a:t></a:r><a:endParaRPr lang="en-GB"/></a:p><a:p><a:r><a:rPr lang="en-GB"/><a:t>��7���SgI����h��b�	5fC���&amp;�4�4u��ɯ���?�¿��k!�+��&gt;�w�VO?�����7?!�2����=D�*S�Q$����cbX{�tc&gt;i|9��������L�9�8럅��Cu�</a:t></a:r><a:endParaRPr lang="en-GB"/></a:p><a:p><a:r><a:rPr lang="en-GB"/><a:t>��f7sK��n��؛b�A��ȵ��=\UU4�!��&gt;��[B��}��u߿u���{�{�^���׺��u���{�{�^���׺����ߺ�^��׽��u�~��{ߺ�^��׽��u�~��{ߺ�^��׽��u�~��{ߺ�^��׽��u�~��{ߺ�^��׽��u�~��{ߺ�^��׽��u�~��{ߺ�^��׽��u�~��{ߺ�^��׽��u�~��{ߺ�^��׽��uѿ������{��žb�t�[���]��u&gt;��ѡA���=s���uOa�j�o2&lt;�q�X�s%��|����W�`�������A��3�o��&apos;�3�着Rr=��$���-��f����H������U��u�v��p7��&gt;�ױ�� �~t��[�V�_x0000_�{�o[�}Tο��6�b�|��۝���z��1�2y�}3�ǭ��D���7%FXCPb&amp;]����̤�7x֙�Z�g�P��_����mۥ��VqPH�=M&lt;����PU����=��no</a:t></a:r><a:endParaRPr lang="en-GB"/></a:p><a:p><a:r><a:rPr lang="en-GB"/><a:t>�}Ÿ{����/��)򃳑+�C�7��2z�j</a:t></a:r><a:endParaRPr lang="en-GB"/></a:p><a:p><a:r><a:rPr lang="en-GB"/><a:t>d��������&gt;�&gt;��ג�l}���_x0000_gϩ_f�c��X�?9�5&apos;�R����7�;HhJ��Lf!���.��`�9��&apos;s�b����Y�e����M?��ì����I ;�_x0000_��D`��U$�6�̴���&lt;�z ��}����_;�:#y�ߍ]�u�)~yvF1����6��%/gm��.��#�(�A�vm�)dj�]Z����j���6�t��r3�R�c�@�EK�QR�y���C���Ex�GZ��</a:t></a:r><a:endParaRPr lang="en-GB"/></a:p><a:p><a:r><a:rPr lang="en-GB"/><a:t>�@P|B�]�[���u�&apos;�1�_x0000_+�~e1��6,R����^�QW|W뺛&amp;����/�t9L���yR)?qw3s���l���j�b��$��Q�(_x0000_Z</a:t></a:r><a:endParaRPr lang="en-GB"/></a:p><a:p><a:r><a:rPr lang="en-GB"/><a:t>_x0000_q �F�q-��G/�?:��rI���f/�q�UbJ��4�j���&lt;k��}Ǔ1�:�&apos;�u�5�=&lt;���.�`_x0000_�*����$����{�Aj�T��6hxg��$��ፂ�+($TF	t�&lt;z������;d�����H��O��	⪪Y&gt;Z|8�l^�jD&quot;*2;!GŘ��J_x0000_�@[܄b���D�N�C�	���AJ*��Z��C��q��vpOO�0�)F�Kh̡���0r&gt;h�����a`��~��3���	՝?� �pwtn��	�z�gD�%cy</a:t></a:r><a:endParaRPr lang="en-GB"/></a:p><a:p><a:r><a:rPr lang="en-GB"/><a:t>�]yH��A</a:t></a:r><a:endParaRPr lang="en-GB"/></a:p><a:p><a:r><a:rPr lang="en-GB"/><a:t>4�J���]_�\��`��QZF&lt;�V�E�58��Yn{���{F�R*�J_x0000_c)b(��fNq*&gt;L&gt;I�ȯ�-��y|�t�</a:t></a:r><a:endParaRPr lang="en-GB"/></a:p><a:p><a:r><a:rPr lang="en-GB"/><a:t>��c��E�7d�)2}g��h�)�#75���e\J���S꨺�u��i��-�|�H�j�ʾ���S��0$/h��_x0000_a&gt;��;�I̼�n�(e��a@T�D���JA�(a�@b5D���?gAC��jI� jlv+���[��W1����(��Z��mV��^�w������&apos;?&gt;���ܵ�mm�&lt;��i</a:t></a:r><a:endParaRPr lang="en-GB"/></a:p><a:p><a:r><a:rPr lang="en-GB"/><a:t>���keN�vB�G��:�Lu[=��Z�ܾ���G��Zc5.w�w/&apos;]mFD��c:���S���1H�T�O���o��D-�u׀f�#AP��O�3�0�-���rg%ۘ�XC~҉`_x0000_`�@R7f�</a:t></a:r><a:endParaRPr lang="en-GB"/></a:p><a:p><a:r><a:rPr lang="en-GB"/><a:t>�FAj�:&quot;��I�_x0000_�V�ǚ�o����;��³�����/��:IY֓��Q��E�b)n�&lt;pPb��_x0000_��Ǥ|��pr&gt;�//�ow�WM܊BB���A9�YO�(��@t�]ؖ,ޯ����_x0000_$/�?_��W#4�ךt-�$�w���OƤ��_x0000_j��G�@��ׯ텂4q&quot;֣���$y�\|ϥ3������_x0000_����Z1!�_x0000_����X�t������׺��u���{�{�^���׺�[�)�6��Op̡B�_x0000_Z։,K&apos;�#�i&amp;���7��_x0000_�{CsnK�&amp;&apos;YSMfP[ WŌ���^��]6��7�&apos;�I6�a�`=i\ٞ��ݹ��|��s��&quot;�����V��T8s���O�C�d�m����</a:t></a:r><a:endParaRPr lang="en-GB"/></a:p><a:p><a:r><a:rPr lang="en-GB"/><a:t>��DU�c�V	)��;�5v&gt;�a&amp;����t(O�F-��yZ���uA��*��_x0000_CJPi�5ኚ�S^�ܗ��[ϸ[���3���Ҿr�@#@�`K�ٯBwle�	�j�MuY�XT�1��z��F���,o�� oL&quot;��D�?gB��o��^</a:t></a:r><a:endParaRPr lang="en-GB"/></a:p><a:p><a:r><a:rPr lang="en-GB"/><a:t>CW�**8��{���~+�/Q����׸���}L��n�ޣt�</a:t></a:r><a:endParaRPr lang="en-GB"/></a:p><a:p><a:r><a:rPr lang="en-GB"/><a:t>��{�H�S0?��ak{�nb���pdv�F&amp;��?�Y��;r���)���kѐ��_��9&apos;��o��!�_x0000_ �Kqw_���d����I�O�c�~�?��~�{ߺ�^�_x0000_Snq?�}����R/�?�*��!�Q�I1}��AR��W�x�1�&lt;�A�ܽ�yHl������5�9��&lt;&lt;���_x0000_z�{��i/���8d4C����_�_x0000_5</a:t></a:r><a:endParaRPr lang="en-GB"/></a:p><a:p><a:r><a:rPr lang="en-GB"/><a:t>������ݕ��:�o�S�]���b����T�ü�P�O*Cޞ����X*�)5��P�&amp;%���t&lt;�dd�AvL-�Pc�s��i˷��)n*�c��v磌���T��\G�V˶��{z���ٹxw��Xlv����74�|V�TQփ</a:t></a:r><a:endParaRPr lang="en-GB"/></a:p><a:p><a:r><a:rPr lang="en-GB"/><a:t>�D�KZD`D�]���kwivmJ��N���5������f�e��%Ō-3&lt;BHN`�#8�N�H����I�������I��d��+d�_x0000_�z������</a:t></a:r><a:endParaRPr lang="en-GB"/></a:p><a:p><a:r><a:rPr lang="en-GB"/><a:t>�_ǧ�%�*�&quot;��NGg�N5��)�-F��xyS�\��_�O�ͿB��ߛ{o�Zp�}-M�E˰?�O��~F�</a:t></a:r><a:endParaRPr lang="en-GB"/></a:p><a:p><a:r><a:rPr lang="en-GB"/><a:t>=����w~K#M����n��*ܛ�*C���j�.8ULB&lt;�5,��&gt;Uu���W�	{}����`����ҵ$]���_x0000_k��n�{֩hPq�2�P�MT��fϯ��Y�[ή�)�݉���Ɍ�&lt;�[ClCA��h���&apos;�G��7�&quot;�l�(&quot;��@&gt;�f��1�^�u��w54u���ЪF+CJ�OWK4�G#j�/�B@���A&gt;���x5_x0000_�&apos;�&apos;��I��69fEb}KT���:��_x0000_Ƕzd��]��kY����ݬ��y5��D�j[9�� ��h�Q_���p~�u���(�k</a:t></a:r><a:endParaRPr lang="en-GB"/></a:p><a:p><a:r><a:rPr lang="en-GB"/><a:t>�����8ZAY�;�f�؝L!��h��Q��6{3{5�����Q5 �&gt;g=c���ې��_x0000_+��:~7g[�~?�I�^��9��_x0000_;b��LË)�bGЁc��Kk{^h��</a:t></a:r><a:endParaRPr lang="en-GB"/></a:p><a:p><a:r><a:rPr lang="en-GB"/><a:t>\6*|ۮ\����� 5���$�$�?I��E��?lv�o��1u��͈ݣ���P��4��)�1sjO�Z�#A&quot;����1����f��\��/lF��g��V�Z��&apos;X�0����+�{����?]��x�}GKGj�!t���T�&apos;���r��i��_x0000_���U�Ux_x0000_�p�}8���&lt;��ҵ	jyzc�t&amp;h�߁�)ƹu���L��OZUï{�_x0000_(Q�պ����ׇ�~/�����4�	z�&gt;B����0�`_x0000_u�����K&quot;��&amp;0��JjX��_x0000_Q�x�2���YE���`��BO��ǗILS�*�?��&lt;z�6m`���r}���uy�Et�+ƴ�s[��hj�4�O]�/{�@/�=�ٞV������*��~�aF#�ӭ��z��{ߺ�]{�Z�z�_x0000_?���6�_x0000_a��</a:t></a:r><a:endParaRPr lang="en-GB"/></a:p><a:p><a:r><a:rPr lang="en-GB"/><a:t>|��zVon�#����A��_x0000_�}_x0000_����</a:t></a:r><a:endParaRPr lang="en-GB"/></a:p><a:p><a:r><a:rPr lang="en-GB"/><a:t>q_�zH䱫tZ~e�F�������`S�ё6Kp�܏����A���뗼X�(yy�^,K�O���*�8�:�Ӗ��-�_A$����s��S���=��k�=�-^;fQ6W~v�j��2��]du��+H�*�g</a:t></a:r><a:endParaRPr lang="en-GB"/></a:p><a:p><a:r><a:rPr lang="en-GB"/><a:t>�iyċgP}�Ǻ��/��rv�0��T&amp;�5n*��</a:t></a:r><a:endParaRPr lang="en-GB"/></a:p><a:p><a:r><a:rPr lang="en-GB"/><a:t>���y�skڟml���i���.�</a:t></a:r><a:endParaRPr lang="en-GB"/></a:p><a:p><a:r><a:rPr lang="en-GB"/><a:t>P�&lt;ȭ����Eۛ{���h�L]��[_n�1��Q�1t�%=Q_x0000_���켷�|������uӋ]��҆�iO�?gO��(</a:t></a:r><a:endParaRPr lang="en-GB"/></a:p><a:p><a:r><a:rPr lang="en-GB"/><a:t>�H������tD��z2gf&apos;��4�AIH�_x0000_RJ\�_x0000_V��&gt;ֵ��Zi�D���h P����U�z&lt;Y</a:t></a:r><a:endParaRPr lang="en-GB"/></a:p><a:p><a:r><a:rPr lang="en-GB"/><a:t>z\�R�YX21�&lt;���d?�otw P9gU�!��(��?&lt;�=��7��h�&lt;{�_x0000_��PnF�p�U��M&gt;@xh�1��G�t�o��ڋ</a:t></a:r><a:endParaRPr lang="en-GB"/></a:p><a:p><a:r><a:rPr lang="en-GB"/><a:t>�r�[U��)¬[�&apos;�;�Y��4�yn�&gt;@)��W�u��_x0000_�w�]�,�g�N�����[~W����+��rO�7Ъ/�&apos;�ckuy�ɑb�C</a:t></a:r><a:endParaRPr lang="en-GB"/></a:p><a:p><a:r><a:rPr lang="en-GB"/><a:t>�58���#�_x0000_Q����{�J��1��i&gt;4�F��@j�_x0000_�ފ��I[�mI=oA���R�r�(��_x0000_i���</a:t></a:r><a:endParaRPr lang="en-GB"/></a:p><a:p><a:r><a:rPr lang="en-GB"/><a:t>��QE��]�;K�</a:t></a:r><a:endParaRPr lang="en-GB"/></a:p><a:p><a:r><a:rPr lang="en-GB"/><a:t>�7`E����C�6K����(ս}P��tX��e��4��dâ�؟?����U6��h��i�y$m��3S��|�׶7</a:t></a:r><a:endParaRPr lang="en-GB"/></a:p><a:p><a:r><a:rPr lang="en-GB"/><a:t>�&apos;�}SP&lt;`����^B���QG�}GQ�}:S�</a:t></a:r><a:endParaRPr lang="en-GB"/></a:p><a:p><a:r><a:rPr lang="en-GB"/><a:t>�</a:t></a:r><a:endParaRPr lang="en-GB"/></a:p><a:p><a:r><a:rPr lang="en-GB"/><a:t>1�3�!s��/j�-��i2�2q!����89�0؝����˶�k&lt;�m��D��5}3h����S��ޙa�&quot;�</a:t></a:r><a:endParaRPr lang="en-GB"/></a:p><a:p><a:r><a:rPr lang="en-GB"/><a:t>���6�����/8��g�ǅ�ώ _���^���}�亼I�G�M���_x0000_C�����YHS�`W�=�1�_C��ka��55Ej��j��u	�K�k�I�j�t���P|�]��6�~��Om�mqp�������ml�\&apos;��_x0000_�׾����_x0000_{�x偩?�_�zr&apos;�qX|��_x0000_�:���O���?���SI�=z�_x0000_�����{m|w�(:T�V�����uO%��zp����:��.�?�}��i�Zu�_x0000_x�8&amp;�#��:�ſ��{��kO����@Rk�B�Q_����kh�H?�Ϯ������_��t����%+��?��B��2�����q;A,sG�x�H��\��pAK�=���ڰ���`�(��Æ:n�_x0000_i�����$�$�!N�U!��SQB���b#�� T�ax�JQR~�1bG�{$U��;r+$$�Ev\��ʐ~�_&lt;tw�^�{�[��G����j�U�</a:t></a:r><a:endParaRPr lang="en-GB"/></a:p><a:p><a:r><a:rPr lang="en-GB"/><a:t>~u��:�lB��	�1��0?�i�� ?������5�XRz�n�#� �&amp;��|Y�9闿�{��%u�j{WMiL-(1�:苋G7�����=�4�JO�&apos;�������&gt;��:��qX�T�0��e)&quot;ۆ����_x0000_��	�a��#B�,t</a:t></a:r><a:endParaRPr lang="en-GB"/></a:p><a:p><a:r><a:rPr lang="en-GB"/><a:t>JV�ϏGY�?w�:�_x0000_j�㸏�s�f�wV�nn�/s���9���R�1�(�Z(��j��䬑ZD���]���̛s��	���&apos;��t����-nq��S�/����*|�GE���~�I�~7nX�.ȍ���tj�2�(���՛ީ޳��30�K�u ��w��q�R�KI.�l�(��++���G�cU,�Hz�B�=eg/�Ϸn�)�{��a�g�R��0A�Mr���OBN�힖�#K_������ţq�z/�1��VWay��u^���q��</a:t></a:r><a:endParaRPr lang="en-GB"/></a:p><a:p><a:r><a:rPr lang="en-GB"/><a:t>�SGP�0���&gt;�{W�9`60�G��Ɋ�</a:t></a:r><a:endParaRPr lang="en-GB"/></a:p><a:p><a:r><a:rPr lang="en-GB"/><a:t>%w��EOS�/�TQ��_x0000_.�/Ӛq����2�ecO��XS����Z����z��7&amp;[��Y��_x0000_��㺫��{7�J����\%������`�Ƣbl���X��m���n�Aq��&quot;65�KD������@�Z�Ce�b</a:t></a:r><a:endParaRPr lang="en-GB"/></a:p><a:p><a:r><a:rPr lang="en-GB"/><a:t>���7ǣ0(E��jP�&gt;_ I�z���_x0000_�0����_x0000_�N�ޙimhP�WǞ��A�;�+��4=�U&quot;����&lt;�*J�r�.��0W���$K7ʕ�aõ�d�q&quot;��E�qڷ7�����E����W-N�O��5_x0000_��2�Y��C�2&apos;��$%���@?T�yA��{!�gQL�</a:t></a:r><a:endParaRPr lang="en-GB"/></a:p><a:p><a:r><a:rPr lang="en-GB"/><a:t>M/��:6C8��fO�G��C�z��Y���</a:t></a:r><a:endParaRPr lang="en-GB"/></a:p><a:p><a:r><a:rPr lang="en-GB"/><a:t>o�O��=��Z����1�β���\0:�Y�$�tJjb��Jz�点&amp;&quot;��������bYA�Q</a:t></a:r><a:endParaRPr lang="en-GB"/></a:p><a:p><a:r><a:rPr lang="en-GB"/><a:t>�[ڸ�%��5�4���uq_1�o�^��\����p�{_�l��ߛ��/��{S�e�:����_w&lt;�W|�i��V�)M���*q����X!��f8LS34��	Wk�=�ؤ�</a:t></a:r><a:endParaRPr lang="en-GB"/></a:p><a:p><a:r><a:rPr lang="en-GB"/><a:t>��ՠ@+B���EU��db/�i��`4������$Rp4`���q6���8ߖ�w�~&quot;|��6�c;#�&amp;�۹M����vg%8��&gt;;&amp;إx;��q�,-_���������ݴ3G���H�p*��?��a�,�����(��ҀW�!�����*���ɗ���dn91*~Cmɧv�d�J��5a]����H�fad����L�&quot;r���ւ�t&lt;k���#�V	�����P;x�҄0t�������zϤv��n��;?���dR</a:t></a:r><a:endParaRPr lang="en-GB"/></a:p><a:p><a:r><a:rPr lang="en-GB"/><a:t>m��vN���������(SPޢ��&gt;J�fv�Ff�$�s��SÅ1Ǐ�É�Ag�ö!Zx�A�_x0000_k��@kR@�&lt;�7�k��b�M_M|��)�6�V����c&lt;�~��-�&gt;|?cu&gt;�Ǵu�,�$����-�G�������G��g�3��oܹk{��CҤ���)���</a:t></a:r><a:endParaRPr lang="en-GB"/></a:p><a:p><a:r><a:rPr lang="en-GB"/><a:t>*	?鿜?&quot;?�F�ڿ?����_x0000_J��f�g|c�gb��O��aI�:��%6�6���㥣��?*�&amp;�u���Euṍ�������1\Ԏ+�&quot;��.�%!A</a:t></a:r><a:endParaRPr lang="en-GB"/></a:p><a:p><a:r><a:rPr lang="en-GB"/><a:t>�3���# �:�7Y���T+��,q�K2I�U�*�5-�e�i�b� �o���n�_��贲���]9^�_�q��&gt;����-43��t�l�u-�(k}t�V�_x0000_C���׾�&quot;���$��*��Ƞ�����_x0000_���^�S����K�e�C���\�Ͽu�Hb�t&quot;*��m_x0000_YI�̲?�bI�_x0000__ߺ�X�$_x0000_0�}Z�I$Hn���X~,-������r��X���S�P-�?��j����׺��@�0���w�#1v��&lt;�&amp;�����׺�Zܑ�����}��u�颓Q`��UD��(P�</a:t></a:r><a:endParaRPr lang="en-GB"/></a:p><a:p><a:r><a:rPr lang="en-GB"/><a:t>87jk�O�u8�J�&amp;e��Cq�&lt;��6����׺��Sw�9�&lt;nd,���(K�k��_x0000_O�u�II��Kݵ�����o�i���~��C8&lt;9Ɍ����m��())�H�qT�����0yUe��Ѭ+���{�mG0{���q�ù�M�������u�-3i.21�;#!a���E�	�/ǿuxۃ��*�nme7�S�&apos;�8���f �]onUʕ��	o��;��׺���t�b��ͩ��_x0000__���{��&amp;X3(r�K6��H�G��n�~~��׺�SD����vwR�������O���^릤�x�</a:t></a:r><a:endParaRPr lang="en-GB"/></a:p><a:p><a:r><a:rPr lang="en-GB"/><a:t>1?��A4鵬E�����{�f�&quot;�H&amp;� �u\������_x0000__���u8YĖ`���w_x0000_�]*�_���ВG&gt;�׺�%4R_x0000_XJ�]���6�ґt?Py�׺�h)�BP�fBY�@D�yg�u�9���^�`�ߺ�^��׽��u�~��{ߺ�^��׽��u�~��{ߺ�_����ߺ�^��׽��u�~��{ߺ�^��׽��u�~��{ߺ�^��׽��u�~��{ߺ�^��׽��u�~��{ߺ�^��׽��u�~��{ߺ�^��׽��u�~��{ߺ�^��׽��u�~��{ߺ�^��׽��u�~��{ߺ�^��׽��u�~��F��C��HpCY�8?�]OЎ��~��Pg�5��g|��̿lĸߋ�&apos;jvO�O�7�����Elx_�?.�Ʀ�.�T�{���F���Yu�q����T��	!���E�����Xf��5x$��%[ȭ�</a:t></a:r><a:endParaRPr lang="en-GB"/></a:p><a:p><a:r><a:rPr lang="en-GB"/><a:t>pVߋ~����ST�o��z����&lt;�M{B����������;#��T�f:���_x0000_Vd�F���Yi�sU�m��$&quot;��m3Tƴ�5�(������_��Kv��k��H����z�/�O��k��+�Vì�o</a:t></a:r><a:endParaRPr lang="en-GB"/></a:p><a:p><a:r><a:rPr lang="en-GB"/><a:t>ݽ2��&gt;����Q&amp;S�{�*����N��U�+�ҩ����RBL4����4���;N:�6��v�F���R��</a:t></a:r><a:endParaRPr lang="en-GB"/></a:p><a:p><a:r><a:rPr lang="en-GB"/><a:t>�z_x0000_th�</a:t></a:r><a:endParaRPr lang="en-GB"/></a:p><a:p><a:r><a:rPr lang="en-GB"/><a:t>&amp;���ʫpVI���3�e_x0000_�կ�i�_ο��_x0000_W�Ё�)�J?�b��˯GEL��vTTh�3��si��/ܒhO�B����ۻx������_.���Kh�܀�_x0000_��Ȯz�N��{ܝ��{��W��]��{�Q?�g�L�:M��?p��e�VF�G�;�%�����_ݮ8d�*�np��n.�ΟV�	�	T�zq��_x0000_}�~,�J���׀�x)G��L|d-CO��zk���8���pon�������?�fl�vw�aJZ��p��᭧������x���z5��1O�</a:t></a:r><a:endParaRPr lang="en-GB"/></a:p><a:p><a:r><a:rPr lang="en-GB"/><a:t>6��`P��0&gt;C$��OA�g+�ypNs�Z�#���G8A�Ц���%pXF�����������6p���G�?�Ѵ�</a:t></a:r><a:endParaRPr lang="en-GB"/></a:p><a:p><a:r><a:rPr lang="en-GB"/><a:t>@�#?�����7&lt;�_x0000_��S�}��������]JH�#F_�i6pI������2��)��\iA������/��&gt;xϐ#��:��_x0000_��:c��~��Uo�_x0000_�	�G�v�]��v�^���Q���%N+�r�&quot;r��W���p��x�ZN�U��0���\�]��ډ�4�����Q�r+g�`Ӫl���\�,�u���mn{�3D%C+SI,uAS^�SjRnN��U){���?!�Av���gj;;M5jm</a:t></a:r><a:endParaRPr lang="en-GB"/></a:p><a:p><a:r><a:rPr lang="en-GB"/><a:t>�W�b�Hl�*�clR��CB��L���{gpܐ��g�X*�����6M_x0000_�H�]d���#ʾ�r�\�p��K�K-$_	0{A�^��ڠZ����w�zGiɽ�7pǷ1��TTn����]:����l�M�	u</a:t></a:r><a:endParaRPr lang="en-GB"/></a:p><a:p><a:r><a:rPr lang="en-GB"/><a:t>XI,mb	fӵ�wBEO�O�QLy��e�op��O����1-&apos;���8ف`A�.&lt;��?�7vvo���t%OW����;��9f|��[�����CC8&apos;��4 �R�����+U֎G5�#:Ex��?�8�����|&amp;���NЃ(����=��H���L\�FSSAAMKEAX�:�Jj�����EO�QX~���z��aj&apos;�����y�lV�[r�3�z��㎞&lt;A2�W�Ϭ�#�Q�M�@��U�_�ks���n&gt;_��_x0000_/O&quot;�U��Z�K;�x��%hu</a:t></a:r><a:endParaRPr lang="en-GB"/></a:p><a:p><a:r><a:rPr lang="en-GB"/><a:t>�8�;���_x0000_�}�鿳�{�^���׺��u���{�{�^���׺��u���{��5;B$���D�[��L���nA]$�?�I.#ye�t�_x0000_C���O��_��[khSvxt�W����r�f����G����u��2&lt;q�Α��M��}m�u�xV�K\���|���I���u���+�*[r�ٱm說WA��Q����率���T�$ݳ޹�*{ߵ�������֙���I&quot; (���f@͵�&apos;��_x0000_d�����_x0000_�a�5Ex�h|���������ܭ%h�c�_x0000_73�WΣ���Y�biwo���K(��}���Z�)�V�z��U��+�b�r?�ٟ3������_x0000_7BnO�%�����w\��]r%l�N�F�*C�ǡx_x0000_ EP~�l=���6�p�ʇ���V*�c����u�zw����u�~�������cϯu��I�A�~&apos;�W�M�y�H���pi=��_n���*�d0�$��x7�&quot;��=&lt;��=�bM���hu</a:t></a:r><a:endParaRPr lang="en-GB"/></a:p><a:p><a:r><a:rPr lang="en-GB"/><a:t>{�k�Iey�J?2P�_x0000_Ͼ�l��=]�_#�kpuWnm跇Z��_`(wF*O���~*�;qb������d���0&quot;&amp;PuD��nI��݆�^~��M�y�xm��U1����	����]kÀ�S����u���_x0000_��v�C��g6{�_x0000_���C��Ԍu~2�����H��*�Zd�j&apos;�	vݲ�y�Y�&gt;.�Hv��{ٞxv�e���-�(&gt;2i�Lz�U�e�_x0000_</a:t></a:r><a:endParaRPr lang="en-GB"/></a:p><a:p><a:r><a:rPr lang="en-GB"/><a:t>��D8��=�CN�)�m�+&amp;T:B��4�	�@j*�/&apos;����]��n޿�Оם��B�1�����)_����L������4[��t�7,�͢I�+R�N,��ܥ��66�i�6�_x0000_�?���K��&gt;r�4nL�+A</a:t></a:r><a:endParaRPr lang="en-GB"/></a:p><a:p><a:r><a:rPr lang="en-GB"/><a:t>4��*G��C�qw���v��ˋ�*���३jx*�!l�륃@^f���&gt;���m����_x0000_At�_p9�Cۏ����Gg-O�W�����j�v���s����8����5bf�x��U��Re�ۡ��$�S���U��ڃ���`��6{=�wU�|K���ҹ&amp;���ݷ�w��o�</a:t></a:r><a:endParaRPr lang="en-GB"/></a:p><a:p><a:r><a:rPr lang="en-GB"/><a:t>[�|&lt;[_x0000_i�	$�h��j�M9��_��y5�Aٽ�C_�)E���&apos;O)2�/�9�}nnnt�=*#ov�n��O�~]N^��#��,2�I�4(��=Z�_x0000_3��� ��Y����_x0000_[�{.G���o�#�~�c������_�_���_x0000_|=��	f0��=?f��`uG�ϧ_x0000_2��[+�q����3I�(���Z��Ʒ��o�?{�����7��~�3��}��n|qS�C�f�b����O)�o���տ�;[n��������=�y�Ѯ�Ӓ�&lt;�Z}�O/?ˮ`�e���P&gt;&amp;B?0F����e�]���WUN��&gt;�ٔ�Iڛ!�2U��_x0000_���`�����}����m��m�qZ����}t#�</a:t></a:r><a:endParaRPr lang="en-GB"/></a:p><a:p><a:r><a:rPr lang="en-GB"/><a:t>�E��_�q��:�&lt;�p,�ʁ���L���y���������1_�������_x0000_�u߶�g�{�^���Ͽ}�h�u�oo�?A�_x0000_���FiRMRa&lt;��_�S�����_���^��O�_x0000_0z�����Î����3Q��z&lt;5����Tf3X��J�F^�D=%u1b8���}���W�*7ϟ��&lt;�?���O�=�fہ�����.������dnn��O������̀�&lt;�5�{`�&lt;��gY������U�r+(�Q���2Ap���&amp;B��wa���Z&gt;&amp;�r&gt;&amp;՟���o*�� �;��_x0000_��LV�</a:t></a:r><a:endParaRPr lang="en-GB"/></a:p><a:p><a:r><a:rPr lang="en-GB"/><a:t>i��������6�&quot;�ǌRҏ�YW���h����0�q􋦵��������7��8����^����SiGಠ_x0000_����������~~�w�]o�{�^���׺��u���z5�Z�Oێ���,ή���Z��D��+���ng��N��~��L=�9&gt;�^�+v?�_x0000_&gt;cЏ?�t���������_x0000_�_x0000_��?�����v&apos;Yv�{��$����q�s�j9Wn�</a:t></a:r><a:endParaRPr lang="en-GB"/></a:p><a:p><a:r><a:rPr lang="en-GB"/><a:t>h���_x0000_k&apos;_x0000_GQ��fv�J��x�3�su�����Np�&quot;�C�O�Q�_x0000_�;%��*I�A{��������@�z����ޭ��</a:t></a:r><a:endParaRPr lang="en-GB"/></a:p><a:p><a:r><a:rPr lang="en-GB"/><a:t>qO��^���׽��u�~��w��#�����{�^��srv�4�E�]�$���`w�?/&gt;�Ŕ���뇍PcM*,(T�`���;|S�x}����۾�$_��r�|p���J{�����^	��Ol�gz��7��U?�v[��!_\p��xu_?6��M|��{�rPm�</a:t></a:r><a:endParaRPr lang="en-GB"/></a:p><a:p><a:r><a:rPr lang="en-GB"/><a:t>����UnSj��ئ�����X�&apos;���۽��b�9eA��ZX��l�cO�����S��z�L���1�۝��v)�xEJ�\P|�}:�Ϡ�~[yl8���/�2Uj���</a:t></a:r><a:endParaRPr lang="en-GB"/></a:p><a:p><a:r><a:rPr lang="en-GB"/><a:t>VD(�_x0000_���Y��	����&amp;������;�0r[Ow���߇���ξy����r�:���l�!</a:t></a:r><a:endParaRPr lang="en-GB"/></a:p><a:p><a:r><a:rPr lang="en-GB"/><a:t>*Ǻ�6#��_x0000_����v^��C��j���Ue��8MTe���h3A#�_x0000_b	�O�����?}�9c��h�U��_x0000_և跐~����� C��&gt;7Ӥ�_{f�H*s�+�*)�O</a:t></a:r><a:endParaRPr lang="en-GB"/></a:p><a:p><a:r><a:rPr lang="en-GB"/><a:t>mv+MJ��U���&apos;EK[�4��/����{��N�</a:t></a:r><a:endParaRPr lang="en-GB"/></a:p><a:p><a:r><a:rPr lang="en-GB"/><a:t>s����_x0000_(��_x0000_.��~�۶ژg[e?������AX+��.2��	F6�w��*��Y�������</a:t></a:r><a:endParaRPr lang="en-GB"/></a:p><a:p><a:r><a:rPr lang="en-GB"/><a:t>��mȓAd����&apos;t����i��b�_x0000_���Xߐ�;�-${�*_x0000__x0000_V�/GYD#{�Q�TP/�I��k����&lt;{[LNt�Ƙ������=G;��ӟ6}�a.m���_ß��_C����&gt;cI��ͿZ�r�����f[��ϱ͟=�{v@[�k������9G�l���?�p�}* �9��M,Uq�ZJi��0&lt;�����S��c��9�2Eu���g��t��DK�s��-�ݯ�V���T`5x�d��^�G_x0000_�$r������_x0000_nm��-VMZ|�Ҿc���k���P���|ϯ\�����M#N.4q���ˇϧ-n���(�����:���}���_x0000_a��;�u����?[����4=n��w���ߺ�^�����Ѽ2I����p��8�q��H��9�����t5���_��w�f�?`�_x0000_?^_x0000_fP�و��vA��	�o���;�������~/.�8&gt;c�%��)�s�/x�x���=ݙ�}}�X�(7�:�q,�M�G1�P��kp����]�n9Wr�ԩ&gt;�&gt;�r����&apos;�p,�h��[�9�Q�x�x����6r��o�l0&quot;2��K�C�jA,{�&gt;;G�	���T�kv~���\⃆���v��s�Q��&amp;B��@:�b��n?{��	ݹooN�G-gs9��J�</a:t></a:r><a:endParaRPr lang="en-GB"/></a:p><a:p><a:r><a:rPr lang="en-GB"/><a:t>2]�hE&gt;���s3��Ӓ��w. ���,�:�_x0000_BF</a:t></a:r><a:endParaRPr lang="en-GB"/></a:p><a:p><a:r><a:rPr lang="en-GB"/><a:t>���EI���¯ou�|ô��eo�7z`$���&gt;Du�ٻ&amp;hr�����db���v�?�4&apos;����m�����2	�F��䪗\Њ2�W=v�p杛r6�j�</a:t></a:r><a:endParaRPr lang="en-GB"/></a:p><a:p><a:r><a:rPr lang="en-GB"/><a:t>�X 4��P��k���|I�x����������W���{k�\mJ��F���i&gt;Pt�ߍ�(*DZV]̓�4�B��fw�D&amp;�̖���t�</a:t></a:r><a:endParaRPr lang="en-GB"/></a:p><a:p><a:r><a:rPr lang="en-GB"/><a:t>^&amp;c��Pxl�U�x+.x��d_-{�o~d�-*��H�RP8�xR��[@l�ߵ;jm��_x0000_�7N��w���糳��ɶ7*��K_���Zj�f_�bL�Z�Y�,W�l�U�� ��_\��*R��}��1�1CÏ��⺃�=��:��w�mn����_�6V���[4���#d�&apos;��STK&apos;���̂5vQ�w*m�]o_x0000_��1р&lt;	�H��Jq�@=&amp;�</a:t></a:r><a:endParaRPr lang="en-GB"/></a:p><a:p><a:r><a:rPr lang="en-GB"/><a:t>X&gt;��D��\z�g�&apos;�_x0000_5�_x0000_� &gt;0e�|H�&lt;?i���v�so��~�ܵ^����㰷�۟��]%U[�DԕU�4x}���(U���V�e</a:t></a:r><a:endParaRPr lang="en-GB"/></a:p><a:p><a:r><a:rPr lang="en-GB"/><a:t>.���gi�j�&quot;�ԡf!_x0000_aƀ�.APj�#���ұ�s���*|�}]i�H]�;sq�/����_#�l���(�r͹��_ht�����ͳO�	�䂃h`��M-���p�[U!�!y��	8�_x0000_AVP_x0000_�`�)J��_x0000_Z*�1Da�9�A��CCO�8��5H`~W|����������:�qf���F2����֛ޮ��X]���@��vJV�7˲�FBF/�If��-���K����_x0000_�4�3��z�[�ӺG�����N��c�n���5�)c�#�h&apos;����*�g�g�qS@Z�����)�q!�`a�_x0000_&apos;��}��_���}���</a:t></a:r><a:endParaRPr lang="en-GB"/></a:p><a:p><a:r><a:rPr lang="en-GB"/><a:t>8�����ɩ�����۩`T�!^C������G�FGKK���p~�~�#����al���ۯ�;3gm���醮�o}��1tYm��pu��l&gt;Z��^8����h�]34Z\_ڛ{�b����ˇ��N��[�v�e�7��9�T��5GUS�{C�?��_�;9����D�4���ڹ�r��?�5nV�(��3�2:$��}Q�</a:t></a:r><a:endParaRPr lang="en-GB"/></a:p><a:p><a:r><a:rPr lang="en-GB"/><a:t>|F�+-N.&quot;�M�4E�Sis�F4��Y�W���P�u���ui1�E�|��T֟��y��u��ܘ=߀����M��qx��p�ki�x,�)H��ܶ&apos;D�CQMQ��M���A��E$�S��`N�O�~}(�ۭu�~��{ߺ�^��׽��u�~��{ߺ�^��׽��u�~��{ߺ�^��׽��u�~��{ߺ�^��׽��u�~��{ߺ�^��׽��u�~��{ߺ�^��׽��u�~��{ߺ�^��׽��u�~��{ߺ�^��׽��u�~������ߺ�^��׽��u�~��{ߺ�^��׽��u�~��{ߺ�^��׽��u�~��{ߺ�^��׽��u�~��{ߺ�^��׽��u�~��{ߺ�^��׽��u�~��{ߺ�^��׽��u�~��{ߺ�^��׽��u�~��{ߺ�^��׽��u�~��q$���?�~�։�=����S�?H�����޲�͟����U���ˌ|]_�W��2#��t&quot;He�Ea�N��.��럝2�8m���N؛w#�?�[�77�4�ߐʊ|�X��U�������md�2�5n]O��o���-nj����;���J�.���X�e	p*�c9�ʇ�Ƹ��E�|D���zʻdm����;�;Y����7��e�?��K%#6��~����-D�R��R�3�i�&amp;#�6*A��WO/�~mz�6���� `M&amp;��Op��P	�4���ؕd+�P&lt;v�OǏ����_x0000_����e?�Ѓ�0</a:t></a:r><a:endParaRPr lang="en-GB"/></a:p><a:p><a:r><a:rPr lang="en-GB"/><a:t>�S&gt;��ˮp�5K�!#O3GO���Ĝ�(��J4��+��#�4��+�8�ǟ�Hnnb</a:t></a:r><a:endParaRPr lang="en-GB"/></a:p><a:p><a:r><a:rPr lang="en-GB"/><a:t>d����q�~��?.�ϲ;ú�_x0000_��co����|T��Bl�N�����pT���T�S����^��g7,�lTn#�g�_x0000_�������EEB�S��$���=+ڀ��{��2�</a:t></a:r><a:endParaRPr lang="en-GB"/></a:p><a:p><a:r><a:rPr lang="en-GB"/><a:t>��&lt;	cA���)�/����_x0000_:W�GP�������/���qP�	���pek-����q��1��6�%���Yd���</a:t></a:r><a:endParaRPr lang="en-GB"/></a:p><a:p><a:r><a:rPr lang="en-GB"/><a:t>��7���c�nM*3@s�(�(8`_x0000__x0000__x0000_�b�5MƼjEXdz�q5&lt;NNOCɂ-Z�/*!����:���׏W����D_�a�I� Ï�������}��oύ1^�@Uf_x0000_p���l?�?�&gt;�egpf�Z�~�s�=h�Ʋp~]p��#�F�i$V�̉�~ޘ�s{zT��������_x0000_���[��~�t�_�E�\��-��#R�</a:t></a:r><a:endParaRPr lang="en-GB"/></a:p><a:p><a:r><a:rPr lang="en-GB"/><a:t>���@G��:�k��6�͍ݛ����9���/{|��:\�T�QI�GY���X7��M)��.���:�a��6�</a:t></a:r><a:endParaRPr lang="en-GB"/></a:p><a:p><a:r><a:rPr lang="en-GB"/><a:t>�ϼE���50�F+��J���&apos;��}����}�ܿsr�6��߯)��&quot;�i$�P����</a:t></a:r><a:endParaRPr lang="en-GB"/></a:p><a:p><a:r><a:rPr lang="en-GB"/><a:t>T��:�hm-����mF{y��,�</a:t></a:r><a:endParaRPr lang="en-GB"/></a:p><a:p><a:r><a:rPr lang="en-GB"/><a:t>��޽���qvif�N��r��ŗj��yZY$��&gt;/H`4�Y��.�-!p��4@_x0000_�0t��?3�����L����C��}��l��2��ec,��DX����3H�଴���ٟ+i~7uUgǬ�v�_x0000_��{�v�&gt;��K%E4������1���sfJ~�&quot;*</a:t></a:r><a:endParaRPr lang="en-GB"/></a:p><a:p><a:r><a:rPr lang="en-GB"/><a:t>��pW+��Y�؇t��in&quot;��=*ͪF�Q�*T</a:t></a:r><a:endParaRPr lang="en-GB"/></a:p><a:p><a:r><a:rPr lang="en-GB"/><a:t>��8����s����#�^��Nf�apV@�[&quot;���9-��VS&apos;�*C T��wf��</a:t></a:r><a:endParaRPr lang="en-GB"/></a:p><a:p><a:r><a:rPr lang="en-GB"/><a:t>ٝ��ײjP�I[�mm��f-M�ؘ�&quot;:A:f���^��]�DE�xv�B������&gt;�C�Ϧ�~X~b�O0sg���K��W��U@&gt;d���@���/��d��h&apos;�4�ۛ{ܓH��r)ԦYZ=����K/�4������_��&gt;������xUt���_x0000_������!�p8�˥kq*���h�J�y|�e:��zk�{�Z���׺��u���{�{�^���׺��u����Xo�]:K�B���ʬE&lt;1���[�zT��Z����U�k��bG</a:t></a:r><a:endParaRPr lang="en-GB"/></a:p><a:p><a:r><a:rPr lang="en-GB"/><a:t>Q޵�*&lt;��&lt;�n�9�&apos;��G���v��[	�ߣ�&quot;y��1ej�;�%�i	</a:t></a:r><a:endParaRPr lang="en-GB"/></a:p><a:p><a:r><a:rPr lang="en-GB"/><a:t>%��y,t*0VQa�dp��_x0000_5��4���YG����E_x0000_�%��&gt;�&lt;�o�/����|[</a:t></a:r><a:endParaRPr lang="en-GB"/></a:p><a:p><a:r><a:rPr lang="en-GB"/><a:t>����ܡd�Iե�*w�q�#�o��v��a6� �_x0000_������1�U�F�Ѿ�x[i���4���&gt;廵��r{[a��Mk���Q�r)�Ӡ6���?^u΃­)�({�ی�|G̞�{�4�+t��_x0000_E*6Gil���ɴt9�*�E�j&apos;�h�7�|�\�_x0000_	���S������c�ڑ���[�VJ�5���0������zZ�\�%RK�R�����q�X7ې�H z���?6��ܿj|�~��������W��6�_x0000__�\�í	#O�V�:u�6s���a{_���4�O����Y-��?��?*�_x0000_���:����</a:t></a:r><a:endParaRPr lang="en-GB"/></a:p><a:p><a:r><a:rPr lang="en-GB"/><a:t>��_x0000_��&gt;������%4f��k�ֵ�����.v�E�Q��&lt;SN�?</a:t></a:r><a:endParaRPr lang="en-GB"/></a:p><a:p><a:r><a:rPr lang="en-GB"/><a:t>k]C�8u��_x0000_��_x0000_�,G�G���?��N�G�Ii�&apos;���i^����Й�cs��k���$�ߙ�W��H��7ek{�y9��y�z������Pz�=�kO����U����ϟ[&quot;�^I��A�٩_x0000_f���S��n*+6</a:t></a:r><a:endParaRPr lang="en-GB"/></a:p><a:p><a:r><a:rPr lang="en-GB"/><a:t>��HUa���=Ȼ����k��$�$ @���S����d�5V�xϯK�O�nN��)��!��_x0000_a�	E�B��a~C�&lt;}z:.L�G���CJ�J�h�5������?T�ׇ^�P�P��_x0000_������ۆW&lt;O��F������7bnosrW�</a:t></a:r><a:endParaRPr lang="en-GB"/></a:p><a:p><a:r><a:rPr lang="en-GB"/><a:t>O#�-��#ֵ��vAE��^�VP��h�1����h�h$�S0�j�^�X�Bl,�������{z�x�mC�jv�x*q�9��.��r��t��*A�F��S�?&gt;�c�RUS������sJ&quot;ݝA�9L�6�ώZͲ��㭣Y=rHLXJ�.@�R�`</a:t></a:r><a:endParaRPr lang="en-GB"/></a:p><a:p><a:r><a:rPr lang="en-GB"/><a:t>�&lt;��IrM���G/��t)����o</a:t></a:r><a:endParaRPr lang="en-GB"/></a:p><a:p><a:r><a:rPr lang="en-GB"/><a:t>�Z</a:t></a:r><a:endParaRPr lang="en-GB"/></a:p><a:p><a:r><a:rPr lang="en-GB"/><a:t>�U��ԚjA&lt;_x0000_=]dVМ:�Z�`IF1��?�s���ֈ��Y���q��u��&lt;�g�(��?!�^��珧����o��X�=$x�&quot;5��u���8������=�W�F�3��&apos;��:�Dj&amp;�</a:t></a:r><a:endParaRPr lang="en-GB"/></a:p><a:p><a:r><a:rPr lang="en-GB"/><a:t>S��_x0000_��_x0000_�&amp;r_</a:t></a:r><a:endParaRPr lang="en-GB"/></a:p><a:p><a:r><a:rPr lang="en-GB"/><a:t>i2 �mw�Yd�G��%~9�����?������$��e�:D��8��֟�P�������_x0000_?Νku�yY(�_x0000_�����b�_umE`R�W���&lt;6���V��\��k[�,����R7�v#9f�S�_�V��Pc�]�B����џ�� q�.����p{3q�b�7j�c�\)7��{3��pZ������}_x0000_�u�ͩ�]��W�F��P��3�!�M=��ӱ��2_x0000_�_x0000__x0000_��w����4���P?�[�?ķ+�Nu1�h</a:t></a:r><a:endParaRPr lang="en-GB"/></a:p><a:p><a:r><a:rPr lang="en-GB"/><a:t>�� ?˞��&apos;t����_x0000_�c�{s�u�~��u��&gt;�׹�����H�� ��Pz׈���R$Xd2ǂr|�_x0000_��J��$P�G��3��e-{Z�_x0000_�?��j��q��&apos;�M�~���Ԋ���y�_��]�S��c�e�o�H��u=׺��{6�</a:t></a:r><a:endParaRPr lang="en-GB"/></a:p><a:p><a:r><a:rPr lang="en-GB"/><a:t>X��e(�_x0000_3dh�~���{B�ē���n���&gt;ٹ��</a:t></a:r><a:endParaRPr lang="en-GB"/></a:p><a:p><a:r><a:rPr lang="en-GB"/><a:t>��h�U�Ԡ1�X��zŏuvK.Z�W}�����I[QmNM	��ʵ����F��oswIw^��Z�_x0000_,+**{3���t�Z���2��</a:t></a:r><a:endParaRPr lang="en-GB"/></a:p><a:p><a:r><a:rPr lang="en-GB"/><a:t>��*�n�ĸ�i���H�4�H�ݢB�&lt;�˖&apos;�n�H�����&quot;�h��9�t��]�����J��� 4������0</a:t></a:r><a:endParaRPr lang="en-GB"/></a:p><a:p><a:r><a:rPr lang="en-GB"/><a:t>*�U�K&quot;�,B1�8&apos;�-i��,fsW*���</a:t></a:r><a:endParaRPr lang="en-GB"/></a:p><a:p><a:r><a:rPr lang="en-GB"/><a:t>����!�TI�S�&amp;���������t�^��׽��u�~��u�&gt;��_�{k։�GUy��sQ�~v���w}�nA�ʔ�isr���Jđ�[{����^o�}Ѣ���f�E�4�u���o��v{�&amp;y5�@���5aܠ��N��|����_x0000_�?6ΏB��h7�Ld�e{�mߐy&gt;M2�f�_x0000_M\��޷K��o���%t`</a:t></a:r><a:endParaRPr lang="en-GB"/></a:p><a:p><a:r><a:rPr lang="en-GB"/><a:t>t��u��]��=�ѲZlI��OV�=Lj�k&apos;Yb㿺���R�/��[�_x0000_��08t.�M:�������{�{�^���׺�߸���H �#^�ozAᚯ�=�Ê3!�M}&amp;��%X�e�_���[\2�F�j���`5��4��6������ku�f��Jj}���2%uQ�����#�.�ܟe��m���h����P|�k�.^ϒg���G����j?�ZQu���l^��Pm�y�;�wUf+k�aj���X��c�I&gt;Y�B�AK߲���9�Zm�=���)���=�ȧ4�_&gt;�s�^�E�&apos;��T��&amp;�!�@���d_x0000_�_x0000_g&quot;3��N�j���6w�m��޽����ϒ��jr;�p婗)K��Э\[d�O�jx�~�!z�b��A���&gt;n��I����@ΕOL�&quot;u�i=���M@6�__x0000_�\��w�_x0000_5+\ufGc�&quot;A�ǦUYPF��U$_x0000_��Kt�&apos;��n9&apos;��O�R��1țH���ʃ�\zG�:�72���퉸R�u���-BS%B�S�e$c���p�[S�%i��_x0000_=zb}���4`���@V��A��w���|j�I�o�N+l��*#v&gt;��m�i][�tpm��f�����&gt;XSO��,��˗u�K`uc���ӻ�_x0000_�7���$�O���d�T������Ϩ�Pe��m���`&gt;�P���2ڸ&quot;�E?��ۯ��p�~��_x0000_NA�_x0000_Yz.����}�W|����X�ޖ�9A��&quot;�Jج-��PSM�\��ɿ��{7��ӵ��u��?��i�y�z�9����۵�֏d�A����1ۃ�z���������}s�t�jjZL��</a:t></a:r><a:endParaRPr lang="en-GB"/></a:p><a:p><a:r><a:rPr lang="en-GB"/><a:t>]B��:�,�UЖ	r�&quot;�����&lt;����g�X��4��&gt;��R|�����$n0�vVL��D�_x0000_����y������&apos;�y|d��Lu8��e���P��\��Ю�u�&quot;X����(�g�x���1����&lt;J�@3�F}:ƾk��]�{m���%�;�`T����נE~G��EH�v�ޛ(��.s	U���_x0000_:�&quot;�s_x0000_&gt;�U }I�8��듷�]��_x0000_�_���/X�͟t.wأ/��_x0000_4O��7B��v��</a:t></a:r><a:endParaRPr lang="en-GB"/></a:p><a:p><a:r><a:rPr lang="en-GB"/><a:t>ׄ�����J:�zuq��0����{ȞU��y��=�b�Er�҆:����H��eM}���ky��]���V�HL,g���7f��&lt;�Ku��Q�����!Gc�Z9���_x0000_��&gt;�m�����u�?��_MKQ�&gt;�i���i�1�FDC��Mxuؽ���?�}~��۶��Z��}&gt;��(�o!��B���)�XZ�����+q�h��i=�_ʹ�ǋ͍�_x0000_�ޕD�X֕��&gt;��a1�	�&gt;]z�Ã���_x0000_����r���ɨ&lt;8��G���,����_x0000_V�.��1_x0000_�b�5�?CbE��&gt;޶��Гnt����J&gt;��&amp;�N�]��B�4d3i)��- ����?�</a:t></a:r><a:endParaRPr lang="en-GB"/></a:p><a:p><a:r><a:rPr lang="en-GB"/><a:t>�[�</a:t></a:r><a:endParaRPr lang="en-GB"/></a:p><a:p><a:r><a:rPr lang="en-GB"/><a:t>���-�e��]Mr�NA5&quot;��V����� ����q�OZ������E�q�^[kn*���ᙢ��Ǫx�7����Nϭ��o��P:CGW-�z�d�������to=��%�v��%�U���叨71�}�����������.ѾNg� (:PK��5Q��B�&apos;P�����u�e����Y�4�b�u.蚏#A��M��u�u@H�����&quot;)���u��ϸ^�������l��0&quot;i��h�ŕ���I�Y#m�v����ٖe,���LrG&apos;l2W�H��Bɞ��}��G�{�,���M���u�g-&gt;����ʞ�ߓy|���U��d�dg�]b���)eoU4�Ă?h�_x0000_��&amp;�V\�[�*���S�c��	$�Z�&apos;�#�S�&gt;���l/X��4�!?3�8�ʝI�g�W����}�M�e���c&gt;O|I��/��ڇ#J-���ܨ����ʚtv�b%��£�}/6�׺r�.�_x0000_�]/�vH�$��(��z����Eedʩd-��e���Ѫ?��</a:t></a:r><a:endParaRPr lang="en-GB"/></a:p><a:p><a:r><a:rPr lang="en-GB"/><a:t>�T4&amp;�����׻�ovoƌ/z|V�m�����&gt;�����v�z�Ҧ��\wa�����H�Jz�)�&amp;���F�P��}�s��&lt;F-�a*2���8�1\�V���o(�M���uzX�}M&amp;&quot;��-�mÒ����+�������դ~*�R��V-T��!D�&amp;�8QT_x0000_�Z���н�Z�kN5Ǘϥ��#��+�y�p���F��;�6V�����</a:t></a:r><a:endParaRPr lang="en-GB"/></a:p><a:p><a:r><a:rPr lang="en-GB"/><a:t>����S�����Xz]����</a:t></a:r><a:endParaRPr lang="en-GB"/></a:p><a:p><a:r><a:rPr lang="en-GB"/><a:t>e&amp;{X�*�HĥY�_Zت�y�n�v�,-����������iQ���ֵ�*H�y��z����&gt;@&apos;��ru�/~���U��l���j����/�^:j��!�z�����{u�:���˒�S��H��-+l��o|��uM��p</a:t></a:r><a:endParaRPr lang="en-GB"/></a:p><a:p><a:r><a:rPr lang="en-GB"/><a:t>I�Pi�.�B�Բ�=��ĘѴ�#�J�d�4�&lt;5[�N��������=K�6�b�����f6���k����)��TCWO����5LK�K$�A&quot;�{90�jF_x0000_������~]</a:t></a:r><a:endParaRPr lang="en-GB"/></a:p><a:p><a:r><a:rPr lang="en-GB"/><a:t>�g���HEI����$V�$d.�*̀8�A%4u�54�R3��_O�</a:t></a:r><a:endParaRPr lang="en-GB"/></a:p><a:p><a:r><a:rPr lang="en-GB"/><a:t>�����+Xk�T������u�B��&apos;M�������/7EY���3��٬.o��j&lt;�/9��Y��Jgx�#�X	D���+�������gI�x�a6�?L�((3�C���&apos;�T�ܝ����uV��{��?�&amp;�ܷ�[6��[�_x0000_�p��-jʛ�h@���%��J�͏�W�	��UV��(�o$�iMX���&lt;���_6W+%�h���CU.</a:t></a:r><a:endParaRPr lang="en-GB"/></a:p><a:p><a:r><a:rPr lang="en-GB"/><a:t>*	j�_x0000_�_]Dc��{&apos;x����{|�ц�[3xa�ۗiYI��g��f�+��\FR��*�i�u�Q�ԋ�y�l�`~}˨:)CҴ������օ|��ߺ�^��׽��u�~��{ߺ�^��׽��u�~��{ߺ�^��׽��u�~��{ߺ�^��׽��u�~��{ߺ�^��׽��u�~��{ߺ�^��׽��u�~��{ߺ�^��׽��u�~��{ߺ�^��׽��u�~������ߺ�^��׽��u�~��{ߺ�^��׽��u�~��{ߺ�^��׽��u�~��{ߺ�^��׽��u�~��{ߺ�^��׽��u�~��{ߺ�^��׽��u�~��{ߺ�^��׽��u�~��{ߺ�^��׽��u�~��{ߺ�^��׽��u�~��b�&gt;�����=6���Ϫ��c_;�~uVm���{���_x0000_z�^�����|y���ܔ�Z�G�I����+���#���</a:t></a:r><a:endParaRPr lang="en-GB"/></a:p><a:p><a:r><a:rPr lang="en-GB"/><a:t>�K�|�zY%���� OT=�;���\���u�����O�&apos;���?����)\�o��!���b{��_�ʙ���0���ɤ���cfeVj���fk��5_x0000_��3����O�C�m��</a:t></a:r><a:endParaRPr lang="en-GB"/></a:p><a:p><a:r><a:rPr lang="en-GB"/><a:t>L���q�G��H��C] �W����;��6puf��=g�;?�v6�Ɣ�]����U���-&gt;�֪!�X��d3!�</a:t></a:r><a:endParaRPr lang="en-GB"/></a:p><a:p><a:r><a:rPr lang="en-GB"/><a:t>��c�8�y�^��4��Cû&gt;��q9T�4�G�&amp;2��j�$�R�)�uI#�&gt;���v��M:���k��y�_x0000_/ۜS��5o����w�7���;�9����?Q�~d|�ْOO�;�3C^s|Z���[��Su��i��=3(gku�`٣�6d�B��?���8Ҟc��hw�Ir|8꩐qBi�Ei�}J]�T��_x0000_Vt/[lޚ�]���.��ݳI��F��4����m&lt;�vQ��Y	����I**�-=T�L�!��}����k�.�rj*kƸ���)�LY���C_x0000_�P�І񬎏0�bi���Ti�BBt��V��M��A�W�?���{���1��~�q�6������ږ���_x0000_�{~����.�CLW�g��J�&apos;t��a������IRP�y[����n���H�*j�O&gt;&gt;]3(G�����$�Ӏ���֮�̯���^�������</a:t></a:r><a:endParaRPr lang="en-GB"/></a:p><a:p><a:r><a:rPr lang="en-GB"/><a:t>�6�j��mO��4v�BT���49΋�� h�;ʡ]�{��0��;-b�y3h�`��Q.�_�O6�m%����[��I���3�{��qr��V0�1�E��Wx�fZ����-�U{׽y���kbvF�Ĝ&amp;��R6�#Y_���M_���j���FQ���YZB��P^�v�3����A�</a:t></a:r><a:endParaRPr lang="en-GB"/></a:p><a:p><a:r><a:rPr lang="en-GB"/><a:t>8_x0000__x0000_�u�^M�-��݁9km�Bm�SJ5�D</a:t></a:r><a:endParaRPr lang="en-GB"/></a:p><a:p><a:r><a:rPr lang="en-GB"/><a:t>��֧�׏D����6}wR�Y�g��P���u���Ҵ��9�Y�Scb��O��A+�O��*�髤��8��}H ´A��{Žs�&amp;{ynm/I�R�Z?����^�</a:t></a:r><a:endParaRPr lang="en-GB"/></a:p><a:p><a:r><a:rPr lang="en-GB"/><a:t>���Z�R����OpSer��7�����&amp;?�wE�YL��۵c&apos;&gt;K%UR��TZi�AU�����^���4l����&lt;_x0000_��J</a:t></a:r><a:endParaRPr lang="en-GB"/></a:p><a:p><a:r><a:rPr lang="en-GB"/><a:t>���|��L���{y�$7R�%�1HƠ��$It�]�^n_x0000_X�:Q@�i��]Z�2]�?��#^�G���G�s@q���</a:t></a:r><a:endParaRPr lang="en-GB"/></a:p><a:p><a:r><a:rPr lang="en-GB"/><a:t>��p+�I�}�w��\�_x0000_���4��ʺ�0���_x0000_g���æ���u���{�{�^���׺��u���{�{�^���׺��W�P��_�u�eQw$Ŕ�[��}���ZǑ��s��j�T�&quot;j�Ø���[O</a:t></a:r><a:endParaRPr lang="en-GB"/></a:p><a:p><a:r><a:rPr lang="en-GB"/><a:t>4��=͸j����D�W_x0000_Z��C����(�iZc�R6v4�_x0000_�?:</a:t></a:r><a:endParaRPr lang="en-GB"/></a:p><a:p><a:r><a:rPr lang="en-GB"/><a:t>�?gQg�����{u�s|^ļx��t�	&lt;��f�ٔ[g����q�Q��_�eM�ݲӝT����(M^KX7�4P&lt;�k)bc&quot;.�|���w���	�2F�&quot;����+�� ��N]�{��oq/	of����</a:t></a:r><a:endParaRPr lang="en-GB"/></a:p><a:p><a:r><a:rPr lang="en-GB"/><a:t>y���_&gt;����X����&apos;���-�_x0000_��9�</a:t></a:r><a:endParaRPr lang="en-GB"/></a:p><a:p><a:r><a:rPr lang="en-GB"/><a:t>�1��</a:t></a:r><a:endParaRPr lang="en-GB"/></a:p><a:p><a:r><a:rPr lang="en-GB"/><a:t>���t9��nw}�%����x&gt;����|���,D�L:�u�T *��&lt;?���P�2c��tխׇ�E��/�[�|R�T�����$I��C��U#���-O35��)q`y������L���Y��7&amp;�mո����_x0000_��_x0000_���CЎ�]{���_x0000_�_x0000_��2)a垬�Q/�)�^�[	SR��dD�E*+�T$���X4����&gt;��G׆�/^������c�|9��k��?1��w����W|��b;����ܕs�����b1Qm*����)v����@�9jx����&lt;�)P�2�̻�l�v�jM��t��Ϗ�t�^�[�}�~Wܓ�b�RZӹE��&amp;��4��ջ|x�e�?&apos;��&amp;���_x0000_����2�]���cp���*&quot;��-��fy$�MI$��������ʲ�E�#��_x0000_	=J�?�;.�k�n&quot;$|4sSO�S�c���r}���m�������{����e��]�Q^�GCR����Qѳ�</a:t></a:r><a:endParaRPr lang="en-GB"/></a:p><a:p><a:r><a:rPr lang="en-GB"/><a:t>U\�</a:t></a:r><a:endParaRPr lang="en-GB"/></a:p><a:p><a:r><a:rPr lang="en-GB"/><a:t>b��IdGqeC��_x0000_ۍ������&gt;$Z8`z������;M��ϳɭ.ٱJW��ɧ:ڇi���F�ٛ�����nʎ[��[km�\һ�#S��_TM�E���􏳠�+��b�G�+Q����}?O~J�k҈ڲ�=�ˮ�����u��_x0000_}���ǽ��׺�h�(e��R��FU�!#�q����l-��twk���&apos;��Y�^٭X�=iǁ�C�˭|���ÿ�c�;k�_x0000_2��V}�1x��ﾦ��T�+w&gt;��LS(</a:t></a:r><a:endParaRPr lang="en-GB"/></a:p><a:p><a:r><a:rPr lang="en-GB"/><a:t>I_���e��Z�w������ob</a:t></a:r><a:endParaRPr lang="en-GB"/></a:p><a:p><a:r><a:rPr lang="en-GB"/><a:t>͡��͸&apos;�+��v�`�[��N8P�</a:t></a:r><a:endParaRPr lang="en-GB"/></a:p><a:p><a:r><a:rPr lang="en-GB"/><a:t>�&amp;�Ӎ&gt;]����K���zuy��sS�6���m?5N�k(q�+�Q$��Z*�� ����XcfaL������*m��Bȶ�{�����XWį�[;�&apos;VT����{�cbh7�Nϛ��F������Y�u]10�N�EKoW�F���bg��_x0000_d�&amp;l���@)��_x0000_��tfյ</a:t></a:r><a:endParaRPr lang="en-GB"/></a:p><a:p><a:r><a:rPr lang="en-GB"/><a:t>f3��Dm$���B�~�7��&amp;</a:t></a:r><a:endParaRPr lang="en-GB"/></a:p><a:p><a:r><a:rPr lang="en-GB"/><a:t>�����_x0000_.�W!</a:t></a:r><a:endParaRPr lang="en-GB"/></a:p><a:p><a:r><a:rPr lang="en-GB"/><a:t>jx��W&apos;�m��_x0000_���0ۗ���U�_x0000_i1��	O��&apos;�W���tO�_x0000_=��k�]s�?�֩�u2����3ϖ^���KOԅ�w�&gt;K���_x0000_jH��_x0000_6�bN`�W�0J~�s�������b,�S�/�����_x0000_��</a:t></a:r><a:endParaRPr lang="en-GB"/></a:p><a:p><a:r><a:rPr lang="en-GB"/><a:t>��C���*.�ޝ���M&apos;SA��X�efn�S£�_x0000_���r?q.u{���G��_x0000_b�u#�[,#���|�V^U���슨׸�WI��_x0000_B-�1�͸?3���p�]{S��Q׽��u�~�}xs����_x0000_�ު3O#ת&lt;�����\j$~y�{���]Rw��*&gt;K|�_x0000_��k�r5X}�C�݌�/��D�j=Ɛִ?�\&amp;���%P��D����ǲ\^O7�_��q��t�qݭ��jm�J��Fh8�JS����c��/������&amp;�J8��Χ���b0�Q���*�.j�,I��di�/Ȇ&amp;�</a:t></a:r><a:endParaRPr lang="en-GB"/></a:p><a:p><a:r><a:rPr lang="en-GB"/><a:t>_x0000_�Gy˗Q&gt;A��ǧ��t�`�������6���_x0000_?V�#��gI&quot;�)���HJ�e�K4M�</a:t></a:r><a:endParaRPr lang="en-GB"/></a:p><a:p><a:r><a:rPr lang="en-GB"/><a:t>�AR&gt;���ƙWDξ�����f4���~5</a:t></a:r><a:endParaRPr lang="en-GB"/></a:p><a:p><a:r><a:rPr lang="en-GB"/><a:t>�E���?���om��G^��׽��u�~��to��_x0000_�q�&gt;�O��L��c��f������33�}␅�uQc6���[\�#����i��m��&amp;8�_x0000_�ǨC޹�}��	��ߖ����m�\;km]�H��v�</a:t></a:r><a:endParaRPr lang="en-GB"/></a:p><a:p><a:r><a:rPr lang="en-GB"/><a:t>Gp���⣊(�\�q_��.�8�~_��1쐘��������N=�8t�Ϯ��u�~��{�������h�����_x0000_Л�}��y���_x0000_�{�^�]��[룪�A���&quot;�?�M�~ ����ִ�:=q�z&amp;�_x0000_�3x����y$X�_]g6���Tn�i��,q���XTȃP?���/��,č?�z��@�sw6��i�c�)����Ta���9�y��?�;K�:c�lrF��U���Ԕ�ILD)U���ң����=��k��[H�&quot;�&lt;?5&gt;�����^L��7��e�������~5�&gt;�����mv!ti�@�~Քqe&gt;����?&gt;��A4�S��.��G���_#��^������:�q=UW���\��&lt;9�?���w�Ç^&apos;�U�4h��_x0000_����	�L]Eb���޺,H+�@��E�DPA�T�&gt;��ޙ���_x0000_/ZYox�k��u諸^�(E�Àn!����</a:t></a:r><a:endParaRPr lang="en-GB"/></a:p><a:p><a:r><a:rPr lang="en-GB"/><a:t>���$2+������N�5��M**�##��?�^�4h�C&quot;�^TB�_x0000_@�_x0000_}����z�u�x����7{�;f_���C�lH���ޒ�ӧ����ms��H�A���#�߽N��[��_x0000_c�����3�h��n���N�.���}�_x0000_ޒ���FM&apos;�cea��</a:t></a:r><a:endParaRPr lang="en-GB"/></a:p><a:p><a:r><a:rPr lang="en-GB"/><a:t>��Z6��o���]]nnݻ��,ql~½W�l�_x0000_)�����5xn��uf��M��͑�@gV���o����T���-�d������܈-T��Vh�`T�M2�@�_x0000_��Oݶ���ۻ2��Y�+���¾^���ߟ���_x0000_[�&gt;G�_~�;C_x0000_iho�f��i�`L���4�X��_x0000_Ij)��y%���㝹&amp;e��x�</a:t></a:r><a:endParaRPr lang="en-GB"/></a:p><a:p><a:r><a:rPr lang="en-GB"/><a:t>[C( yk[V?,ϬU�/�g�[�-q��1�9ό�BuD7J�1�tG7���~��ö~O�~��z�:�Ù�9W^K�UJ&amp;��y,̫��r@���&gt;�����{��ۿX�#G#�,��</a:t></a:r><a:endParaRPr lang="en-GB"/></a:p><a:p><a:r><a:rPr lang="en-GB"/><a:t>:c0T|Շ�L�Q�?}���sf�g+�R��E�DE@�_�i�������L�;�kojV�m,�j��5��s}E-V=�iac�*�q�1yc�Y�ȗ�cj��������2��w5���_x0000_#��d_x0000_H,u�G����In�_x0000_������������N�$~�`��zu�wǗLu�%obA`T�͈����ږ�.�~��\:�</a:t></a:r><a:endParaRPr lang="en-GB"/></a:p><a:p><a:r><a:rPr lang="en-GB"/><a:t>�^��Qa41FP��%��,O����}���[@-���?/��3�O�Bs�p�_x0000_-z@vGT�~�����غ���g����1Y��M���&quot; ��m�Β�IN=F/�e6F�����[?�{T�6�o�dՠ�r)�x��&apos;ν</a:t></a:r><a:endParaRPr lang="en-GB"/></a:p><a:p><a:r><a:rPr lang="en-GB"/><a:t>y3�e��ͮm�8T�!F@ڴ��`�\�P��!�@Q���_x0000_��LF��;���k+�q�M%GpS��z�(�br�t�b(���s/�_|R����7okw99�b�9�{�d�.$ �</a:t></a:r><a:endParaRPr lang="en-GB"/></a:p><a:p><a:r><a:rPr lang="en-GB"/><a:t> |��sr�3r�4�&lt;�P�v���!#��E9*k&quot;S�An��cW��f���������٫z��U̐n�(�12a�m��V��a�EL��1��q;l���F��[TsM)U�UQ�^�</a:t></a:r><a:endParaRPr lang="en-GB"/></a:p><a:p><a:r><a:rPr lang="en-GB"/><a:t>� J��W�.b�wY&apos;�b-%</a:t></a:r><a:endParaRPr lang="en-GB"/></a:p><a:p><a:r><a:rPr lang="en-GB"/><a:t>#�]B�4U�`������a�������Ձ���Z�nt��y(ޓ���ݨ�&gt;��_C����n���̉��Ȫd��u,��4��K&quot;����ѯ6��;�&apos;��_x0000_]2 ��(��e_+�Օ��������R�ZU&amp;��\�</a:t></a:r><a:endParaRPr lang="en-GB"/></a:p><a:p><a:r><a:rPr lang="en-GB"/><a:t>�Ŵ��u]#Ld$`3��yuj^4 ����;��K9K��p�_x0000_W$}�</a:t></a:r><a:endParaRPr lang="en-GB"/></a:p><a:p><a:r><a:rPr lang="en-GB"/><a:t>m�34���J�g�Y�_x0000_&apos;\���!X�)c��E�!����_�{�����?�N��R3��</a:t></a:r><a:endParaRPr lang="en-GB"/></a:p><a:p><a:r><a:rPr lang="en-GB"/><a:t>u�e2,�g%�QDi�N�i��0Y,�</a:t></a:r><a:endParaRPr lang="en-GB"/></a:p><a:p><a:r><a:rPr lang="en-GB"/><a:t>ԅ�њ�,�̗p��?�yW��04�_x0000_S����z�~���ݿ{w���[[1��7ff�t���[XZ��۽�,Ш����</a:t></a:r><a:endParaRPr lang="en-GB"/></a:p><a:p><a:r><a:rPr lang="en-GB"/><a:t>�*&amp;��1B��o&quot;%gB�p���ǹ������!cq�_x0000_</a:t></a:r><a:endParaRPr lang="en-GB"/></a:p><a:p><a:r><a:rPr lang="en-GB"/><a:t>�*</a:t></a:r><a:endParaRPr lang="en-GB"/></a:p><a:p><a:r><a:rPr lang="en-GB"/><a:t>�r�SՔp��Ş�=��F#5�Px</a:t></a:r><a:endParaRPr lang="en-GB"/></a:p><a:p><a:r><a:rPr lang="en-GB"/><a:t>���̫�{&gt;9|��o�=A�{ˡw��.�ܱ�2����_x0000_��f���&lt;�_o�%[��&amp;���V��_</a:t></a:r><a:endParaRPr lang="en-GB"/></a:p><a:p><a:r><a:rPr lang="en-GB"/><a:t>�?�K,�O%���S�Vk�p�����1C��jޒ�J�</a:t></a:r><a:endParaRPr lang="en-GB"/></a:p><a:p><a:r><a:rPr lang="en-GB"/><a:t>���׍+J@���� ���Iu.�]�)�b��_x0000_� 1���6c���=�C�W?��F���WP�b�tY&lt;6V������)�8��Z3M��d�UI$5u�!���H��	�$\?��z��������=�IZ0�0�&lt;28��	�4�&apos;���;�/���::���ܛ�(֥�k�w���ϔ���&lt;�eO�Lzkq��:�I�8)[D̰�P���ʁNO���?�|�a�㗧���*BQ_1^&lt;x�_x0000_�_x0000_���F�x��+�᭥���Q��]F�hj)k�j�Z�:�z�rRDx�YdS�ǩ}${7���yc�/{�}{ߺ�^��׽��u�~��{ߺ�^��׽��u�~��{ߺ�^��׽��u�~��{ߺ�^��׽��u�~��{ߺ�^��׽��u�~��{ߺ�^��׽��u�~��{ߺ�^��׽��u�~��{ߺ�^��׽��u����ߺ�^��׽��u�~��{ߺ�^��׽��u�~��{ߺ�^�����׽��u����{�{�^���׺��u���{����^���׺��u������׺�ߺ�^��׽��u�~��{ߺ�^��׽��u�~��{ߺ�^��׽��u�~��{ߺ�^��׽��u����珡�����	��W�U�~���;��fu7R팮��;��=m;�X�=,g]NJ����� 2VUK�vP}�W�2���&gt;uWjw�k���oe6�|wNٛj�W��K4�</a:t></a:r><a:endParaRPr lang="en-GB"/></a:p><a:p><a:r><a:rPr lang="en-GB"/><a:t>~$�T�lˎ���ސ�f�}dq�a�qL��$_x0000_?�n2��-_I������C�M�&amp;&gt;-�U0)R+_#N&quot;������&amp;�K��D�XKT�$U�!�*���:��</a:t></a:r><a:endParaRPr lang="en-GB"/></a:p><a:p><a:r><a:rPr lang="en-GB"/><a:t>�~�4�ñ�׼ԏ^�+�c$~��N�|k���z��(�&gt;g��ѕ5�L}�M/	꥕��y�No�oĤ�x�v�T�.����6.y���B&quot;� �ď��_x0000_&apos;�A��]Z[�G0���&apos;����TẂ�=W��e�Ƿ7d.φ�鶦o�Wm�_&apos;p	����|��_x0000_��7��y���&gt;��S:�584(�u���6&gt;x����8����i\�7��B�mܥ+Í</a:t></a:r><a:endParaRPr lang="en-GB"/></a:p><a:p><a:r><a:rPr lang="en-GB"/><a:t>ҙ_x0000_� ���(M@�����_������G��ޟ�oF콧�4Yޥ���_x0000_��(�p4t��gd�5�xꜪ�������YV �4���t��</a:t></a:r><a:endParaRPr lang="en-GB"/></a:p><a:p><a:r><a:rPr lang="en-GB"/><a:t>�u�j�T��Y��c�b�pgZK���0)A@00_x0000_�[�e���o����&apos;�^���Ͷp5�؍�Q�j�]��+�58�����QQ�-]k�t/����]�g��)�()C�J�ֆ��E&lt;�&gt;��d�՛Q�|�+P�1ǣ05so�����&gt;�dqo4_-U���z5�i?Ru�3S\S�&gt;\z��[�ifi�ƴ�i	���ܖ?E�om�,���vѠW�$��wz�S����0���H?_x0000_�ѱO^=k�տ������?�����&gt;ئ�9��o|��uX��Ҙ�;tV��xd 2Sg�t����z夔6��k�vջ�&quot;�Y��</a:t></a:r><a:endParaRPr lang="en-GB"/></a:p><a:p><a:r><a:rPr lang="en-GB"/><a:t>Y���QX</a:t></a:r><a:endParaRPr lang="en-GB"/></a:p><a:p><a:r><a:rPr lang="en-GB"/><a:t>+M@�jҪ�2o��o&gt;��(�t4V6Z^�zC�x��FJ���:I+�^lm��:�j�:�6�[sim�Q������I1�٪�</a:t></a:r><a:endParaRPr lang="en-GB"/></a:p><a:p><a:r><a:rPr lang="en-GB"/><a:t>g���T�#;��-g ��_��/�yB޴㟳��g]z�nU�}����yn�-v�)3�XIi�r|2��O�D�G�,�._-�=���zъ�gh��-n+��l%��y�����:���ִ�h</a:t></a:r><a:endParaRPr lang="en-GB"/></a:p><a:p><a:r><a:rPr lang="en-GB"/><a:t>��[n�m��E�!���+�8?�t�(H����v���y�Ɗ</a:t></a:r><a:endParaRPr lang="en-GB"/></a:p><a:p><a:r><a:rPr lang="en-GB"/><a:t>�������f�[�#F��C(�7�_x0000_F	</a:t></a:r><a:endParaRPr lang="en-GB"/></a:p><a:p><a:r><a:rPr lang="en-GB"/><a:t>��f���_x0000_�A&apos;ۚ�2��/#��U���b��B�IQ1$����l,=�5�������Ji��)Jp�LPt����ϑm�#���Z薔�c�3SQb��MiO�:Gv�2��C5�El�Ī�oly����x��I �&quot;����{xX�����&gt;Gμx�{��&lt;[�1���7V</a:t></a:r><a:endParaRPr lang="en-GB"/></a:p><a:p><a:r><a:rPr lang="en-GB"/><a:t>��H����ݬԥ�Gr������&amp;g��c\IA���rṫR�u�UU&apos;�S����f�?</a:t></a:r><a:endParaRPr lang="en-GB"/></a:p><a:p><a:r><a:rPr lang="en-GB"/><a:t>�L��Rd7���ٱ�[wl3�l�4ι�+�!�J��?)��_x0000_���~O���x�i������q�T	I�1�{1�yg׮?_i�I�&gt;���{�{�^���׺��u���{�{�^���׺��u��_x0000_x�_x0000_}�~�ٸ.񞛖)�h����hx�)�C�z�I���u�&amp;�t�T&gt;���V��-ov��T�w}��tc�$7��qmc�DP\�����T��?t���gu���I�_�����f��3��Zi)�~K�I�H�a`�g�P$��m�[}�BIpt2b5V���</a:t></a:r><a:endParaRPr lang="en-GB"/></a:p><a:p><a:r><a:rPr lang="en-GB"/><a:t>L�`������/���-�ei�_x0000_z+�ΝU��]����쩷n�Vm���ܧn�W�2$L��28�Dw�$X�#O</a:t></a:r><a:endParaRPr lang="en-GB"/></a:p><a:p><a:r><a:rPr lang="en-GB"/><a:t>Ge�X���	C�l��ְ_x0000_�i�`O�q�^$����\r�����N���:��UI�Z��_.=��I#����\��ԟ����������-����z���[&gt;�&amp;�SĖ������P���&lt;��#J�VS�j񕐎9x�@�Vaa��KI��l��4�=�K����?������_x0000_$�����뚙��&gt;���X`�_�ۛ����&gt;�ʲ��$��=�?�\v�</a:t></a:r><a:endParaRPr lang="en-GB"/></a:p><a:p><a:r><a:rPr lang="en-GB"/><a:t>��I$p�&amp;�-G�8����n]m�j�k(�Mi��p��+����n=Ʃ��d�*P�[���_x0000_a���Հ y�N���A(ps��n�dFө��0�#R�u&lt;��q{A핆5E�J��Í���g=B��qy�NCn�8��3O-W����fb�	��W���_QG���zVƑ�����b��</a:t></a:r><a:endParaRPr lang="en-GB"/></a:p><a:p><a:r><a:rPr lang="en-GB"/><a:t>��E����l��bF&quot;�RG��$W�W&gt;g������9</a:t></a:r><a:endParaRPr lang="en-GB"/></a:p><a:p><a:r><a:rPr lang="en-GB"/><a:t>&lt;�r�6�</a:t></a:r><a:endParaRPr lang="en-GB"/></a:p><a:p><a:r><a:rPr lang="en-GB"/><a:t>���R�͹z�]�((�Uy~���C&quot;�«,�b&apos;�E,Z�0G@�$r�1H�*��d�O��c�&lt;�jY���H�_x0000_Qn���O���-�*���om</a:t></a:r><a:endParaRPr lang="en-GB"/></a:p><a:p><a:r><a:rPr lang="en-GB"/><a:t>ݎ���T5pn_�����W�٦��|t��)�GG��+�#���K�$�k��n�F�ƌ�$�&quot;��@�����h������q�O��WV���5}piZ�_x0000_�Y��dwj�,��Y�:�e�*��f�����j��� ��⺑6�qZ��&gt;��q��z��}G�ߟ���_x0000_����Ҋ)N�+</a:t></a:r><a:endParaRPr lang="en-GB"/></a:p><a:p><a:r><a:rPr lang="en-GB"/><a:t>�1��|ϩ�u��{ߺ�^����D�8!dhVS��$�8�rG�sp�9�{��S����)ABH��ȷ&amp;�n|�zz�_x0000_&gt;P��V��������FFM�����pvjRW�&amp;�bl��2����{L��fZJj��g1��MGCM�QW��Y�,,�Ԉ5����q�N�/�x�|hM</a:t></a:r><a:endParaRPr lang="en-GB"/></a:p><a:p><a:r><a:rPr lang="en-GB"/><a:t>�g�������W�_�JZL���S|����*��a�N0�0�Yڐ�Y���&apos;��XLgʭT�;���df��_x0000_��0��t��</a:t></a:r><a:endParaRPr lang="en-GB"/></a:p><a:p><a:r><a:rPr lang="en-GB"/><a:t>��&amp;��+���X���-���y�I.uש�i iS��N&apos;_x0000_�8�4tԴ��ECMIC��O���c�i1��zuL��$T��1�@/�</a:t></a:r><a:endParaRPr lang="en-GB"/></a:p><a:p><a:r><a:rPr lang="en-GB"/><a:t>�ܷ���B}B�_x0000_��ͻf�6��&amp;°�_x0000_�,��z� ]��&lt;{M���ӷ�&gt;g�9]�T�����Do���-��0_&quot;��lV[A�v�&apos;���I�3���i��@�r�?��</a:t></a:r><a:endParaRPr lang="en-GB"/></a:p><a:p><a:r><a:rPr lang="en-GB"/><a:t>`��?vt��5��&quot;H�`d�U.h��Snv�#�0�I����{�7kc&apos;�R�EDP۲�_x0000_E�4,?٨�u�	 ��wnAXǅA�*��/����l�����iz��f&quot;�ɻ&amp;}�&quot;���T����{�}»Hy�^&gt;e U��(Q��㮧�{k&quot;r�Q��H49����D�&lt;�gv ܳ���o�&amp;�_x0000_�O`�T׮�h��@�0+�&lt;}}zIo$lP�}�y����G�T{s�#&quot;�H:���z�lQ�Tb���~��z=T�uŘf&lt;��������y�u�=�0M?ώ��&quot;��K@�Lg����Ϡ����`|m������T�{Wb㞡h�E���[�W1�����RJ̅AHK �8j��{���=��%k�h?�$���:���\M&amp;�J�</a:t></a:r><a:endParaRPr lang="en-GB"/></a:p><a:p><a:r><a:rPr lang="en-GB"/><a:t>��ë�僎��J�ﾷ�_�?�/�t��_$r9}�Ә�bqO��J�ҿ1���P��KN����R���#��?tmIec�@���׍iZ�u��/���e���fs,|{V�H�	���8���7/��(�	v���@�ﾴ���v</a:t></a:r><a:endParaRPr lang="en-GB"/></a:p><a:p><a:r><a:rPr lang="en-GB"/><a:t>R��M��z��d}RLL��5_x0000_�uQ�</a:t></a:r><a:endParaRPr lang="en-GB"/></a:p><a:p><a:r><a:rPr lang="en-GB"/><a:t>B}�i�W$��ԾD��&lt;���h��H�Ꭱ��$��xtV���?�?UoI���vmZ/�i�i�KM��ڐƔ��2�_��:�r�M(���������!29A\,HgA���^�����,���Oj�N</a:t></a:r><a:endParaRPr lang="en-GB"/></a:p><a:p><a:r><a:rPr lang="en-GB"/><a:t>Uhx_x0000_8g�ˣ�nO�j��_x0000_K?�Oa���O</a:t></a:r><a:endParaRPr lang="en-GB"/></a:p><a:p><a:r><a:rPr lang="en-GB"/><a:t>CZy�56���Vf&amp;��)Ǐ�ޡ\#���į</a:t></a:r><a:endParaRPr lang="en-GB"/></a:p><a:p><a:r><a:rPr lang="en-GB"/><a:t>�}�]w��k�{�^�Ƚ����\�����k�m0�]��޻�;�����Ν�ݝ�������qg!�km�L�sOHR�q�n}�v-�M��[G1�(E	:r8�¤�}E����_�[�_x0000_�yT�S^5&gt;y�VO;&apos;�h��$+k�	��8b/����m�!�=���P�55ҽ�$�ԟ2N)Ԯ��m�	�Ơ+y��</a:t></a:r><a:endParaRPr lang="en-GB"/></a:p><a:p><a:r><a:rPr lang="en-GB"/><a:t>FG���_�o�æ:����^��׎��?R_x0000_�?K_x0000_&gt;����,�� �ӭT�|��!���m��#�wwwv����(���8Zm˽�]C^&apos;PP��:c�z���Z8���G�f�=퐬��p*�_x0000_�tY�ew �zP�������g���q� �</a:t></a:r><a:endParaRPr lang="en-GB"/></a:p><a:p><a:r><a:rPr lang="en-GB"/><a:t>��^�Ʃ��2Es��(5&gt;pz��]48u���&gt;���nG��r����_x0000_^��~���T�މ��Q����;�v~#ĮD�a��5�ڵ�_�&apos;��So�e�A�om��_x0000_s%�X��&lt;u_x0000_(z�=���]��;O�Sݎ=��tf�_x0000_�/I/E|;���Y����	&apos;jo�!��7��\�4��2R��6_x0000_�_x0000_+0��[�;����6���`�@�H�_x0000_ƙ�I�v�k�r�7p&apos;�$���I�</a:t></a:r><a:endParaRPr lang="en-GB"/></a:p><a:p><a:r><a:rPr lang="en-GB"/><a:t>hIk�0:&lt;�_x0000_XKOag@z�S��F�׭���H���l�!�3E&gt;]{���^��h��{�f_�ӧ����!�_��{�I#��5T\\)ԮA�����	���z��,��5g^�o�^�RT��a�</a:t></a:r><a:endParaRPr lang="en-GB"/></a:p><a:p><a:r><a:rPr lang="en-GB"/><a:t>��fUa��</a:t></a:r><a:endParaRPr lang="en-GB"/></a:p><a:p><a:r><a:rPr lang="en-GB"/><a:t>q��_x0000_����y�ĿŞ�v �IJ�,����!%b���~-��&quot;�|�C���&amp;��2�z웫+YՍ�d&quot;�&gt;�K��&gt;�꽙\t����zk��{�	W�wV���ݽ��������Pn&lt;-b8*V��VVE�ђE�ï7]n.���C���瞓_�w���������uN�#�_x0000_�T�	���-�&apos;��ţ�E���pu�c&quot;גJ:�=f��t��	�]K1{u�9{{��[n2E�P�	�_x0000_�,�X���ߔ9�n�K;9��!�������&gt;Ϊ35�;W����5�e�F���&lt;n���۞m0WPd��K]��4O�@4����?f&gt;��\�q��7</a:t></a:r><a:endParaRPr lang="en-GB"/></a:p><a:p><a:r><a:rPr lang="en-GB"/><a:t>81��;�9�����Oy��W��ۗ.�vN�i����¿�C,f9#I��:�eA$50�=4���W����q^Ys&amp;ԗ��B�}&lt;�����-�X�2i4�3�h�Q�:�;����_x0000_{����!��7��|��}6��^4�b;Wʵ��w��ǆ����	��	�u�</a:t></a:r><a:endParaRPr lang="en-GB"/></a:p><a:p><a:r><a:rPr lang="en-GB"/><a:t>ԅe6$:#�I�����Ƿ��x@@IF4#�|�|�m��)�Ԩ���L�&gt;�5��a��vc������sT����qL������ �8:l��)R��_�y�h�m�5 �4$�B�*��m�uK�IR������CBA�EZ��{�G�\�ˡ����x�z��]	�s=�єHd�����&apos;�)�)Y�^&lt;L�@��_x0000_��߼��&quot;fۥ��m��̓\�23� P�����$2�u���}Ͷ�(�{��V�E����q3�Y��V����5&quot;z���ƃ5���=]G/�(��^��;�7��͊</a:t></a:r><a:endParaRPr lang="en-GB"/></a:p><a:p><a:r><a:rPr lang="en-GB"/><a:t>�&amp;ࡑ*p9�����&apos;�n*�2Ҙ����7�h�f��[4�\��M0F�InJb�~R�5�Sá��7�on���3\!4�B�Px�G��� 㫜�[?��x���ٿ</a:t></a:r><a:endParaRPr lang="en-GB"/></a:p><a:p><a:r><a:rPr lang="en-GB"/><a:t>�������ܙ:-��{��Ub�m�ݨ�6�&gt;A����b�S�fSd�R��T�e�ǚm��G��SB	�aE�ȟ¦�1�.�������-�H���ƕ�j@�)RH�q�g�W�����ţU��Y�n?R�$id$�m��𚅨?�s�n��|[��az�*?�=xk�.T���kX&lt;l,C� �~=���%dCJ���ez�-!.�hi��&gt;c�e�I����(��OZb_x0000_�E=���9JKfb���$/l���֩ 5A���&lt;L�g���}���P�y�L�,~wǾ���_x0000_�#�s�J�kg��o������u�έ��</a:t></a:r><a:endParaRPr lang="en-GB"/></a:p><a:p><a:r><a:rPr lang="en-GB"/><a:t>Q��RJq����:-u8�4��L�%rf�yG�E�/m�J]�_x0000_t�SJ�A`)�\�y�C$�3#Z&gt;�5&lt;�*��&quot;��</a:t></a:r><a:endParaRPr lang="en-GB"/></a:p><a:p><a:r><a:rPr lang="en-GB"/><a:t>+�W�k��Q|���~�N��l��WW��c�p�wu���D�=�}���w�</a:t></a:r><a:endParaRPr lang="en-GB"/></a:p><a:p><a:r><a:rPr lang="en-GB"/><a:t>��5@�V�#��L�I,S#��g0��?e=FA�FAA�#g�-.��Z�*��*I�H&apos;I�4&lt;X@�G�(�����6��&lt;d��������1%��&apos;�f���8���I����L)&lt;1�&lt;�GL[�jm=��&amp;�޻g��6����-�7%U�gqm&lt;�&lt;��|Z�@!)X���ξ���J�g�����r1���_x0000_W���6�n�6�EAȧ}A��W+�{q�c�A����;�b/��ݹ���2��\��_x0000_�j����7W����wn˘���ϰ���8\r�$�G</a:t></a:r><a:endParaRPr lang="en-GB"/></a:p><a:p><a:r><a:rPr lang="en-GB"/><a:t>v��:RV���</a:t></a:r><a:endParaRPr lang="en-GB"/></a:p><a:p><a:r><a:rPr lang="en-GB"/><a:t>�����v�i)�(�BԊ��$�x��b���W����H_x0000_k�`H^@$~x�tiJ�������O�Ԡn?���_x0000__t�?�~�׺��u���{�{�^���׺��u���{�{�^���׺��u���{�{�^���׺��u���{�{�^���׺��u���{�{�^���׺��u���{�{�^���׺��u���{�{�^���׺��u�����ߺ�^��׽��u�~��{ߺ�^��׽��u�~��b��UF��U�`��y��uI���P-�BH���Ո�_x0000_���{�3��e�����5��ܰ�}=��u�.�,	��y*y��}��u�W�o��~��x���_x0000_���׺��_x0000_�~����{��{��}~�Qqo~��p{����[�*.]��)��u�f�م��O�[&apos;��Ͽu�$D�Y�4jV�?�1�</a:t></a:r><a:endParaRPr lang="en-GB"/></a:p><a:p><a:r><a:rPr lang="en-GB"/><a:t>$]��u�Fځ�_x0000_U���(�?#�?�ߺ�X��ч�jXf&lt;�$c�c����{��ĭ�y��C�P������{�D��&apos;�k_���{��Ϳ�}m��{����u�~��{ߺ�^��׽��u�~��{ߺ�^��׽��u�~��qk�o����_x0000_��}��t�&apos;���1Y��C@ͦ4bl�os{_x0000_/��t��k��7_ͷ��9����{eh�f7��=��SMEP�G�؝T�G��dsMa�0F�2���Z�[�������.ô���3��_x0000_ &gt;b����_x0000_�</a:t></a:r><a:endParaRPr lang="en-GB"/></a:p><a:p><a:r><a:rPr lang="en-GB"/><a:t>m��G��Z��Zy�TK5�5_x0000_�ʖ�?R��]ISpH�{�&apos;zW5�_x0000_Sp��B��&lt;�?/���&lt;@���Z�&amp;ǅ�����߹_x0000_W���:[�r/w���Y��Qɝ�.�ꯇ�2[�&amp;���%�a`�ev߮����j�&amp;�=Oꦯ�q�Q��`dc�TR�#)C�v;Ss\q���˨��wX ���M)_B	&amp;��j���P�n&gt;9�v�[���?U��2x�ρ�t��t݅��&amp;�}�[Sw���&amp;&gt;�,%�U�HU_x0000_���59���_x0000_��</a:t></a:r><a:endParaRPr lang="en-GB"/></a:p><a:p><a:r><a:rPr lang="en-GB"/><a:t>#��S�_��}</a:t></a:r><a:endParaRPr lang="en-GB"/></a:p><a:p><a:r><a:rPr lang="en-GB"/><a:t>8l�yj(&apos;�䣪�Nez�T�|\�̟�iJ��#�E�5�H� {2e����&apos;��餍���[!�d��&apos;/K|��M&amp;1����_�������SR�������Ňqa���O6f|�#U#Z�t�u~�-���^��*T��WS:�	&quot;�����B]�����|&gt;C�ɯ�:٤�!���T��`8?�G���@�?)�q=	�dq�&gt;C`���=k����_x0000_�F��;���w|3ܱ��M�ݩK_�S�1���Q�����TF�����P�3c�U��&lt;R,���pr�O�_x0000_�(��7����|��Z9m�l�������nK��_x0000_B�x�`$q_x0000_,4a���k �N�s�z�f�.����^�N����MJ�I.{3������������W��&lt;�U</a:t></a:r><a:endParaRPr lang="en-GB"/></a:p><a:p><a:r><a:rPr lang="en-GB"/><a:t>&amp;�����AN�&lt;��ؘ���4���x_x0000_0�Oʜ�����r���(c,Ҁ߫E%�w��sRH:�䞈���_x0000_�yLng!����b�}MM9����sUbk z:�-���]�Q��ݍ���Fdm[,q+O8�8�Ƣ��9#���P��&gt;�oWQ����d�w�*��@�v�i�L�N��&gt;�\$̎���z �</a:t></a:r><a:endParaRPr lang="en-GB"/></a:p><a:p><a:r><a:rPr lang="en-GB"/><a:t>��ڸ��8:g���|�K1g���T���e���e���O$�X�����8��v�~���y �~H�=��#�9E��wn�������e��i</a:t></a:r><a:endParaRPr lang="en-GB"/></a:p><a:p><a:r><a:rPr lang="en-GB"/><a:t>��08t�N.U@*����_x0000__���M�twt�}&amp;�x�׮��#*U٠&quot;d�U�T����_x0000_�2�</a:t></a:r><a:endParaRPr lang="en-GB"/></a:p><a:p><a:r><a:rPr lang="en-GB"/><a:t>�_x0000_�[ݔ�A�ZA�m��_x0000_��*�=@�ARIY���{P�z�p�PcV�h��}��h��&quot;����c�&gt;��O	�Q����*~ޡ?i聆��y�&amp;�sq(� E&quot;�������НK���@kqU�����4�VR�e��Ӊ��Y�� ��x�Iq&amp;��/˩rM�w��y�#T�T����</a:t></a:r><a:endParaRPr lang="en-GB"/></a:p><a:p><a:r><a:rPr lang="en-GB"/><a:t>C�S�u+��ވ��FT�^���׽��u�~��{ߺ�^��׽��u�~��{ߺ�]��ӏ��o���z㥶��#�����F?/�L[�p�m����i��IW$Ib�%�`Z$C�4�OU���l�g-Ģ��_x0000_T��?A���:���9�/����cV5�4�S�z���\�诊9!{�z�7�ߖ</a:t></a:r><a:endParaRPr lang="en-GB"/></a:p><a:p><a:r><a:rPr lang="en-GB"/><a:t>v�U�����d���U^h��A1SD�~��\۞�w��q�c�4Ei�L�?���7�=��&apos;r�+��#�+ĹpČ)�c���C�����f5f���qej楡ې5uVNJłH�Zk���� H#b���ʏ���� +�?�������u0�lH�~ʃ�Ѥ�_����nݳ���}����tqW�v���{{	�+�ja�*m��}L�xa�T��1[=�ny��I&gt;`y������������R�x��҂��讶kr���n�ٻ���&apos;n�FSk�uF!T</a:t></a:r><a:endParaRPr lang="en-GB"/></a:p><a:p><a:r><a:rPr lang="en-GB"/><a:t>�3}�g�x�g���7</a:t></a:r><a:endParaRPr lang="en-GB"/></a:p><a:p><a:r><a:rPr lang="en-GB"/><a:t>	&lt;{m���lˠ�9[nKjGw���V&apos;��w��O���ҕU���;�%�@�M�v,�.�@��y�&apos;�1cr�}���Y�ͤ4�v��Z��q�L�*�����k��h��Î�Z��֞�l�4�FQ���F�[D�m�j�������(p&gt;_�����_x0000_��8</a:t></a:r><a:endParaRPr lang="en-GB"/></a:p><a:p><a:r><a:rPr lang="en-GB"/><a:t>?�p��׵2�cF�Q4s9l����/i�Uׁ 	�</a:t></a:r><a:endParaRPr lang="en-GB"/></a:p><a:p><a:r><a:rPr lang="en-GB"/><a:t>&gt;���i#۩�+W����K�8�_x0000_/�u�����Q%8Az����h�Ҥ0��</a:t></a:r><a:endParaRPr lang="en-GB"/></a:p><a:p><a:r><a:rPr lang="en-GB"/><a:t></a:t></a:r><a:endParaRPr lang="en-GB"/></a:p><a:p><a:r><a:rPr lang="en-GB"/><a:t>�?[Y�.��Z�3��_x0000_�����;�o�oO��w�G��ݹw���97�ϙ�mY�Lnؚe&apos;n�a�g�)@�l���&apos;�A&lt;,��%H.#�9K�y���1����)�u�������ù�؃ׇ�q&lt;&lt;�:�����vo�퉘�nq뿕=[D(���*i�</a:t></a:r><a:endParaRPr lang="en-GB"/></a:p><a:p><a:r><a:rPr lang="en-GB"/><a:t>SSO���*��ؔ��9�iՒ���L�C]6i-�[�mj�^�ލ���7_x0000_h2|�B=�#����BE�9H��X�C}b���ϲ�U�&lt;z ơ��?��:�۽[�{�^믧��={��_x0000_Me��,,m O,`ߎtX��st���k��s�N�~/�?���7�E|??����.�ъ�ϕ}?��;kv�#c��f���l�����1�e)1Q�D�+Ձ�o�2K��G�&gt;\&lt;�#��o�� �&lt;~][�A-0̆:�RN�D���R妥j���$���-��$�o���V�^!��D�|�˩ww ���(��W���&gt;u�\�B�U</a:t></a:r><a:endParaRPr lang="en-GB"/></a:p><a:p><a:r><a:rPr lang="en-GB"/><a:t>_x0000_�ry�7&lt;��KO��{Q��U�o�׏���ރ�}���5������!�cB����2^�K�k�Q��У(a�?�����伕�_x0000_Vz	{�?�?&apos;�֚��������3a�|����6�ۣ�O5&amp;�7�z��2��xʭ</a:t></a:r><a:endParaRPr lang="en-GB"/></a:p><a:p><a:r><a:rPr lang="en-GB"/><a:t>E!緘�~�s����ܡⶶ�����5�-�q|8�&apos;��1�?���|}�i8ϊ��W�Fw�Z�7FQ�����f�[�����T�⧂�i������`��_x0000_=p_x0000_7�y]�wF�qT���g�Ϻ�l�dq9�5��ե|^��ѿ0��9�U��Q�sx�ˁ�X	��kS��U�h]�J�;9N�:I#�;y�����{��&lt;�m)ԭ˜�2@��g��S���������ԝQHG�Is����*_������</a:t></a:r><a:endParaRPr lang="en-GB"/></a:p><a:p><a:r><a:rPr lang="en-GB"/><a:t>�`g���H��:��Pov����ߔ!��I R�*�/���F�o7 xt�O&gt;���x�2�.B�}�</a:t></a:r><a:endParaRPr lang="en-GB"/></a:p><a:p><a:r><a:rPr lang="en-GB"/><a:t>M)��&amp;�q���H|S�5{˽��էh%lѥ����]�H�Sa�fԕ�D���Z���I!���G�r�n-����҇8��</a:t></a:r><a:endParaRPr lang="en-GB"/></a:p><a:p><a:r><a:rPr lang="en-GB"/><a:t>�:Z�YM���QC����9 ������?��r�/��!��W��GW�*f��������D��W�5!.JtX�;��G4W�ƫ�g�5m��,#������/˾�6^��ӿ�_x0000_��</a:t></a:r><a:endParaRPr lang="en-GB"/></a:p><a:p><a:r><a:rPr lang="en-GB"/><a:t>�@2���=mw���q��f+����0��\��JN</a:t></a:r><a:endParaRPr lang="en-GB"/></a:p><a:p><a:r><a:rPr lang="en-GB"/><a:t>ApQbq�0�#�H�X���������V~ ��*t+����X[B;b�_�p�8���˩�5�w���bu����AH�����0���V�\{a���\:���ʥ[����:�Sc����i���%$X���_x0000_2��t�uO����YJ����))�uKY�\������Qo�!�u��8�pAS�~\z-���nZ��W=������z��_x0000_�]&lt;eIV��Ѹ6h�]&amp;������������`��&amp;�}d5�-~�_��r￨�_x0000__۬jď3_��|_�)��u߽t�^���_C����ߺ�q�ed��YP�</a:t></a:r><a:endParaRPr lang="en-GB"/></a:p><a:p><a:r><a:rPr lang="en-GB"/><a:t>+���y&gt;��:��t��w��*S��_x0000_/���T-�܋����&amp;��������:�(�8��^�8t�u���~��w�#�����_x0000_V�����=p��\w�&apos;���������%��S�&apos;WU��=�Vh�s��{~�7���1?�¿ˤ���&apos;��I@2jP����������]��=�bd���vOj���jjO�����q��P4Q�O�a`I�������ݣ+����]����d�@�_x0000_W����?��=���J���Yr�*&lt;�u�z��8�u:��</a:t></a:r><a:endParaRPr lang="en-GB"/></a:p><a:p><a:r><a:rPr lang="en-GB"/><a:t>ب&lt;}_x0000_�������jt�oN��e!Ű?&gt;�������w���&apos;����`7�|���Fb�Gku�ᦃ%��&quot;jU�����S����3z��S��!W���c�҇��/s��f���~��&gt;g�W��[�B�)h�:U�#X`�X�i�H�_x0000_i���oȿ��l�;���MJ�������j��=�c�l�SQ�E&lt;�&amp;�|�����G�G���^��׸�ɰ&apos;�����_x0000__މ_x0000_ӭTu��~y����O�f�z��]_���O�]��_x0000_��}G����U=z��}o������S�bߓ������_x0000_}�_x0000_���^�x��^���������&lt;^��K)���&gt;���7��A��=�N���wW�|��������/��\r��� ��������K���=+�p�5�fZ�����_x0000_V:&gt;C�r���oYս����	�m��=ɱ��Ѯoi��K&quot;+;�&amp;:�</a:t></a:r><a:endParaRPr lang="en-GB"/></a:p><a:p><a:r><a:rPr lang="en-GB"/><a:t>�#I�emۏ�i��hzL�dR�+������D���s</a:t></a:r><a:endParaRPr lang="en-GB"/></a:p><a:p><a:r><a:rPr lang="en-GB"/><a:t>��\�)&amp;O4���+�:��%�{�oxf&gt;,��|Z(�W�g`S3.;t�Z�z����2rE$SR�2RO��|�n�}���s��b�rO�x�&quot;8�Ǯ*��~�Gk���,c�2´��rq�ϡ^�	U�6�I�YN�</a:t></a:r><a:endParaRPr lang="en-GB"/></a:p><a:p><a:r><a:rPr lang="en-GB"/><a:t>����#�K�x&gt;P��\ځE��!?��^����_x0000_�/���=���r�~/��_x0000_�{v���#o�WU&apos;��x��u=�_x0000_�N��+co�&gt;��q�[-��C5�B��a�:Dбj��z�1ȒF�5BT	��E�ƿA��X(_x0000_�7��</a:t></a:r><a:endParaRPr lang="en-GB"/></a:p><a:p><a:r><a:rPr lang="en-GB"/><a:t>�w���ږ��jt��v��</a:t></a:r><a:endParaRPr lang="en-GB"/></a:p><a:p><a:r><a:rPr lang="en-GB"/><a:t>�=���J�����k��@�ƿ�H������y�.������g6��9~���E?��5�w�Q_Tt{�_x0000_%�Jh�-RY&amp;�������gܽ�_s���&quot;�a��v,�RF�y�T����{�0F���D��{!�J�hV</a:t></a:r><a:endParaRPr lang="en-GB"/></a:p><a:p><a:r><a:rPr lang="en-GB"/><a:t>���h��.��ٮ��5���E&apos;�z�}��G��B����2X-ՃvJ�NC�L*�Lл�Y}���s��vѺ1��R*��11Pj���8���x�9_w[�s�9)B����]JAX5���_x0000_�G�H�_s;3�W�=���?wG�&gt;1��ݵ�[��e�S</a:t></a:r><a:endParaRPr lang="en-GB"/></a:p><a:p><a:r><a:rPr lang="en-GB"/><a:t>]��?&amp;�%�ơ���wmITDCS�aZ!��/0�5ͪ��</a:t></a:r><a:endParaRPr lang="en-GB"/></a:p><a:p><a:r><a:rPr lang="en-GB"/><a:t>L���8̑��8�ThAQ�|���_[��_x0000_�}i@4�&lt;��xWN��o�Ib���!�����9��)j&quot;Y ��x�F�C��J��!��}wl���l���`׈#�V�`���g������ϑrd�&apos;�cmq�-�+��py����Eǯ����$`J�,o��&amp;��[&quot;$�?m�H��&quot;���E�ebG�Ƴx�u4��8��6�D����=j})QL�V��񯶾&apos;���e�v��;���0O��[�O���טH��{{��p���퍵���H��\�#�&apos;�we��yc���8~�V(��RTҁE5H�)��</a:t></a:r><a:endParaRPr lang="en-GB"/></a:p><a:p><a:r><a:rPr lang="en-GB"/><a:t>*�	cI���u&amp;���iQ��`W;	�/Aw�Q��齇��7�`u&apos;h⿍�}�H������4Y}�����6?5��Ih�غ�Y)*�:�V&quot;����5W�����~X�Jڷ��*`mH��9�|�8�^2�YN�P�R��9Q�k&gt;�#�}��ЂxVD���_x0000_��t|���Կ,�;�~&gt;w�.�%�݇����4</a:t></a:r><a:endParaRPr lang="en-GB"/></a:p><a:p><a:r><a:rPr lang="en-GB"/><a:t>mųw�&lt;��읏�&gt;�,���OV��ѵ5�:�F~����Ty�_�mH�-���=�0^���0|��_x0000_�dp 7��8�X�_x0000_.;f�po����;2�?6&gt;,aqY</a:t></a:r><a:endParaRPr lang="en-GB"/></a:p><a:p><a:r><a:rPr lang="en-GB"/><a:t>����q�.�3T�</a:t></a:r><a:endParaRPr lang="en-GB"/></a:p><a:p><a:r><a:rPr lang="en-GB"/><a:t>��[F)��L�f�B�E�&amp;G��B</a:t></a:r><a:endParaRPr lang="en-GB"/></a:p><a:p><a:r><a:rPr lang="en-GB"/><a:t>�ň0��_x0000_W���=D�����T��X�\�GW&apos;O&apos;�%m,�ufV`G�RpE�T�����8q�u _�[ݺ�]��^���׺��u���{�{�^���׺��u���{�{�^���׺��u���{�{�^���׺��u���{�{�^���׺��u���{�{�^���׺��u���{�{�^���׺��u���{�{�^�����ߺ�^��׽��u�~��{ߺ�^��׽��u���{����6�ۙݸ����l�&apos;�MŃ���5����ӮKS(aL:������ߺ�Zy1o� &gt;v��ڝ���_x0000_�Z���η���;��15��w�2�!��[B*L]:��ĴЭ+H$�CI�=AO�u��T%��K���?��b���S�ӿs5p|���l�_x0000_*�߳���&apos;�x��e2uQ�J�@�9</a:t></a:r><a:endParaRPr lang="en-GB"/></a:p><a:p><a:r><a:rPr lang="en-GB"/><a:t>{�tq&gt;65ό?&amp;��MͶ׶��~�P��=��&apos;��v��W�;�v�lϺ�)_���ƶ�����c�ꥂ�����/�uZ�_x0000_?o����]���i��7��������N��bv</a:t></a:r><a:endParaRPr lang="en-GB"/></a:p><a:p><a:r><a:rPr lang="en-GB"/><a:t>b���!��}���</a:t></a:r><a:endParaRPr lang="en-GB"/></a:p><a:p><a:r><a:rPr lang="en-GB"/><a:t>l��9����Zx�sDj�D�}׺k��_x0000_~dw\Ԯ��q���ۛ�k��]���?�N�����xT%&apos;I�soO�~i|-�lw�4�(�Y!����{��EII%��܂X�AK��exȴV*d-͙	�^�׺�]��_x0000_</a:t></a:r><a:endParaRPr lang="en-GB"/></a:p><a:p><a:r><a:rPr lang="en-GB"/><a:t>:�;���Mòz��p�Ρ��n���]e�q�����]��jv�S;�[��</a:t></a:r><a:endParaRPr lang="en-GB"/></a:p><a:p><a:r><a:rPr lang="en-GB"/><a:t>42</a:t></a:r><a:endParaRPr lang="en-GB"/></a:p><a:p><a:r><a:rPr lang="en-GB"/><a:t>u-54���R�</a:t></a:r><a:endParaRPr lang="en-GB"/></a:p><a:p><a:r><a:rPr lang="en-GB"/><a:t>0���J�o�(+��k|�~7l|����/�0�S��k�:#sb�%n&gt;���%����C�j�P����_x0000_�YcD2H=׺�׾zw��~|��_x0000_%�֯1��ӻ�z�� �b�1t6Ҫ�U�W{u�j4Z�k2���W���a��¯��U�ǿ��P�o���O?��i|�����������N��^��x|�5k��}��P˔���,=fR���\$�&quot;��ծ���M��_x0000_�}}���v��/�_(;������`�lwF��.ӢM���i�h豟v�_W:,���9Y=׺�ޮ�e����S�zs���i��Q�_x0000_*�&gt;���M��l�_x0000_Z��?!p�tC���v&amp;vlf���q��QS�}2C,И���t}�63=���K�_x0000_.n��Q�;;�;���ޟ�ٻ&apos;d����7jf��9\�&amp;����y���Eul�%=:2����{�{�����_̍��z7������&gt;��[�t�s�5��m�+�+g������QI��=C�N��/㙂J��o�ՕӒb]Z�:���Im\k�������u���^���׺��u���{�{�^���׺��u���{�{�^�O���{�d��׷�s��{n&amp;$��u��1�*6/�����������_x0000_�|���k��J�4?�.�i����r:ܥzJ	�&lt;m&gt;N`���*uq(�Tb��_x0000_W�~U�E��˖����Ո��&lt;t_FuO�N����!��mu7MmX�����Vl��H�|����G��+�|�T�y�i�6_x0000_[��n�ز�Ҿ��_x0000_V?*�2�6�K�r� TpQ_�k���W�cB�]&apos;P� ��@�����Ф0�$(�Błe�_x0000_P��	�_x0000_D+��������vc�stpoN��U���:�i�5olwr6&quot;���3�L&gt;(i������</a:t></a:r><a:endParaRPr lang="en-GB"/></a:p><a:p><a:r><a:rPr lang="en-GB"/><a:t>���Kc�|��O�4��}��q�5�np�&apos;�k�l�+���?�x�8_x0000_��H��3dw�.^��Nկ����76s�;�s�����Ǽ��N/����w��,�a�D�UD(��_x0000_�m�[-c�H?o�P��ώDS��Z�_x0000_PS�/��U�!�����</a:t></a:r><a:endParaRPr lang="en-GB"/></a:p><a:p><a:r><a:rPr lang="en-GB"/><a:t>��7�Mb��-���n�*z,�F{9�]Ŷk��%��#�qO�*O�uo�7(�Ԏ�RPvun��w���Z�����m�,��cØ�0�#��0�LƂ��_x0000_9:�3?,I�${�*PP������_x0000_��_&gt;��?��_��S��a1����+z���^����6?Mu�ϟ-��	������՘�e#���CK-Iyd��v!�ۖ6������:�+V`¥��A&apos;��ԃç,�u6�E�*dd���</a:t></a:r><a:endParaRPr lang="en-GB"/></a:p><a:p><a:r><a:rPr lang="en-GB"/><a:t>e@ Q�j� </a:t></a:r><a:endParaRPr lang="en-GB"/></a:p><a:p><a:r><a:rPr lang="en-GB"/><a:t>����&lt;�cU�_x0000_~=�������O�(q���F�S���A0����Mf�(^h鶾&amp;�I3t�&lt;Us=-0o����Ql/�������BH��gfB��N��|�g�[D--�̚d�</a:t></a:r><a:endParaRPr lang="en-GB"/></a:p><a:p><a:r><a:rPr lang="en-GB"/><a:t>#L��¦�h+�UR(Z��wZS�v��AW����`oL�o����7t�ͺ{w�3�s�7�f�R��҉%�</a:t></a:r><a:endParaRPr lang="en-GB"/></a:p><a:p><a:r><a:rPr lang="en-GB"/><a:t>(X����$�7-��v�\*��Fh�&lt;2jNI�5&apos;���-����[C��V�-�&lt;w��2^2�TĳB���B3EUSA�k�}�{&apos;տeҽR�����É����}?�e%���jU�Ǜ���bh��G;̪Lv���f�PU8�-�_x0000_�4�&gt;B�t��ߺ[�ϸ�m���{�#u�hOc\���_A�Xi-�ݪz����q�g��d�Uꩬ�f�Kpgk�3Vg2�R$�9%�f$�S�&gt;�MspMK���������`���W�K��s��_x0000_���yO�gc�</a:t></a:r><a:endParaRPr lang="en-GB"/></a:p><a:p><a:r><a:rPr lang="en-GB"/><a:t>��ҺGU�ry��}�tGq#</a:t></a:r><a:endParaRPr lang="en-GB"/></a:p><a:p><a:r><a:rPr lang="en-GB"/><a:t>����a��ih��_x0000_�/� \F��&gt;�ب�\���;iQmL�ܝ?�Ň�uXO��`�.��k�8�o��q�uI6�ih&apos;B�!�^H�a����_x0000_�����t����s�?�x��d�@;`�Ǘ�d�w�챉�Ӯد�x���r5{f%��n�-X��h�!6����c��2��mk��Ҵ�����&apos;�{w��N�����</a:t></a:r><a:endParaRPr lang="en-GB"/></a:p><a:p><a:r><a:rPr lang="en-GB"/><a:t>���Ǭ�Fm�[�z�\~�l��6�&gt;8!��PO����L�E�j�$k�r��#Q�`}�X[pQ�z�&gt;Y۠��K(�U�Ҫ@���?��Q�ԯ��_x0000_���~��{ߺ�^��׽��u�~��{ߺ�^��׽��uޝ~�EEd����,��_x0000_�E�����_x0000_D������h.���+��g�S�W��������~�M����םWG���yJ�׊�m��J+pZ�oC �_�4�o&quot;$��]ǋ�m-o3�O�q�{�| </a:t></a:r><a:endParaRPr lang="en-GB"/></a:p><a:p><a:r><a:rPr lang="en-GB"/><a:t>?g����^���M��{}�G&lt;�</a:t></a:r><a:endParaRPr lang="en-GB"/></a:p><a:p><a:r><a:rPr lang="en-GB"/><a:t>�B��2&apos;�_x0000_�}:��pTn4��[���w6����(��i0�c���[���_x0000_Bh�VP��K\��&apos;rŘ��D��:�QK4��`5���a@h*jz�����j��T�</a:t></a:r><a:endParaRPr lang="en-GB"/></a:p><a:p><a:r><a:rPr lang="en-GB"/><a:t>�3Pj�95�&gt;^]^��}K���v��1����0����$�؊Ƌ)��R���Ta��&gt;�j�.�&quot;~w�x����a�#ˏ��_x0000_&apos;YS�)����z�ʠ��������$Q9��&lt;�rk�VO:�%D�ޞd��B�i5i���{��k�+�]�x�v��Z�����^�bk����Dj����������+��𗯾ku��&lt;����ϴqr?Nv��C�\�4L��Sx�QED���O/���쳋h�,�h�����	�5�_x0000_Qo?rnͻZ��I$��Cjfz�C�;||j���[���;O�z�1{/�qL�֦&quot;�������P</a:t></a:r><a:endParaRPr lang="en-GB"/></a:p><a:p><a:r><a:rPr lang="en-GB"/><a:t>c�</a:t></a:r><a:endParaRPr lang="en-GB"/></a:p><a:p><a:r><a:rPr lang="en-GB"/><a:t>�P4���k� o�׿r�R%y�Mz��}x�_x0000_��c�.7nN�H���f�G����s@E�=o�j�4�s</a:t></a:r><a:endParaRPr lang="en-GB"/></a:p><a:p><a:r><a:rPr lang="en-GB"/><a:t>�J����u*�IC%2�Ѱ��c*��Ĺa��E���[����7�Ē^Z���-�EJh&amp;��Z��5t���&apos;�����.�I4B_x0000_U�p�_x0000_/Jn卷a���c����u��T��a����xzY\p�Ry?�O���B�k�qm�zF�5���Ȋ��L^�xQ�@�Y��1H�KH��R��ΎA@��N݉%ڦ����i�OB0���_x0000_3=������Һ��e�&gt;jw�?o7��ir�O�k ��F^��%�6��0���k�m7m�iP��Ϭu�7����e�s��H��ePC�$��C^_x0000_b����jm��v��ڛG~m&apos;W���km��N�L&amp;�������ܛD&apos;h�I ��ز�⚑�PEx��A��Ie���v��N�MN����P���ߴ]u�~��{���c{�Ǉ\��[����PU��f�_x0000_n}��$y�0���v�f�	�����D_��|�_&gt;�?d��pV������ͼ:{�l�Q��</a:t></a:r><a:endParaRPr lang="en-GB"/></a:p><a:p><a:r><a:rPr lang="en-GB"/><a:t>JY��&lt;���l&amp;\K-6f(εB�0)��?b;[�����4�$��|7V�E��F�</a:t></a:r><a:endParaRPr lang="en-GB"/></a:p><a:p><a:r><a:rPr lang="en-GB"/><a:t>c���^�c���-��=�����������h6�����|{���W7&quot;�-DRƂ&lt;��x��)��*��Ssg+B�Bm��4</a:t></a:r><a:endParaRPr lang="en-GB"/></a:p><a:p><a:r><a:rPr lang="en-GB"/><a:t>��5T�9�&gt;���S�Y~��gi$��50�(E+�x���\���7�h����=$�%��MD���)&amp;�_x0000_��O�I1l�W�2�_x0000_�Ԋ�?�C����Ÿ�&quot;�w`9�?���y�{R�E(g�PR�X�Xt_&gt;ZQ5��4){��7a�_x0000_�����L�_x0000_��T�_x0000_X{1�eߐ�K�P�-�J���_x0000_���g�|��o���������ݽ�����=/׿</a:t></a:r><a:endParaRPr lang="en-GB"/></a:p><a:p><a:r><a:rPr lang="en-GB"/><a:t>_*�5LUb�,��36���ѾE�DG;��7mu�4</a:t></a:r><a:endParaRPr lang="en-GB"/></a:p><a:p><a:r><a:rPr lang="en-GB"/><a:t>�_x0000_ZW��΋����#@���3MJ���N�+�}v����)����r�������_x0000_���ܽ�v�4ۋ��t��C�ܘ̤��ب�J&apos;�k�`�8b�</a:t></a:r><a:endParaRPr lang="en-GB"/></a:p><a:p><a:r><a:rPr lang="en-GB"/><a:t>��K�]�0[�1��}��@�$V�&apos;��&amp;��ȼ��㨿�ǌ�</a:t></a:r><a:endParaRPr lang="en-GB"/></a:p><a:p><a:r><a:rPr lang="en-GB"/><a:t>�^$</a:t></a:r><a:endParaRPr lang="en-GB"/></a:p><a:p><a:r><a:rPr lang="en-GB"/><a:t>y��x�OH|~������oh�m}�JW���;�r0���͘K��ʆY</a:t></a:r><a:endParaRPr lang="en-GB"/></a:p><a:p><a:r><a:rPr lang="en-GB"/><a:t>��&apos;Jz@�;����\�\4���S�_x0000_8}�e�.��˶X�Z���2�Q�|�?ˡ��X��gv�г��M��$����Q�^�^4�z�=&lt;�M��mՐ�[Ƈ`d�N��ڹ�M���ӵ^	�ji�b29�R�ji�{h���pm�VٸZG��WЉ@#���oV{��&gt;&amp;�1��9���Tw�_篟��n��w׻R</a:t></a:r><a:endParaRPr lang="en-GB"/></a:p><a:p><a:r><a:rPr lang="en-GB"/><a:t>�y����zchֶ6�\x�t�Ѹ�^���ܤ��#Gn�l%ȩ$I�_x0000_[:��v?s$��g�N�Z�x$�G���tGw���cswS��^��$�V7%F�1U����:���Z��[58��B9�ֈ�qV��&lt;��F��8j�QL�W?Ϡ�ܕΉ5��u$ҹ�;��p8ux?�_x0000_�����mo�_&lt;�x|J�I���������U��fZ�rKS0`����Ӛ8�Ǣf0�i=���M�Q[P�9����n�T��&lt;Ü榄</a:t></a:r><a:endParaRPr lang="en-GB"/></a:p><a:p><a:r><a:rPr lang="en-GB"/><a:t>���@:��1~ܨRAmJ�GSk��IU2J�J��2�A �hV��_x0000_i�Ym5�źI�aPiBG���^�ݽ7&apos;��(	 �o����{�&quot;��x���(#��?�G���_x0000_��r;�aPVU���Z������c?���f޻</a:t></a:r><a:endParaRPr lang="en-GB"/></a:p><a:p><a:r><a:rPr lang="en-GB"/><a:t>��l�=BS&amp;KȬ�[U��b��1mn�@SJ���=��m��-gٜ����)�\H�CyPb�_x0000_t|</a:t></a:r><a:endParaRPr lang="en-GB"/></a:p><a:p><a:r><a:rPr lang="en-GB"/><a:t>�c��u��mvUM}$��m��=�L�i��\n:*�ܣ��:L�+�]%�h��T�q&lt;m�X+3�+Ɵˬ���_x0000_��w�[M���]$�UiJ��N?.��:}^�I�C5���8��~��JQ_A���P�k@O�&apos;�=tG����v��{ߺ�]{�^���Kp�:�@���z���{��P_x0000_V�:�Fֆ��{o�u����#��8Qׇ���F&lt;�r��_x0000_�?[����7Nɴ���t������-���2�(xq����3�n��Sܙ����&lt;uTl�t�GYU�ݕ&quot;�!������yM��I����\���}$Ms�x�����@w��&gt;YيY?�$��U�</a:t></a:r><a:endParaRPr lang="en-GB"/></a:p><a:p><a:r><a:rPr lang="en-GB"/><a:t>4��&gt;^}�_x0000_�]IGG��~GH&quot;3��=��A�۰QѴ�_�Q�����=�����t�j?���X�m�p0�����乷?ӋŽ�p�&quot;@b%k���$���ʟ��j:H8u�b ~����ߺ�:�ЎӬ�&lt;��Lb3?܄0@�&apos;�,&quot;h��(�.� �~�$��x�v�����0&lt;A�&lt;zG{�����.�</a:t></a:r><a:endParaRPr lang="en-GB"/></a:p><a:p><a:r><a:rPr lang="en-GB"/><a:t>L���x�P�&gt;��&quot;</a:t></a:r><a:endParaRPr lang="en-GB"/></a:p><a:p><a:r><a:rPr lang="en-GB"/><a:t>������%���_x0000_ev񥜒Kf&lt;&amp;�!_�	���9�:[97I\w��d��#�u�݀��^�ߛ����g�xR�n�]��?�$���沎_x0000_����t)Q&apos;�_�U����ƀtw�N������wgoln��!O���F�t�Yj0�3YA��D���-��)�C���ǔ�m�đ�*O/��[�?l;TDހd�*�i�W����!��r�˚��Z�Z��!vF��ag+(��b�3�م��Co�ogc��ʙ��_x0000_b�@��rp4R�����.�_�_���qm��&quot;����8�\9��3J�:&lt;�T�O���G���.�g�y@�DԀ8|�_���ɛ��Z�d/Z�.?2��ϣ���8-�L����syck*�l��&apos;t���E�M,�齮�A�dwu�G���:��</a:t></a:r><a:endParaRPr lang="en-GB"/></a:p><a:p><a:r><a:rPr lang="en-GB"/><a:t>�,eY�W�icӭ�RF�$x�2��G���Z�/�_x0000_</a:t></a:r><a:endParaRPr lang="en-GB"/></a:p><a:p><a:r><a:rPr lang="en-GB"/><a:t>����j��i��_x0000_��J��EX�)�p&apos;������H�_x0000_������9e�N���m_�u돯#�&gt;��_x0000_��Dl���[�^3��׽了����#�gR�]��*����\�</a:t></a:r><a:endParaRPr lang="en-GB"/></a:p><a:p><a:r><a:rPr lang="en-GB"/><a:t>\׮-r�g�H�\r��c?��_�/qͬ�Va��Ҍ�į��88�ZR��TW�&gt;G�Q�x=EYѽU�8�$���[���</a:t></a:r><a:endParaRPr lang="en-GB"/></a:p><a:p><a:r><a:rPr lang="en-GB"/><a:t>L��3-F��T5f��X���������&gt;��^l���eh���L��M�:�?���my��5�b`�*������b��ۋ)�����SG�5��&amp;:�H2�g����G%-ap-B?�;/��{�0�7/!</a:t></a:r><a:endParaRPr lang="en-GB"/></a:p><a:p><a:r><a:rPr lang="en-GB"/><a:t>Z�UR�{{�STzg�_;{�(���uc��4J</a:t></a:r><a:endParaRPr lang="en-GB"/></a:p><a:p><a:r><a:rPr lang="en-GB"/><a:t>T[��y�*+i_�p�:��;���oI&gt;H��e�Y����x�D��T_����_x0000_�Q�u���!Âl,���?�B&gt;}H�_v�r�v�_x0000_��(�:V�,��_x0000_Hc�~^�</a:t></a:r><a:endParaRPr lang="en-GB"/></a:p><a:p><a:r><a:rPr lang="en-GB"/><a:t>{y�-�uct`3</a:t></a:r><a:endParaRPr lang="en-GB"/></a:p><a:p><a:r><a:rPr lang="en-GB"/><a:t> �Ե���)�J���\�.�x��v_r�K�b��=�#�jIS�:�@ti���:�w�k�×n?�ḗ4!�</a:t></a:r><a:endParaRPr lang="en-GB"/></a:p><a:p><a:r><a:rPr lang="en-GB"/><a:t>qZ�Ʀ�xg�S$���txjTxe�AP�M��N��R�rm���費�t?�&apos;���b����[��y��\� {���O��Ys.�e!�9]�j�Aփ��J,&amp;��[��	�?i����	�K�c��C��4�A�X,,l���	ఉ�j�[O(�:���pڪ��)��U&gt;�3_�����2</a:t></a:r><a:endParaRPr lang="en-GB"/></a:p><a:p><a:r><a:rPr lang="en-GB"/><a:t>�V��|ǗE�|�������	��IU�2��v�K�X�����&lt;|b:��#��㷅&lt;FY����fe���?�=�&gt;����d�}�n�n,�I��(�I�]Np�:�hHa�^���cy�Nz��4�R��ۘ&apos;I:S.�](;�C���]c�3��38��7n���</a:t></a:r><a:endParaRPr lang="en-GB"/></a:p><a:p><a:r><a:rPr lang="en-GB"/><a:t>��6�裎&lt;�5�s{&apos;{��_x0000_v����q��,ȵ�0e������&lt;�.ͻx���RC)r� �`����]r��-7&gt;Q���!�p{�v��i*MW=Y?���d�߀��������n/��!���G�Zٲ�?�����&gt;��m�8g}�&amp;��nnIZ2�M+�L#ɭ��8����GR�B���4�E�5M�-,KB��G�_:Kt����Y���AP)J�cWh�ZI��z��O��A�R�&amp;���:��G%&lt;г$�:��ʭ�R/������r(V����_x0000_�)�j9^�U{�q:��?���:�nE�6�*He,�K+/&quot;��ϴv�ˡ��hƧ&gt;�:��U�i��1���h��j#�D5Q���;��)^=1��&gt;��#۶��r��C�H��˂ȃ�G�=jUYWK�C�?����W����_x0000_)��ޟ;zgld��_x0000__x0000_��v�忘��ݙ�l��]���Ll_&lt;z3oQ���K��_x0000_HXzU�=1z�	`���ܡ̣w�k]�A%Ơ2�!O_x0000_�</a:t></a:r><a:endParaRPr lang="en-GB"/></a:p><a:p><a:r><a:rPr lang="en-GB"/><a:t>��Q��#4W��pK&amp;�86�H=٭�`2_x0000_�N��</a:t></a:r><a:endParaRPr lang="en-GB"/></a:p><a:p><a:r><a:rPr lang="en-GB"/><a:t>n&lt;�tm�����{�����b�6���w!_�6�r�r8l�/NJ���S��M}EXj�b?����~N�#��G��=���[</a:t></a:r><a:endParaRPr lang="en-GB"/></a:p><a:p><a:r><a:rPr lang="en-GB"/><a:t>d�&lt;k@O�8��$t�Q��Qչ�d�V��rlG&lt;�bQ~�</a:t></a:r><a:endParaRPr lang="en-GB"/></a:p><a:p><a:r><a:rPr lang="en-GB"/><a:t>������o+�9������_x0000_�|������:��?�</a:t></a:r><a:endParaRPr lang="en-GB"/></a:p><a:p><a:r><a:rPr lang="en-GB"/><a:t>�M���f��&gt;2�:�a��&lt;w�Oh|c�Uj|�;o}�5b��+���2�mW��c�?�o�&gt;�\ձۘ|H#��Z�4&lt;xz�ʣ�͉�����q�l� ��*��ۆ�����x��gQv�Ґb;�7}+��&amp;G��ziX�����t$aFc���_��u�ͳ4r���C�zc���ǈ����E&lt;��I_�}o�}٩\</a:t></a:r><a:endParaRPr lang="en-GB"/></a:p><a:p><a:r><a:rPr lang="en-GB"/><a:t>uR���0 �</a:t></a:r><a:endParaRPr lang="en-GB"/></a:p><a:p><a:r><a:rPr lang="en-GB"/><a:t>�׭u߿u���{�{�^���׺��u���{�{�^���׺��u���{�{�^���׺��u���{�{�^���׺��u���{�{�^���׺��u���{�{�^���׺��u���{�{�^���׺����ߺ�^��׽��u�~��{ߺ�^��׽��u�~��ph���U���J��M��Eǿu���|R�Q�7�;�iV����[�L����_x0000_G����+</a:t></a:r><a:endParaRPr lang="en-GB"/></a:p><a:p><a:r><a:rPr lang="en-GB"/><a:t>:�V�K��{���쮰���_x0000_</a:t></a:r><a:endParaRPr lang="en-GB"/></a:p><a:p><a:r><a:rPr lang="en-GB"/><a:t>3޽��vm�ٿ#?�&gt;�믋��ٹlv����7]vdۇ����3�?�1,9���#:�*�x�u����?��Y�h?!�3�:#�������=���4�ε�]ٙ��olң�X�x��v&lt;����&lt;&lt;LS@S��I����^ttX�$�[��S$1R�@��\�͐�Jx!���I��G�iY�������t1�_x0000_9�0x�OwT����h6�/	��&quot;ĬRR���i���Jz�l*�LP�_x0000_��_�&lt;{�^�e}��˷6������a\��%G���y+iv�U�X��֩�%��!�ѓ���W���ג�5��P�.Nq���&gt;V�J+U8) �J���5S�(���8d���_x0000_�Y&gt;	���:�������S�JϽ6�B�t�T	�&apos;����!���M�ߺ�I���{_�W�)c`��K1ع_���^vjM4��5AAM&gt;ksm�&lt;Li��v**�)�,���G�u�9���_x0000_��`�s�;?a�oNo�f|L�.����٭���M��[w����-�4�28%����+���S�</a:t></a:r><a:endParaRPr lang="en-GB"/></a:p><a:p><a:r><a:rPr lang="en-GB"/><a:t>Q&quot;I#ON���t&amp;|v�������뷇�M�:k���T_�_;K�sX���3T}[���v�]m��x�(�Z��!=�q���2�i V�^���C|���_x0000_�_x0000_</a:t></a:r><a:endParaRPr lang="en-GB"/></a:p><a:p><a:r><a:rPr lang="en-GB"/><a:t>8�]�����x��I��Ns}m������7�7&gt;#s��Y�	I����</a:t></a:r><a:endParaRPr lang="en-GB"/></a:p><a:p><a:r><a:rPr lang="en-GB"/><a:t>�E,�J�)��XJ;{�tGh1=����8�_�ʣ��TnO�7A��_x0000_�����7�������f2[;s�ط�`�����)2�m����#�r���Z��͟�����;�-���S��|����}Qer�q�}-�����_ؙ��=��}��&amp;��V����Lr�V ��w</a:t></a:r><a:endParaRPr lang="en-GB"/></a:p><a:p><a:r><a:rPr lang="en-GB"/><a:t>����`-&lt;j���ƨYY��Һ��k}W�x��ԯ~��t</a:t></a:r><a:endParaRPr lang="en-GB"/></a:p><a:p><a:r><a:rPr lang="en-GB"/><a:t>�_x0000_�s��׺�ߺ�^��׽��u�~��{ߺ�^��׽��u���G�~��!���~.��i����{o�:{e�����8�MF�&quot;�Ly����c����뚢X�K�_x0000_t:�Z��g�ou�hg���+�</a:t></a:r><a:endParaRPr lang="en-GB"/></a:p><a:p><a:r><a:rPr lang="en-GB"/><a:t>&amp;#�_ϗ�nѴg3TU|j�����&gt;8�sŵZ�)�Z�Hs���?=uJ�Byb$�7����_x0000_/���_x0000_=OR7,�9.�P_x0000_�_6xV�A&gt;c��´�5�T`�D@�_x0000_h�G��E����4O�&lt;���^�Hv��#�����-׼�^���]��q[&apos;�z�_x0000_n����޹���6f��K]��n�6G�X%vD�T3D�	6�q����jN_x0000_���z+��h��jH�_&quot;�ps��p�3�C�d���s�;���/�7���_�6Wb�O��=�OY</a:t></a:r><a:endParaRPr lang="en-GB"/></a:p><a:p><a:r><a:rPr lang="en-GB"/><a:t>/ImLVZ�-��{�v�X0���1�&gt;~</a:t></a:r><a:endParaRPr lang="en-GB"/></a:p><a:p><a:r><a:rPr lang="en-GB"/><a:t>��*��P�_D_x0000_B!�����e�#)�i�*r�����g���&apos;��y�����PGş&quot;0��@�z*Pv������+��s��&gt;�l_W|�������H�]���}�i(a�Z��ֺӅ��&gt;�w��Ua�</a:t></a:r><a:endParaRPr lang="en-GB"/></a:p><a:p><a:r><a:rPr lang="en-GB"/><a:t>�</a:t></a:r><a:endParaRPr lang="en-GB"/></a:p><a:p><a:r><a:rPr lang="en-GB"/><a:t>�,3�2x�V��������,Sl�_x0000_��OO��V��QQn�T�Pxf�k��G��0�ҵ&amp;�ۏ�횓���ЂX.�XʑR���Q ��%�$}</a:t></a:r><a:endParaRPr lang="en-GB"/></a:p><a:p><a:r><a:rPr lang="en-GB"/><a:t>�]��_x0000_~l����</a:t></a:r><a:endParaRPr lang="en-GB"/></a:p><a:p><a:r><a:rPr lang="en-GB"/><a:t>����M_x0000_����ײ�=~��b����,�&apos;6�zx�6�B�-�&apos;���</a:t></a:r><a:endParaRPr lang="en-GB"/></a:p><a:p><a:r><a:rPr lang="en-GB"/><a:t>-B�XX�y[0���̱ø@H����Yr��x�w�MǜW�PA�*�JM���HO�[�luoɴn����ߢ�.�����Wqd�&gt;��QnC���ͽ��i���9j ���)�Xkܠ�n�вG]�T�jYЦ�&gt;T��S�����_v��7M�,�v�m&lt;,�����*TƕUUSP.rjz�.����e��#ֻ�dv�lW���덁�w?vIU�3����bѩ��PE&apos;ܽ4��ee�^����2B�@����h T�_�Y%;^�ʰ���7;���ۈ��A:uR���BW�b�T|�U=��f)��7vb}��ֺ\�b��L���p�Pr�OZ�?g@���+����5�t�&amp;%]*E��&apos;Ԟ��D�ܶ�fk����W:���ꐈZ�2x�4��h4�Av�ߒ$[�E��ᎇb����y��{���ߺO 7H&lt;��ׯc~�C�����-q�Q&quot;ğ%�_x0000_��*@���Yc�]����5��iG]45I����&apos;�$454 ����ܣEs����:�,`(?a�?�r��wpwP���p8�Z���~M����a��ط���٦z&lt;�t�cn�V���_x0000_W�?_n�yua�^�׺��u���{�{�^���׺��u��]z���_x0000_P�_x0000_W�W]~8��?���&gt;���	�X�g�������QQQAQ]WV[H�����*$�~�&quot;0_��ϻGd���b&quot;Zz�d52��w�[l���5�#�[���/%�8��0���;�v7S�_g�_x0000_0��_x0000_,�</a:t></a:r><a:endParaRPr lang="en-GB"/></a:p><a:p><a:r><a:rPr lang="en-GB"/><a:t>H�h2�C�g___D�ԐO�H��P�Y:z�_x0000_�&quot;�4,����OxP�PIx1���u�����&gt;����#�[B�uUU�����A&apos;W�k���]C���M�obSM���r�zl�e2�k�,\�#��1�)p�GU?��D���&lt;߽��_x0000_�!�-��c��rh</a:t></a:r><a:endParaRPr lang="en-GB"/></a:p><a:p><a:r><a:rPr lang="en-GB"/><a:t>s�1����ˇ�e�*&lt;Ob��=��_x0000_?[��}���N��[lP��ۛ3���&lt;]$=+N��tP��_x0000_�)���)$�IŎai�������Y����ʑ�_x0000_����_�:P�7���,?���^t��[U�L��O���R��?��&amp;?fz�$fu�A�ԣ�]O~����ǲ����$GJn�Ya��S���_x0000_���8w&amp;�����x�c�੨v/Sc [���HԻ#�S�RTQUxij��� _x0000_������%����ᨧ�o,�u��r��l��-F����$��P���՞|�y����C�5|�ɹ!�pl=�#�fx��_��	QoƘ�h.�#�`�rl��o��S_R����.Py��@J�Z��ˣ��&lt;s��,=�!���s��J�_x0000_.=</a:t></a:r><a:endParaRPr lang="en-GB"/></a:p><a:p><a:r><a:rPr lang="en-GB"/><a:t>,�b[pc_��䟗Νw��.���׺��u��_x0000_j&amp;&amp;��D�e</a:t></a:r><a:endParaRPr lang="en-GB"/></a:p><a:p><a:r><a:rPr lang="en-GB"/><a:t>@q�܋9��	���GV�Q�+6{��=V��������:U��@	Tf�˹RH�ƪ��[���K�.c����6�|�r|���_x0000_��un����!SgH��|{��]���yh^je�?7h&apos;�G�os#TaM{?�����[lF&quot;�8��)��k�:6&gt;��&lt;���׺��������_x0000_�=�ҵ��Q��^�[�P_x0000_�9�j[��#�~=�K��4�r\$��N?՞���O��-��z�N��Hv�b��j[���EN��ܩ�d�ܔ|K���H��X�m&gt;1#�F�+m��p-dɯ���</a:t></a:r><a:endParaRPr lang="en-GB"/></a:p><a:p><a:r><a:rPr lang="en-GB"/><a:t>_�S%��-�(ʴ�|�sĎS����	۸���?˿���ȯ�u2Pm}�[���m��8ꥃL9*����GE%usM$����}���eG��c\��ԣȜ�o&apos;{�I�Gχ��un*uj$z��� EGYm���:�6&apos;��&quot;ۣh��6���q��q�P�%?����W���#F�f�.�6a{�_x0000_�:��_x0000_����_x0000_m�㔿侀��_x0000_g�?p������z�O��v��{�jI׹���(�od$�gJʼwk�����D5	�K�,Z�I�����t��K�b��_x0000_%�}x��;}����e���P`�������	�w�Zt�5J�</a:t></a:r><a:endParaRPr lang="en-GB"/></a:p><a:p><a:r><a:rPr lang="en-GB"/><a:t>�&apos;��ES�ߙ�1[��yc����&lt;1�Ơ(_x�λ�����&apos;?�ˮ�r.�g����2_x0000_H��}���O�~�_x0000_������3�����W&lt;��Jf�*iO�S��u�� ����2k�ׇ�5��+��5</a:t></a:r><a:endParaRPr lang="en-GB"/></a:p><a:p><a:r><a:rPr lang="en-GB"/><a:t>Rs�7��;$&gt;+�W�N����W)�3�n��EUC1v��]�S1o�&amp;����])O����x�펧Q�,��_x0000_�3Y�</a:t></a:r><a:endParaRPr lang="en-GB"/></a:p><a:p><a:r><a:rPr lang="en-GB"/><a:t>g��=�����_x0000_iY��ў�/�c�o�B�#*��8��g=_�)���i�j�_~�=�_�z�qME��&gt;mӜ�cm⫴���:)���K��Z�&gt;�P�ދ�f��~ߘ�</a:t></a:r><a:endParaRPr lang="en-GB"/></a:p><a:p><a:r><a:rPr lang="en-GB"/><a:t>�7+�����(VUf��i���Pgϣ!���JU|��_�A�����p�S���4��Y=�P�ͷ��y=fZ�)h�����Gg7��Y���(��I+AS�8�����K�_x0000_�@#�_�?����|�����u��G42jC��u&apos;R��������_x0000_^�ڜ��R\Jp�O�gL�4Mo$Sqj������UO�&quot;��F�_x0000_0N��4u4�~b�&apos;�����j.���W�Os�61GS���L�	����S�Qh�</a:t></a:r><a:endParaRPr lang="en-GB"/></a:p><a:p><a:r><a:rPr lang="en-GB"/><a:t>��I��5���c9�-ʗ��̭�\��	$���|�_x0000_&gt;���uM,9:</a:t></a:r><a:endParaRPr lang="en-GB"/></a:p><a:p><a:r><a:rPr lang="en-GB"/><a:t>���Y&lt;�&quot;���GW���f��q�X�	i&amp;�}t��&gt;��</a:t></a:r><a:endParaRPr lang="en-GB"/></a:p><a:p><a:r><a:rPr lang="en-GB"/><a:t>�Զ̓��J�W�u��ב����u	�=ӍYU�_�1N�`_x0000_�5Xj1_�[��0y�_x0000_K�=��8�������������x�u���Z�^��:��u����#�)�G�u���]@���[L�[��s�_��D�8��m��Z�8���������U���~������j޷ꊙ�K�$�j���W�5��j���ljAE9��T���y��؏_x0000_��</a:t></a:r><a:endParaRPr lang="en-GB"/></a:p><a:p><a:r><a:rPr lang="en-GB"/><a:t>���:ğywy��,lJ�k�*g���_x0000_&amp;��6c��,�g�鿑Y��.Pa�=vn�n�9�_���J[8�_x0000_i&gt;�G�����]</a:t></a:r><a:endParaRPr lang="en-GB"/></a:p><a:p><a:r><a:rPr lang="en-GB"/><a:t>=���ۈ�?��_x0000_Uz�?H���_�k~?���U��&gt;��Y�,����uߺu����׽��u׿d��Dӏ]�_x0000_NG�S�z�Z���j��	����[�X��m\1XY��	��.����</a:t></a:r><a:endParaRPr lang="en-GB"/></a:p><a:p><a:r><a:rPr lang="en-GB"/><a:t>_�Dc��|���)�A��������jr[S��t�_|�;�5Jz�ϒ�A�_�Éb�[UV2i$�oɼ�.��yJ���ϊ��v汱��&amp;�����_��V��</a:t></a:r><a:endParaRPr lang="en-GB"/></a:p><a:p><a:r><a:rPr lang="en-GB"/><a:t>/�̖�q�����JM���sO_�z���&amp;��w�%�f���6@J��I�(�_sToo�[�_x0000_r�&gt;^X�1����t7�2[+JF�ؠq���f�1�~cqɌ��G��2�2Q��;zf�/�z��&apos;��:��_x0000_\�k�̟������h�|����CS����_x0000_Q����R�_�Ҫ-���q���-�S`Ղ��Wm�QUլT�nl��H��;�sJ�@�ֹ4�����?/���}P�9��J�_x0000_�A������4�U�?�&lt;�m�k�_x0000_�_</a:t></a:r><a:endParaRPr lang="en-GB"/></a:p><a:p><a:r><a:rPr lang="en-GB"/><a:t>~Y��ƭ֯,��Nᬭ�{\W2��#�hk�_x0000_���G�-��[}���~C��}:v�ZS6�/���Q�T&quot;�&gt;���L�������k���f���n�|���q�ҝ/5|�R�Q�95�S���s�q�+-����T$f���sLN�6�v��o��w�ó:�7ꊚUM:����I�F���_x0000_�5��򢪟j��]WTv����i��m�e��.7</a:t></a:r><a:endParaRPr lang="en-GB"/></a:p><a:p><a:r><a:rPr lang="en-GB"/><a:t>�/&amp;:��]c��5]���O�]���KJ�yu0l^�&amp;��Cd���V$3S�Y�$�I)ك����u&apos;_��	(�_x0000_�o`���FG</a:t></a:r><a:endParaRPr lang="en-GB"/></a:p><a:p><a:r><a:rPr lang="en-GB"/><a:t>���_x0000_?R�[��D������N��_x0000_������_x0000_���q^��u����_x0000_���GZ�]��V��Ӧ6*�]X~�V�_x0000_\-�]��ldv��h?��)i#���=Q�����GOt�PGP�{vEN��Ƴ��o����)���5�A;qD����[�F����q�kQ���ɧ�����?/Ƕ��J&gt;ߗ��8�M�|��;�i�����m�X</a:t></a:r><a:endParaRPr lang="en-GB"/></a:p><a:p><a:r><a:rPr lang="en-GB"/><a:t>Ȱ&apos;em���y�ӬۄQ�i��	ǒ����Hk��]RHZ�2Q	�&lt;{������%�$S���);/�Dh��C�t��i&apos;̎���ϻ^ܷss}����@�XfW�����Z�Xq�=_�;��L6�]�����p�^1NؙvEJT$k�U|�H�$+�~�X�#�=���6�\��q�_Ƶ������V�G=f՟�\�m��}�0S��D�y\�?#���o�_x0000_&amp;O���soO�&gt;=nK�45[;U�ڔ�ȚRJ͵��#W�]*щ��H��_x0000_z����V�R8�z+���Ƞ�	�`(9�@�c�C����ݓ,_C&quot; �68-�0s��]ݑ���7Ǹ��u�Wl|��x��.3</a:t></a:r><a:endParaRPr lang="en-GB"/></a:p><a:p><a:r><a:rPr lang="en-GB"/><a:t>&lt;���5ME�_x0000_����y#_�QW�&apos;��[�V{e���6�7��Ў,��^��ݟ��ӹ�/vh��Q��z)�?�;v�F��ͽ���ycfZl�#x�塎	����y��)`�_3#+��c�?}���r��$��dR�EH4$р���z���tnn��m�w�@F_x0000_�8`�t���RGYIUIYKQ1�)��IYD8�*�:�/ԫXy=�sF������J���X��l��+\=�G�kƇ��R	��b����1�TTq+WE(�I#*�s�׽��� �ڢ���Gmh(Ek�+��4�Іa�@��%5�ij�N=.�؛íw�c�Bb!�n:�p�������벩�-^O&quot;�(wUK$��J��x��[~�t}��͙��ۘ@��s�j2H��xԊ��eO���Z�Z��縯�Z�J��5$�G?��%R(H_x0000_-A�����]���_x0000_!��f1	�޽W�x��&amp;��n*%����ڻ�7��-N^(.���&quot;VB�7��٭��nw�طge�5 �Z�U�A��_#���hw�V�����H�*�\�_�*@p�¬l00ڏ��cYϊ[�`|�w�k�}�sp�߄&apos;��d��-+(��V�&lt;�Y&quot;ޡK��Ӻ�S��11�df6�ɶ��4�,j�T�q2�Lxd�E�1qH�S+��b� X�</a:t></a:r><a:endParaRPr lang="en-GB"/></a:p><a:p><a:r><a:rPr lang="en-GB"/><a:t>t�_��q�p�(]��2D�3�&lt;�=&lt;���</a:t></a:r><a:endParaRPr lang="en-GB"/></a:p><a:p><a:r><a:rPr lang="en-GB"/><a:t>��HX��F��A���Ri55~���YJ�]@�~ڏ?�|��t�j_x0000_�r�&gt;�r4�����mus��r��Vc��f����!��⳸&lt;�QUb2�{pS</a:t></a:r><a:endParaRPr lang="en-GB"/></a:p><a:p><a:r><a:rPr lang="en-GB"/><a:t>�c3x������_x0000_)n�=opT�j,M��^��J��~ |�##�)�[��g��P���q?.�[���*?�s���TO���Yn��O����\�/�]זw�����5,�3&apos;&apos;����p���@&lt;�L��7�w</a:t></a:r><a:endParaRPr lang="en-GB"/></a:p><a:p><a:r><a:rPr lang="en-GB"/><a:t>�i� D�L*ǅYu!��5p�m{��x&gt;�_x0000_P�Nꁜ)�8��#��7Wu�7�D:e�`�$&quot;�S��p�q%����H�C�Bڇ��ԓc}�ի&apos;&gt;_/ف���눼l��Ԉ������L	T�Ƅ��4�&gt;����(&apos;uz��t�\�$����zuR;�q����y�&gt;Tcg��o��om��_1q��_mtW����w��R�Nmv8cv��9�Ҳ��ľ�6k$4ɡ����q�+��+�m�D�3 �V�x�����E��$K����R&apos;BiwEMFG%�4� ���W�����o�xP�=#�D�8�}?���������C����z�^��׽��u�~��{ߺ�^��׽��u�~��{ߺ�^��׽��u�~��{ߺ�^��׽��u�~��{ߺ�^��׽��u�~��{ߺ�^��׽��u�~��{ߺ�^��׽��u�~������ߺ�^��׽��u�~��{ߺ�^��ׯ��{�����(}��u���O���u��������emm�W�s�n��S�0X���[sS���n</a:t></a:r><a:endParaRPr lang="en-GB"/></a:p><a:p><a:r><a:rPr lang="en-GB"/><a:t>�.F)��8�tJ�</a:t></a:r><a:endParaRPr lang="en-GB"/></a:p><a:p><a:r><a:rPr lang="en-GB"/><a:t>ȡ�/��{�?z|o��_x0000_�{f�^��鎲�</a:t></a:r><a:endParaRPr lang="en-GB"/></a:p><a:p><a:r><a:rPr lang="en-GB"/><a:t>���d��ݡ�p;�	O��p��R��`�&quot;�YE��+q���Ԟ����]!֫�]=��k�=L��3�f`6�̖�.�V*����*iEJ1I��1u��׏~��=���և���6Cu#`�=fv��S�[�;[�h�ϓh&lt;:�~��N��c�;�g�׻�a�-ϱ �</a:t></a:r><a:endParaRPr lang="en-GB"/></a:p><a:p><a:r><a:rPr lang="en-GB"/><a:t>7;��y]�{vh�01Ǆ���Q�-Lv������u�h��q�iG*F���4E_x0000_P,_x0000_���Խ[��9́�뭓��۞m�Q���;l��6�~}�$�n�s8ZxV���-&lt;Ƶ�����]���{�.��L���u~_��&amp;S���*\��mL-f��S�z�*��8ݹQR@��S�H#�x�4)b�ߺ�OX큱p��?��[;l�����w6��㩷6��b��n�ML4���)�eK� s��{���_�_x0000_����N�ۿ�9aw�l㲘��ݘ��ذf��/7 �3��u�C���Uj��%d �~��/���Ɵ�[�}�_x0000_��K�}{�����{#a��ٷp�c�Zz0���&lt;���D�&lt;l��_x0000_��Ӿ�����_x0000_�����7Ju^��O׸�����ͅ���u]c��h1����lE:TN�PH*$q��}��u�w|p�</a:t></a:r><a:endParaRPr lang="en-GB"/></a:p><a:p><a:r><a:rPr lang="en-GB"/><a:t>����{��Xnލ�E�������n���cǍ���*�w���8@A��{�^�?D|f���wi˰�8�W�nͨ�|�V��ݕ��8�̔�-]]K��4���%���y����*�UGm��Z��׺+=��?�Ɲ߲�&apos;�O�;ѻ���r�M���m�_x0000_��ܴz���3[����</a:t></a:r><a:endParaRPr lang="en-GB"/></a:p><a:p><a:r><a:rPr lang="en-GB"/><a:t>&lt;���ј�K��</a:t></a:r><a:endParaRPr lang="en-GB"/></a:p><a:p><a:r><a:rPr lang="en-GB"/><a:t>�{�t5�&gt;�ؽ���qu�����_x0000_=����p;�8�4,��p5YdGN&amp;nT�� {�t�����</a:t></a:r><a:endParaRPr lang="en-GB"/></a:p><a:p><a:r><a:rPr lang="en-GB"/><a:t>��P��7�_x0000_Wa����{���_x0000_��ߺ�^���=��u������u&lt;���ߺ�]��^���׺��_x0000_ﹿ�^��^�ֻ�42���~}lς����_�;+�o΃y��������_x0000_2�*|/;�7��E�!N��ɢKe��^d�� </a:t></a:r><a:endParaRPr lang="en-GB"/></a:p><a:p><a:r><a:rPr lang="en-GB"/><a:t>+��(?:p��c�k��,1^$TCB</a:t></a:r><a:endParaRPr lang="en-GB"/></a:p><a:p><a:r><a:rPr lang="en-GB"/><a:t>t�5&lt;Α��V�S&lt;�U2�N���\���٘����h/�X�$�q+x�Xz#_/���x-m�+d�/��&apos;�Q�P(���U�$�9�A�Gw��*�y��Ģ8���&gt;�����&lt;�̇�</a:t></a:r><a:endParaRPr lang="en-GB"/></a:p><a:p><a:r><a:rPr lang="en-GB"/><a:t>���UsM�?�-V���Y���&apos;�ߛ��7E�%L�N��jq�7�hX%&lt;qc�A���i�,�ͬOl��+J��&lt;jx�y	3�z�w[���&gt;�yT���ŅI�x�����[?u������V��;!CK��ع����mZ�e</a:t></a:r><a:endParaRPr lang="en-GB"/></a:p><a:p><a:r><a:rPr lang="en-GB"/><a:t>:�c�e���%7��#�|~�P�x�_x0000_s����e�����zS�)��ʼzE-�4</a:t></a:r><a:endParaRPr lang="en-GB"/></a:p><a:p><a:r><a:rPr lang="en-GB"/><a:t>���O�?�z�o������;|�N�_x0000_����z�uMKE��-&apos;Z���ڸ��.�f�l��_x0000_`f�����N_&quot;*��MBru$a�{��N�^L���&apos; j��( �&gt;`tY%�Q�����&lt;��q�A������}���˗���/��C������G�-ٖ�͓�9X�!�9��L�����Q�XyJR��pg���쵳�C;1�x�+R1P@�p)��N���=э�^�ٽǻ6|�%b�^���]�%L`�i�3��%������;���5!��}&lt;ER}~_�uu�^��w%�����&gt;�}�F͵��(T��(�ыh3^��O�����W#��ij�^C&lt;�!�[�@S����x��!��Cs*�z�ϐ��u�����m�K�7B0�H�^�CQ�B)Ԫ�:&lt;�Qd(��r��%%e&lt;54�#~�d�Xj`���_�x��x�����T�S�)�d�V��7</a:t></a:r><a:endParaRPr lang="en-GB"/></a:p><a:p><a:r><a:rPr lang="en-GB"/><a:t>&amp;�o���T=��GӦ�.�ۛpL6����/�G�f��ih�t���+I��nmj���dcORO�zt��yk�9FYg�[6�!��c.�W&apos;&gt;�}=�i�k.� _x0000_]Z��~.��٥:�:����mw���i&amp;��,���`������o{��1���~]{ߋ1���\��Z�ׯu�~�OZ!H����AӞ#���:}&lt;����[ҕ�M,q�@�^�^�׽��u�~��{ߺ�^��׽��u�~��x�{��Jj���2!&gt;&amp;CɈ�?h?�ˮ@�l�w�Q�)$ȥ���������&amp;�ä���3#�,��].Or�����t�vvK���]�&amp;��}��)��]&lt;��L?Za�L�𭪪�$�W�y�ҥ��f__�o%�d+&quot;�S�3�J� ��L</a:t></a:r><a:endParaRPr lang="en-GB"/></a:p><a:p><a:r><a:rPr lang="en-GB"/><a:t>	N��;�~�{Yy�\ޯ�X�Ơ&apos;�vGY�g֧HV_�	���o���.�Ǥ+�]y�^��zc��6/_1��� �_N��F�=&quot;�@��m�C����m���b15^J</a:t></a:r><a:endParaRPr lang="en-GB"/></a:p><a:p><a:r><a:rPr lang="en-GB"/><a:t>,0����9�&lt;����b�{e�W�+�y</a:t></a:r><a:endParaRPr lang="en-GB"/></a:p><a:p><a:r><a:rPr lang="en-GB"/><a:t>0���_x0000_0b�|��&lt;[</a:t></a:r><a:endParaRPr lang="en-GB"/></a:p><a:p><a:r><a:rPr lang="en-GB"/><a:t>&amp;��U[O��&apos;ʭ�CQ���q�)j��6#�1uhjkR9���/����p�S@�qw��ู��n�B�x���FMT��HӬ��_���o�T�tG�ij-@���#���Q��ʢƧ�&quot;_x0000_���_x0000__x0000_{��I�XҔ�x�V�?</a:t></a:r><a:endParaRPr lang="en-GB"/></a:p><a:p><a:r><a:rPr lang="en-GB"/><a:t>�F@9����u&amp;	�GVBc�B�A�y˯��*P�_x0000_�XY���ǻ&apos;=[[��q���v���;����,�����I&gt;����J�&lt;��hH�e��A��h���ܢ��V�Y</a:t></a:r><a:endParaRPr lang="en-GB"/></a:p><a:p><a:r><a:rPr lang="en-GB"/><a:t>�M5/��W4�u�m�m�[��U���i�~_.9������ޟ*�_x0000_o*�����=؝s=C�g=E�_x0000_�n�E%;ܼ��C��h�_x0000_�#���~q��v���5��(H����t���f7�{���;�.]�M_�g��)Q@��&gt;C��E*����X	�N�/��,}�_x0000_ʱ-��D8S�W���[��m�ev��H�bKQ��</a:t></a:r><a:endParaRPr lang="en-GB"/></a:p><a:p><a:r><a:rPr lang="en-GB"/><a:t>@���_~�_^���^��{�!Y���t�gA����_x0000_c����&lt; T�?��loc6�hX����:����]����+�zl&gt;�_x0000_{w�lm�Ͻ�1�X�m�jĢǶZ8�_x0000_L)��k_x0000_�7�{�=�����4K�4%s���N�/v�����G�в���׸���U_x0000_㭧�{�p���Oh����)���K</a:t></a:r><a:endParaRPr lang="en-GB"/></a:p><a:p><a:r><a:rPr lang="en-GB"/><a:t>��T&quot;&apos;_x0000_�:���D��%Y�JčX�_x0000_&gt;]6�~�m���\KF��RKP��p��S��ч^��׽��u�~�EU�W��������~�uAk�_x0000_=q1�k�B���d�o&lt;</a:t></a:r><a:endParaRPr lang="en-GB"/></a:p><a:p><a:r><a:rPr lang="en-GB"/><a:t>*�X���ʨ���=���]^1F�oN;���c�4&apos;���F+��˭g�f-_�ߋ</a:t></a:r><a:endParaRPr lang="en-GB"/></a:p><a:p><a:r><a:rPr lang="en-GB"/><a:t>���kt&gt;&amp;&gt;�Z#�&lt;l��6�;�X8i����D��Qo���c��rˉcC.�B@�m�AnS�)y�kQՓ�Q_�~έ�*��!�-��f_��#�_x0000_��ō�K�ַ��ԩ&amp;���Y��)��68r��χ��z����n퀀^n��4�E��Ưk�/�O�&apos;N��g��s����&lt;�*B�ӭ&gt;m�7W���Zz�����ޮJ`�T����rҵLG�-Kp���&quot;9��X[�IYHj�����6��I^����N�ө+��l�Zy</a:t></a:r><a:endParaRPr lang="en-GB"/></a:p><a:p><a:r><a:rPr lang="en-GB"/><a:t>��R�������Nf���9#ˏY��$v1Ģ�M)�:�{�ӳ;cRz�*&quot;�i��^�^�׽�ƍ�</a:t></a:r><a:endParaRPr lang="en-GB"/></a:p><a:p><a:r><a:rPr lang="en-GB"/><a:t>���UU��׾��#�</a:t></a:r><a:endParaRPr lang="en-GB"/></a:p><a:p><a:r><a:rPr lang="en-GB"/><a:t>_x0000_���˚��_�n,��G��Ie����M�^���:�	��*��H��J@vp�zd�)���8?P-����mAn�G�?v</a:t></a:r><a:endParaRPr lang="en-GB"/></a:p><a:p><a:r><a:rPr lang="en-GB"/><a:t>��Y]q8�S���8c˪��Q5�|g�c?&lt;��Na��Q��iK)0A$�&lt;�RM&amp;6;i��/IfQɅ����}�º�}����#��͛�I�#�@���o;nh��@.$�5�U�4����] �m~,��,ߓ�C������.�w2;���A&lt;��\�{j�(���=ջ�D�ÅJ�����=:_x0000_&gt;O|m�o������C�]�E����\���8Z�lo|�/���%r��w��&gt;޷�Kb��_x0000_����m�gOM-�AナӇ�ֹ�_x0000_{ñ&gt;&apos;v���W�1&amp;���%x�����--&gt;w�,���b6~:������,?��K�̑M�p��p�5��W��m�%�V�gAFfbK@9bI&apos;̒z�u��W���_L�El�</a:t></a:r><a:endParaRPr lang="en-GB"/></a:p><a:p><a:r><a:rPr lang="en-GB"/><a:t>�h4Gش�x*�&lt;�_x0000_�����bdI0q=��A�����7��7�_x0000_q-�2�3���Q\I����]dm����IdD��Hj�_x0000_��_�,x�_x0000_�&gt;�Ow�cc�Wu*+�&gt;��`�MB@��4���=z���#�p}���8�?���8�?�I׃���X��Cn��X����{��_x0000_��ځ���#�~�uS��:؋o���_x0000_�:���_x0000_\[����8~��u�jV���_x0000_7]\�B�~�~=G�m�DF��\QF_�z&gt;F��������w��IC�1q�4���wԻ�m͟���&amp;���Hj��cgk�y3h;�2j���_x0000_`��~d���y&quot;v�1Z�_x0000_�����z�D�_x0000_�v�{W��wS��o�����0M]��0�EI���d�Q*G�#��^�8GK</a:t></a:r><a:endParaRPr lang="en-GB"/></a:p><a:p><a:r><a:rPr lang="en-GB"/><a:t>�H�Hf��@#���)�|�Y�����v�Zij��ЂA,0)��</a:t></a:r><a:endParaRPr lang="en-GB"/></a:p><a:p><a:r><a:rPr lang="en-GB"/><a:t>־zOE{�e:|�x�2e�!���&lt;����Ë�o�j�*�@����AM&lt;.ܬS�~}��ֶ�����ƳMJ�����?.-�7���a۶�p�YP�V���&gt;t��槚�Y��2Dc�D��yc[Lr@~����{��x�-�K�Jт���i�b� �m�k_x0000_�N�J_x0000_	XW����lp�]��^���׺��_x0000_��_x0000_[���Fʲ�|���Vp��puk�&lt;�b</a:t></a:r><a:endParaRPr lang="en-GB"/></a:p><a:p><a:r><a:rPr lang="en-GB"/><a:t>tj`i</a:t></a:r><a:endParaRPr lang="en-GB"/></a:p><a:p><a:r><a:rPr lang="en-GB"/><a:t>��ݮe��-֟g�_�:����~�ң�O��������w��g�3��ػ&apos;ټ��\�s̟�;kM!qWW/�����~_x0000_&gt;��-�/�����+�q���&apos;2s�/l�R��&apos;�2U��TdA�\����d�{ޟ�3��w��|��擮6~j}����bj��2;Z��ir��W�jH^S�̫��YbS�u� m�,�_x0000_Dp��c��X��\��7k&amp;�&apos;jkMU5#�,j|�ϥv{�yj�j��j��I���I��id&quot;�f jc����o&apos;���Z`���ts�2���	�$_x0000_)���=z��SoS�6�}&gt;���ڀ䎔	$��z�ľ�~�?@~�K}���.��0|�nEY��0ԧ�&lt;��z�E�0@6��{�Af���:�QE�</a:t></a:r><a:endParaRPr lang="en-GB"/></a:p><a:p><a:r><a:rPr lang="en-GB"/><a:t>��&lt;��?���EG�ʴ��S�W������tw��</a:t></a:r><a:endParaRPr lang="en-GB"/></a:p><a:p><a:r><a:rPr lang="en-GB"/><a:t>&lt;�:�᷹�Ź(�#�_�I�0}</a:t></a:r><a:endParaRPr lang="en-GB"/></a:p><a:p><a:r><a:rPr lang="en-GB"/><a:t>��[_3��O�_�����t�q��Y1]�֔M�7u-y�R��Pfi���3&amp;����&gt;�#�q�z|Z�_x0000_&amp;�mz }�x�6�m�簅���|�]TG����7�;����]07�/l����EW��fJ�z�YI��c�&amp;�U6i&quot;j</a:t></a:r><a:endParaRPr lang="en-GB"/></a:p><a:p><a:r><a:rPr lang="en-GB"/><a:t>�FF�Xc�1�q�5̻�6�f���f���Ei\��t0�~l�]�ۙYZ�ڼ_x0000_����j=	]$�VIR=e��F@��Қg2�֙Zߝ�p�</a:t></a:r><a:endParaRPr lang="en-GB"/></a:p><a:p><a:r><a:rPr lang="en-GB"/><a:t>˸4r��&apos;���M��`&apos;�P�T�_ʾ]q��o��_x0000_o�U�Qq�0)�ïA��7�</a:t></a:r><a:endParaRPr lang="en-GB"/></a:p><a:p><a:r><a:rPr lang="en-GB"/><a:t>+��/l�^��_x0000_[}����&lt;A��_x0000__P[C��3*�/�Zu+�� ��=k&apos;�sif�u4�ݻ������m������[ol�K�{g/�Qh�q&amp;9� ��^=�&lt;�p�����A�e_�|=��</a:t></a:r><a:endParaRPr lang="en-GB"/></a:p><a:p><a:r><a:rPr lang="en-GB"/><a:t>�����+�k�]m=�4�N�Ýx�W�Νl������col}����m-���������(���AKOOB��</a:t></a:r><a:endParaRPr lang="en-GB"/></a:p><a:p><a:r><a:rPr lang="en-GB"/><a:t>tش�iZ�BL$�{nW��^4��g̅)�-ƕ�</a:t></a:r><a:endParaRPr lang="en-GB"/></a:p><a:p><a:r><a:rPr lang="en-GB"/><a:t>T��$�,�gE۶���ƺcN�����AҕY�QF*�mo�f���6��{�����ⶑ�W������&lt;j�Ē+S��(��</a:t></a:r><a:endParaRPr lang="en-GB"/></a:p><a:p><a:r><a:rPr lang="en-GB"/><a:t>&gt;��rU��K#\�#�t�6/`�ďC����֍(`SU�Q�]�f�=-rA[��:~��~�O��)�:iJW��?�]�S&amp;�:�k�(�h���:Xh������h|�ʟX�u(.��gV�s�Hn&quot;v�)���&amp;��ˠ���;N����k����5��7�/�%�#.G{�,�&lt;�b�&amp;������i�</a:t></a:r><a:endParaRPr lang="en-GB"/></a:p><a:p><a:r><a:rPr lang="en-GB"/><a:t>2�~&lt;&gt;j��㲄</a:t></a:r><a:endParaRPr lang="en-GB"/></a:p><a:p><a:r><a:rPr lang="en-GB"/><a:t>i</a:t></a:r><a:endParaRPr lang="en-GB"/></a:p><a:p><a:r><a:rPr lang="en-GB"/><a:t>AJ�_x0000_x���ʟg�����7��\o7b���JV�����=���r�2A%͎�h&amp;5��F�qȉ�������&lt;n[3[�w���{&apos;W��M���k��k#b��t�jy)&amp;��!.�e�0�U����r�1ZI���%⢻�Z�dT��&lt;�#�V���N�~Mq���X-�.Li�+�B��k��P�jFtt�o�$f</a:t></a:r><a:endParaRPr lang="en-GB"/></a:p><a:p><a:r><a:rPr lang="en-GB"/><a:t>���4ڵ�R���%M���R��ܽ���� ��R68y��k��u�Itn.�lx��I��|iJ�=M���?��c�gW����5�Z���O�9�B����z��g�Y���&amp;���W7���9&gt;�_tM��vx���m����f��ZH��e%V,ڲjTҴ95ˏg��m����/3l_x0000_�䙖��C$</a:t></a:r><a:endParaRPr lang="en-GB"/></a:p><a:p><a:r><a:rPr lang="en-GB"/><a:t>�����ӥ[KqI���c:ÿ���&lt;����n��0-}�</a:t></a:r><a:endParaRPr lang="en-GB"/></a:p><a:p><a:r><a:rPr lang="en-GB"/><a:t>	�Z�e��c�2~���m�V-=Z�6���������F���.ʌ��1��&amp;�U�J�l��6�6{	Z�H��`hږ�C4�_x0000_D�� P�y�_x0000_����o�ǉ�\�/������`&amp;��&gt;���ɢ�=�X4���UD��k�!Y��s&amp;F�~��,n��[����c�&quot;/��n�XeA�A��D$��%������x�ݣ����$</a:t></a:r><a:endParaRPr lang="en-GB"/></a:p><a:p><a:r><a:rPr lang="en-GB"/><a:t>��N�+��H��R�R�ձ��u�̒`Ro��q�؋r���_x0000_@��7vS�K6?N#��E����M�V�</a:t></a:r><a:endParaRPr lang="en-GB"/></a:p><a:p><a:r><a:rPr lang="en-GB"/><a:t>A��&lt;�ɧ�{z�u�2@����6���OlCqp!c���8��(Y#���T��ߟ���|���տ3&gt;=�?�&gt;ݣv�����q��t��t�</a:t></a:r><a:endParaRPr lang="en-GB"/></a:p><a:p><a:r><a:rPr lang="en-GB"/><a:t>놫\���폐[=6o���1�)�H�;��Cʛ�X^�V$}�����2A�I\W�.bAI_x0000_V���	��Pi�h�]_���3��-f|&lt;�k[�;�_x0000_k1�&apos;����8���J�G��O��</a:t></a:r><a:endParaRPr lang="en-GB"/></a:p><a:p><a:r><a:rPr lang="en-GB"/><a:t>	���dqÖ�j�e�v�#��ss�.�\Y���J</a:t></a:r><a:endParaRPr lang="en-GB"/></a:p><a:p><a:r><a:rPr lang="en-GB"/><a:t>�jTW��6+���vBbJ��~�S�����Үm�4�$�7mVx��&quot;H���өo϶&gt;���W��Q[�����k���1�k��/ן$z�z���?�ɲ��yc��YW��*r�ꆷ��(�=f6x��p��*���gYAV Sʼk�ע�����</a:t></a:r><a:endParaRPr lang="en-GB"/></a:p><a:p><a:r><a:rPr lang="en-GB"/><a:t>����M�g�/�A|��&lt;���_�%���X�_x0000_/����f��3CW��	��5g�O���yW�Q{T9WS+G������0_c�$I#��_x0000_�����PM���]�l,z�Nk受W=Op�N�B���l���3}@������f55�?�u����{�{�^���׺��u���{�{�^���׺��u���{�{�^���׺��u���{�{�^���׺��u���{�{�^���׺��u���{�{�^���׺��u���{�{�^���׺����ߺ�^��׽��u�~��{ߺ�P+�&lt;C�:��_�]&amp;_��C)vdG6[�:X��{������o������񞂿��X�Ί^��v��3?�M�</a:t></a:r><a:endParaRPr lang="en-GB"/></a:p><a:p><a:r><a:rPr lang="en-GB"/><a:t>&gt;B�ڲQ�4}��3,�)YU�{�t��������jώ��=</a:t></a:r><a:endParaRPr lang="en-GB"/></a:p><a:p><a:r><a:rPr lang="en-GB"/><a:t>��k���zZ��vGj���A��&amp;ƃ խQjy�X������z}׺x��_x0000_���4A�����z.�r��E�d�n�����U</a:t></a:r><a:endParaRPr lang="en-GB"/></a:p><a:p><a:r><a:rPr lang="en-GB"/><a:t>j�p��ښCRc�H&quot;fDS�6���J</a:t></a:r><a:endParaRPr lang="en-GB"/></a:p><a:p><a:r><a:rPr lang="en-GB"/><a:t>����_\㻎������C���������뼄y���b֋z�H�2UU4t�R�D���`�S�F�^�	��c�S��Ð����N�V��=Mdy��۽��3�E&gt;1���v�s�E%:���a4&quot;�ȣ�}׺:��V����$����u��N��lJ͍[��Ea�.��9]��M�Q���\�ݳS-a�a4GO�DK$�ɷ��B|���;S�#�w���̜��OV?o�#��Q�)���EE�M|sԽe4�IF���WYc֤�һ��O�x�˅�n/��������V�휯m����q���J���ܕt�s,(u�$l�w��2	�^�c��k��5O�9�}��^,f;W��_r�vQ�Km䪆۩��Wі��T���&quot;	#�����;S��M�����&gt;X�x�=���l}O\m������!x塏j�dꪞxʴu�C�G�G�ߺ�J���Q���N+���};�8��L��v~��-����VQr��:}�]K%y�fH���ƛ~��o�?7�M��~I|���������zcvv/]�f����lK=55fSb�飪���,t����k���^��|x��g�&apos;G��熊�?�?֝����z��x̶��t�5KCs�0�*����)�wH�ߺ�H������~s��A��莒ܹ�&quot;���^�ػ3YG&lt;��.??]K&quot;�O��~��}��t!����1Gk�����n��-��ػƻ}�}����ֱhv^7h禮y)��8�ifyk9H0��u�C���{�H��v�Iwݟ�n�f�1m�]s�N������u�����4-]��X�薥{�^��_x0000_vw��}&apos;�v�hv�Ȟ�뎴�I����ϳv�jo</a:t></a:r><a:endParaRPr lang="en-GB"/></a:p><a:p><a:r><a:rPr lang="en-GB"/><a:t>Z�x���|�b�2BZg��2Φ&quot;*5O��*0���ۓ��y�;��3=;�&quot;lԝ���=���������ÿ�*f�IN�&apos;����e�=��t_{���?�=��	ڝ����r����^��۟����l���9ͣ��l�穘�fh�T���J���Q����{�7��ɟ�9c7f�i:�e|M�m�����g��~�ޟ����S=M&gt;&apos;a���/��+�AO�&gt;��V</a:t></a:r><a:endParaRPr lang="en-GB"/></a:p><a:p><a:r><a:rPr lang="en-GB"/><a:t>&lt;��MϺ�S������]?�O��ke�#���ϓ��_�bb�Q�V�M٘��uJ�&gt;p2�� ���ԥ?���$�����o|����#��������[����</a:t></a:r><a:endParaRPr lang="en-GB"/></a:p><a:p><a:r><a:rPr lang="en-GB"/><a:t>&gt;��q�O��D�o������tϗ�X���N4�&amp;&gt;9w/�]���16�D,Ի.���_x0000_�F؟6�&lt;D�}׺Z�/�����[��f�����s�</a:t></a:r><a:endParaRPr lang="en-GB"/></a:p><a:p><a:r><a:rPr lang="en-GB"/><a:t>�����_x0000_)���~;n</a:t></a:r><a:endParaRPr lang="en-GB"/></a:p><a:p><a:r><a:rPr lang="en-GB"/><a:t>mV��u}����]	</a:t></a:r><a:endParaRPr lang="en-GB"/></a:p><a:p><a:r><a:rPr lang="en-GB"/><a:t>̙_x0000_�_x0000_k�O��VC�? �3�q���^��n�ŕYC��go�#���m���7p̧�o~��൅�E_�o[��)$��ߺ�R_x0000_����ԓ��?�����tE?����?�?�]���.��x�L~�龾�M���ߙ%�]]���:q$�6C-SG����:Q4�4�#c�^&amp;��q���+�&gt;$|m���ʮ��ڻ�sw��.œ����hM�O��2��,Q1m�TvT�Vx�Q��</a:t></a:r><a:endParaRPr lang="en-GB"/></a:p><a:p><a:r><a:rPr lang="en-GB"/><a:t>��v��A�Ƥ|�5���_�v��\��e_?�T֬;�NS���ꂄ)B|z��,</a:t></a:r><a:endParaRPr lang="en-GB"/></a:p><a:p><a:r><a:rPr lang="en-GB"/><a:t>�ֵ��]f�O��бjA��0:%&lt;�XW�@��^�۩�~F����tĮ��EfG�~D�r���A[Bn�����q�</a:t></a:r><a:endParaRPr lang="en-GB"/></a:p><a:p><a:r><a:rPr lang="en-GB"/><a:t>j�.m�{��H��&quot;�iZd�S���&lt;�\�|�A�$��M_x0000_</a:t></a:r><a:endParaRPr lang="en-GB"/></a:p><a:p><a:r><a:rPr lang="en-GB"/><a:t>Z_x0000_i�E1M*�AQ�|8���ѵ���:��7&gt;G%��_x0000_%�~��e�����G�7�R����#[���r��t�D��o�ܛ��%�����P_x0000__x0000_�4�jl�+`���MiƸ:�\ӎG�����͵_x0000_��}?OdR!���z1x�</a:t></a:r><a:endParaRPr lang="en-GB"/></a:p><a:p><a:r><a:rPr lang="en-GB"/><a:t>u%������q��:��j:�~V��#�����jj�*�x�*����Z��ٶ=�C�o���-�!Z�}��=j���s�7L��&apos;��Yt�mv&apos;m�_�����i�&apos;�~�����&lt;M��Umݼ_x0000_JLv,ɪ� ����%=�r��^���WSOJ�j�U��&gt;�K	ٟg�=��(�`@&quot;��f��(S�&apos;Ôd)^ ��(��_x0000_�i��[��8*�ooa�{kC��`��F�yթ�</a:t></a:r><a:endParaRPr lang="en-GB"/></a:p><a:p><a:r><a:rPr lang="en-GB"/><a:t>�J)��ӟa����gZ�;����}v��9&gt;�`�����$6�`��FF_x0000_���������W�(ȏ�����V+$��+</a:t></a:r><a:endParaRPr lang="en-GB"/></a:p><a:p><a:r><a:rPr lang="en-GB"/><a:t>I�Tt�</a:t></a:r><a:endParaRPr lang="en-GB"/></a:p><a:p><a:r><a:rPr lang="en-GB"/><a:t>����ǹu��&gt;U�]aW�q�ϲ4��Ұ��^���&gt;��_x0000_�����Wjj)��l����c�덇�퇷O�Jc����u�~��{ߺ�^��׽��u�~��{ߺ�^��׽��u�~��{ߺ�^��׽��u�~��v?�?��_x0000_m�-����������O�����׌�B��4�S��S=�=,B��SR��o��8?�`i��O�:Q�ߦ׷���;e�?Σ ��O=o���~���X�y!���YX�9�]�ξ�W^��8\��Hť�e?sUSQ��)&lt;2���0l</a:t></a:r><a:endParaRPr lang="en-GB"/></a:p><a:p><a:r><a:rPr lang="en-GB"/><a:t>+�4ޅ�^U�V���=����Oy~��i� �F��͖� �p:6�5��wm���ݎ�i��(bf S��;R5����Y^��J���S7z�����#s�1?�M)��W��Sˡ��ˣt��9z���\S!�M���[�స����m��GO���o���v��(����؊QEGH�D�@�</a:t></a:r><a:endParaRPr lang="en-GB"/></a:p><a:p><a:r><a:rPr lang="en-GB"/><a:t>ѽ��4��/��4cO&gt;&lt;q_�|����}��.�C��</a:t></a:r><a:endParaRPr lang="en-GB"/></a:p><a:p><a:r><a:rPr lang="en-GB"/><a:t>4j$ǡ�&lt;)��L�t��Kz�޳������������I�\%Tqr8H�x���$Gw����o~A�A�3��ϧE�YA6�&apos;�n��^��}2&gt;޵��hQe~(�����j�����p���B�5ev��=���*&apos;����f��~$x~�O,9�v��wS���ҵ�z�x6��^e���R)\�_x0000_*#�+@��ϒ�pl/AY���Qep�Ub���.xYd�|FB�j�s�2�T��,8���,���7i�?���p�_x0000_7Y9�[�����r����*�5�=L���u׿u�����_x0000_������߽W�׾^����&gt;�n��]+�;���)fl\%n���&lt;�*k�#%6�	k��M5C�&amp;uC�&apos;ٞ�a��u�ކ���_x0000_�����,mͼIJG�\%|�}W��p�}��S�{���w�&amp;�����lo�{zx�/��֦���Ǌ�P��⭇��1�QS%YC�A��3Y�_x0000_V��@(??3�x��&gt;��97�i���$�#3���&amp;uR��yӭ��&lt;W�&gt;��&apos;_B�/�&quot;�_x0000_5*�Ѫ���4�R�&amp;8yz�_x0000_&gt;����[�$������ӏ\��ӽ{ߺ�^��׾���1׺����~x���_x0000_c���k�F���K��</a:t></a:r><a:endParaRPr lang="en-GB"/></a:p><a:p><a:r><a:rPr lang="en-GB"/><a:t>��o�;F����SE�]om&lt;���qӳR�QS1g�H̲��&apos;��	</a:t></a:r><a:endParaRPr lang="en-GB"/></a:p><a:p><a:r><a:rPr lang="en-GB"/><a:t>+F��_x0000_��A���_x0000_Wˢ]�𭡳��z���3�_x0000_����_x0000_��G����=���~R�\���B��+�0UԒc���Y�@&quot;����j�QH�ӈ(p��ZSJ�5����w��������?����y�W&quot;��_x0000_wS��R�jx��Ɲ[�A(�����?��%�}lG���%���1.*�oS��p.��o0J�_x0000_���&quot;{5&lt;�[�����Sً�����ԟ�/�ז�_x0000_丟i�_x0000_E|��?�N���T�}��_x0000_=�?M�ԉ���y�ecOcTҴ��_x0000_Uf���?8������-����熔�BA���������]Mˡ(�y.�J�c�$�O�d��Џ��z���풟g���_x0000_^�~G�?����=OH��A&lt;z�����ߺ�^��3׽�����}}���bگ`	+����]��p=�z�u���m�\�</a:t></a:r><a:endParaRPr lang="en-GB"/></a:p><a:p><a:r><a:rPr lang="en-GB"/><a:t>���_x0000_��x������U?�`�����K/��i�R���$d���:�m7�hs஑�}�b�_x0000_���_x0000_�7W�L��_���zz�����T���^E@ߨ*9U�_x0000_n����D�H8�?�����prJ�?�����_x0000_c�y�gp�&apos;u�c�a��(=@�_x0000_\H�+mW.O��Qb���_x0000_�U</a:t></a:r><a:endParaRPr lang="en-GB"/></a:p><a:p><a:r><a:rPr lang="en-GB"/><a:t>�[�=��=[�k��p�_x0000_1�_x0000_�ٰ�ZQQK������_x0000_���.�֗^</a:t></a:r><a:endParaRPr lang="en-GB"/></a:p><a:p><a:r><a:rPr lang="en-GB"/><a:t>d_m�է��8*�DIk���D@:�L�g����&gt;�w-�X�\r��5u?��I�S:�Ky�y�J����_�&lt;�&apos;��_x0000_�a�]���&gt;֐�p=�h�3�o|����TMTi��UcL�</a:t></a:r><a:endParaRPr lang="en-GB"/></a:p><a:p><a:r><a:rPr lang="en-GB"/><a:t>��l����@����|$�����V��[��\r��_x0000_ȵ� ��fWA��X��b	��45xϑ=}�3**�n��슺s�sW���ՍD{s�&apos;!n�</a:t></a:r><a:endParaRPr lang="en-GB"/></a:p><a:p><a:r><a:rPr lang="en-GB"/><a:t>4lc���^&gt;|��ZJ�1����oQ�4����C=���8�c�����b</a:t></a:r><a:endParaRPr lang="en-GB"/></a:p><a:p><a:r><a:rPr lang="en-GB"/><a:t>/i�Y�*f��~��&amp;���H���-_�G�sW��@�q�7���&apos;Y�&gt;@�-(���Ґ�m��}�)�؂&gt;�������+��_x0000_�_x0000_�:H����ȼ�����e�����_x0000_�o��!Ok�_x0000_�~���[�#�?�m�Òw��W�k���M�&gt;�</a:t></a:r><a:endParaRPr lang="en-GB"/></a:p><a:p><a:r><a:rPr lang="en-GB"/><a:t>i�J�_x0000_�[o�9�#��_x0000_4��j$�_x0000_ p��_x0000_&apos;�����ۢ^?Ǝ�G��_x0000__���Y�{ԄP�_x0000_��_x0000_�}���̀Э=;�o�:-{����O�y(:�g�?nf��</a:t></a:r><a:endParaRPr lang="en-GB"/></a:p><a:p><a:r><a:rPr lang="en-GB"/><a:t>L��a�D�z&apos;���F?Aa��_x0000_y���&gt;��M`��_x0000_��_x0000_�]K�6�J�����_x0000_��&amp;z���ʏ���&apos;��Xl�ǟ�]Y��3���&amp;�b3��$��_x0000_�˳���葮G3_�H���MO�Z�Bضx�\RU�=(����w���p�(X�4�|�G�Ӵ�PQRc��Lu</a:t></a:r><a:endParaRPr lang="en-GB"/></a:p><a:p><a:r><a:rPr lang="en-GB"/><a:t>&apos;E���0�4�Q�0�|4bFG����%X��@5U_x0000_q���_w�]	_x0000_g��F��d[��z</a:t></a:r><a:endParaRPr lang="en-GB"/></a:p><a:p><a:r><a:rPr lang="en-GB"/><a:t>�����N����|1�|����aRKU��T���U$C����*wV��ԡ�G6F�[Me2����&lt;{��9��N���v��[�0i��z~y�(:-�˫�v7��ƽ�����=��)�:߷0�&apos;���w&gt;&quot;����*KI&amp;Z�����</a:t></a:r><a:endParaRPr lang="en-GB"/></a:p><a:p><a:r><a:rPr lang="en-GB"/><a:t>�c�(�/o]�xY@�G�	�ˬ��㙎﷘\Ԡ8���l��G�����)~oo��`��3N��_x0000_}�#���u���_x0000_���&lt;�~���t��K_x0000_5i%� [�ouo��ܩ����_x0000_#���O=%49Z��&lt;F.��j������Qc�)c3UWVO9�F��َ�9?�j�k��ҽ]��vk</a:t></a:r><a:endParaRPr lang="en-GB"/></a:p><a:p><a:r><a:rPr lang="en-GB"/><a:t>�+��_x0000_A��!K�?������9ݳ���6�)sݭ�4�WK�_x0000_�֧�TS��MEn^X��8�XAC��I�3�ח�q`E������#�=b�=��0nck��E+����N:��km]������[��[/f�q�/gm�4Scv��۔➏���BMS5[_x0000_���_x0000_S����������oH�� �pP</a:t></a:r><a:endParaRPr lang="en-GB"/></a:p><a:p><a:r><a:rPr lang="en-GB"/><a:t>������_x0000_K����hc���ѩ��_������:�/µ�\}���Lu�z��{ߺ�]�</a:t></a:r><a:endParaRPr lang="en-GB"/></a:p><a:p><a:r><a:rPr lang="en-GB"/><a:t>��B&gt;���[�sϺJ�WI�����3F45�??N�(�Ud!��S�(���A�{�{�bG��_&gt;��X���3����u�?�(��W���D�|�n&gt;��#&gt;թ�FLu���Q���C�Ʀ��Ao����G_x0000_�Sn�j��</a:t></a:r><a:endParaRPr lang="en-GB"/></a:p><a:p><a:r><a:rPr lang="en-GB"/><a:t>���H�~���uECL`w�8��GӏV�YR���dbGI�1�i�!�4�)���8&quot;5p_x0000_����M�0����|� ����j�B��q��}a����oi@������UKxG����{s��$����</a:t></a:r><a:endParaRPr lang="en-GB"/></a:p><a:p><a:r><a:rPr lang="en-GB"/><a:t>�{#x��:m����_wf���_x0000_���6��}RM�ƿR���x����W3O?�~ސn���j����p�0���=z����k���#�f�(ZM��]�����vHqsdN�ݐѻ��FzZI�ʧ�c�y�m�[m�&gt;Ԕdpb���ӇQ��i������r448���}z�x�&quot;</a:t></a:r><a:endParaRPr lang="en-GB"/></a:p><a:p><a:r><a:rPr lang="en-GB"/><a:t>��V����G��*�p6~Z��Z�?.4�s��e��&gt;W���w��5׽��u�~㎽�_�mr.?��y��F�ƥ�?�zO$��U��x��ty`ĒB�&amp;�F�����������[��������0.T~&gt;5�_x0000_/D������������&lt;�����&amp;����q�����A`�l_x0000_�D�Ȫ�!�q�%���)\Is�%���MiGSZS��i�a������I</a:t></a:r><a:endParaRPr lang="en-GB"/></a:p><a:p><a:r><a:rPr lang="en-GB"/><a:t>��Y��0�{S��AZ}�k��0��/�����񡘇�=��R�׷g:q��.tz��b�|��4�%��~���`�ݮ�������[k����? ~]q��O�L}��M��aР�}Ly�_x0000_emǏ��v���;��o�=VwpUәR�_x0000_��ld@}�d�TqAI�ڪ��hi�Sy������7W�G�7Q�i�]L�*�:qƣ瞰&apos;l�d�y��Ó�</a:t></a:r><a:endParaRPr lang="en-GB"/></a:p><a:p><a:r><a:rPr lang="en-GB"/><a:t>�ĕ��pu3</a:t></a:r><a:endParaRPr lang="en-GB"/></a:p><a:p><a:r><a:rPr lang="en-GB"/><a:t>:�$w�J�ɥz)��N��?�1���&gt;��N�ޕ���;n���0�|�qyݗ�h�B����=��:�q�_x0000_����&amp;}�yK��t7i��m8䍵0�`&lt;H&amp;�9+���=t�ߓ7�����$+��W��MI($,QjE&lt;���</a:t></a:r><a:endParaRPr lang="en-GB"/></a:p><a:p><a:r><a:rPr lang="en-GB"/><a:t>em�u0������s�]�[7ƻ����jo����&amp;O��q��S�Z�B��Lc</a:t></a:r><a:endParaRPr lang="en-GB"/></a:p><a:p><a:r><a:rPr lang="en-GB"/><a:t>6fm����_x0000_�1J��$jS�r85V�P:l;���</a:t></a:r><a:endParaRPr lang="en-GB"/></a:p><a:p><a:r><a:rPr lang="en-GB"/><a:t>���~���@ �/</a:t></a:r><a:endParaRPr lang="en-GB"/></a:p><a:p><a:r><a:rPr lang="en-GB"/><a:t>B��p���_x0000_������֛������~j|v�</a:t></a:r><a:endParaRPr lang="en-GB"/></a:p><a:p><a:r><a:rPr lang="en-GB"/><a:t>��Am:Zl.���?�l|���@�֪%����U��&gt;���u���5�^ؒ��P�	��1��:qj	*���˜�</a:t></a:r><a:endParaRPr lang="en-GB"/></a:p><a:p><a:r><a:rPr lang="en-GB"/><a:t>��&quot;��(xW9Κ�8��M�B�н�&lt;������\j���lg�7�q�gHh�2���AoBNI5������_x0000_\�0��B2���[��_x0000_�������U�BzQ@MiS���/HU��_x0000_̳�NL��o��9�f�̢��O�,�C��ä2���5��Q�7&gt;�3y</a:t></a:r><a:endParaRPr lang="en-GB"/></a:p><a:p><a:r><a:rPr lang="en-GB"/><a:t>6B�cyfܙ��ᵍ���ø �&quot;V��Q�T����US���x���z:�Qڻ�zǯ{�����n��=���[C7D�=�D��&quot;�%�CS?���[&lt;5,N!��$���p٨?����n�ya�Ǉ��x.�����@�~�Aa�Ā?OǴ0��x��#��J�O��F?��_x0000_W��K�_x0000_0S������_x0000_�o_����&amp;����l&lt;�ɿ����T�|�����7${��Fq=1�i</a:t></a:r><a:endParaRPr lang="en-GB"/></a:p><a:p><a:r><a:rPr lang="en-GB"/><a:t>ʏb�����|�_x0000_���Ө�v��o&quot;���� S�$�jӊ��N��b��09*,�;�����8�֫��eh��br���wCQO$r����ھ�{yu+j=?O���][����u�~��{ߺ�^��׽��u�~��{ߺ�^��׽��u�~��{ߺ�^��׽��u�~��{ߺ�^��׽��u�~��{ߺ�^��׽��u�~��{ߺ�^��׽��u�~��{ߺ�_����ߺ�^��׽��u�~��x�_x0000_���_x0000_�{�^�+�4sZEH��-��+�����+�~��{�^�C_���0V�\&gt;V��c�z�s�v��|�޵]��ژL��_x0000_��l^��a�H�ۯ#L���hi��F���=�����tm�_�R����t�_x0000_%N��N��[�i&gt;k�_x0000_.*������6?�s�vF)�a�n��Ky�Ͽ�fR��AV�4�B����&amp;6M�O��_x0000_͗��oLw��;�O�wY�٥�M�Xm���:z=��&amp;�66��ۆ�(�&gt;�r��)bg�H���.�u�N�����M�_x0000_�+�{ѽg�9/���&apos;Y�g�n������f���=�ԟ���8B�0���1F��Z����G�u�����7����_x0000_�?�����ӻ&apos;������ݯ��gm��ߵ�;�&gt;0�������C!.YZJ���U.jj�~R��u���U*�a��u��=	2��%�B�n�q���.?��{�^�_��&gt;|R���_x0000_	����.��{?�z��g���pPm\57oC�ۻum����weSAR�j�[QKIRO�#BtE���G+����~Z=�_x0000_��*����j��mG��h������6#n���7j���5N[-#&amp;G&quot;��x�%�~���^�;T�O�Us|�</a:t></a:r><a:endParaRPr lang="en-GB"/></a:p><a:p><a:r><a:rPr lang="en-GB"/><a:t>��ػs�N#o�����s��[`����ō8�l�fZjh�,Z@b��}׺T���5�˧a�]���?�_�M��1}G�:��͍����������خ�ͳAU]��Hi���7(�� ��$h��{�_x0000_�|�7���nsԿ��o�_x0000_1/�?�-�_|������c�E��;*	��1z���y�2;�*f�Y�1�Ǚ�Y�I�*��׺�������R={��oP�[m-ݖ���\�k)��_x0000_��9��8��\�=G��������e	</a:t></a:r><a:endParaRPr lang="en-GB"/></a:p><a:p><a:r><a:rPr lang="en-GB"/><a:t>B�&quot;��u���*q&apos;Ï�6Fr��4M^a��3 &lt;����*@ab�u��ۉ��O���a{��w�ꯚ0��~������n�ٸn��o=����nN����������i�j�4��_x0000_��ǀ���UUM������ëwߌm�����YU�ٙ����&gt;��|��mz�VfkXVR�i樇+h�5_x0000_�I����:O�?z�g)���o�_��ѓ���l�̖#�[*��;��1ȍٶ�4�D#`��X�AY*	*&lt;��&gt;�����|����i��&gt;e��&quot;t_�N���_x0000_�!{cnu~������b&gt;{pnަ�9�&amp;c[6v���kbǫТ-0�G8�ߺ�A.������_x0000_�?�F��_&gt;9�������,������\o�&gt;��mi���#���жڋu�����Ҥ��:;S���tv~N+��ؿ��f��}C�6ɟ��s����쭱��n��N��=�a�۫zQyrYl�KS�i)�J�&lt;mXb���D^�׺:����e�n~Bma���|��Scw0ѽg��g�omE]A�2�Y��KkmH**#d&amp;jJ��41b}׺��&quot;$Y�\��&amp;ײ�.I,��7&amp;�_x0000_�ߺ�Yt-�a�����}��u݀�q���u�{�`�m�_x0000_���o���w�#��</a:t></a:r><a:endParaRPr lang="en-GB"/></a:p><a:p><a:r><a:rPr lang="en-GB"/><a:t>���&apos;pc+bn*�r�K���2�~��Vgi$��W������V���ՓOO��&gt;�&apos;�;��&amp;�d|�y����8����O������N�_x0000_�z��������?����c\f������?��3NA��=�ߘ��Q�l���.�Q�c����G��_x0000_�oN�h|���;	�4��:O�~6vF�&gt;��hs9���c���K60&amp;���,Pc\���de3C�1vO�o�?*�|m}�߿ˋ�{K��_x0000_�&amp;��S���𻱶W�M�������&apos;b��;�</a:t></a:r><a:endParaRPr lang="en-GB"/></a:p><a:p><a:r><a:rPr lang="en-GB"/><a:t>�S��g`뫙1��Y%��&amp;Q�r|HK��H�K|��_x0000_Џc�L�	�5����ZV�ӫ��u��s�������=ג��&lt;?�����*d�AQ%~��U������V�������$�R���	��W&apos;�ԛ��B!��*v��P4��tz:{�������g�^��ř�y67lll��O_x0000_Q&amp;Bl��L ��zW�Q ���m6�Kv-��O��xt�����ҫ���4�ABkS���|,��_x0000_���؟�O1�/��r������|~��tR&gt;�o�</a:t></a:r><a:endParaRPr lang="en-GB"/></a:p><a:p><a:r><a:rPr lang="en-GB"/><a:t>Z&amp;K4�</a:t></a:r><a:endParaRPr lang="en-GB"/></a:p><a:p><a:r><a:rPr lang="en-GB"/><a:t>��m���	Jhd���w��f�lL��_x0000_H�kJ�t��Pu=@j��S_I})�X�X���@��hUF���ZŁ��$�_x0000_�#0g�A~\����_x0000_$�-ɸT:���_x0000_��/#��Z���(8c�[J��n~�_x0000_</a:t></a:r><a:endParaRPr lang="en-GB"/></a:p><a:p><a:r><a:rPr lang="en-GB"/><a:t>͗�����Q%��5F���_x0000_g��k�/&quot;��Pp��\g��긿���/������a�_ {s/7X�`���]��+-��+@��`���g*R8�k05pi�J���_x0000_QV,+�ƀ��</a:t></a:r><a:endParaRPr lang="en-GB"/></a:p><a:p><a:r><a:rPr lang="en-GB"/><a:t>**�</a:t></a:r><a:endParaRPr lang="en-GB"/></a:p><a:p><a:r><a:rPr lang="en-GB"/><a:t>��{c�w~}�]�`��BTU�I�($$(I�]��gT.���M���]߹����#s�{�{?3*O����S�����B�1Ԫ�����D�j�H�u��n�J�Q�@8�&lt;�&gt;$�Ǯ�{O�o�������7H�?�8�&gt;�|jr*����&amp;���I�_x0000_������#��</a:t></a:r><a:endParaRPr lang="en-GB"/></a:p><a:p><a:r><a:rPr lang="en-GB"/><a:t>f����+(p�c�ɺ76N�s��g�4��qokvXe�u,I�sY�=</a:t></a:r><a:endParaRPr lang="en-GB"/></a:p><a:p><a:r><a:rPr lang="en-GB"/><a:t>=տ��k�7~kЉ%߆�(�Z@!�</a:t></a:r><a:endParaRPr lang="en-GB"/></a:p><a:p><a:r><a:rPr lang="en-GB"/><a:t>5&amp;������M�x/���ڛwQ�LN����}oWY�d��[�HܞM�}�fFs�N�+P˨�n[���T���Q��4�$�$䓓Z���_x0000_�����m�U�E:Z̲�_x0000_��:���I���{�{�^���׺��u���{�{�^���׺��u���{�{�^���׺��u���{�{�^�jY����Ժ�A^�_x0000_@@&lt;�Ǻ8���Q��p��x��ªQ�B*;�k�ʼ�����}��zi�$Y�0���B)�8vgU�T�F��VW�CG%m:�&lt;���ͮ/#�m��P�)</a:t></a:r><a:endParaRPr lang="en-GB"/></a:p><a:p><a:r><a:rPr lang="en-GB"/><a:t>���Z�K�{�i&quot;���K��{�k�&apos;$�ʶׅ�wW����v�&quot;&quot;���I���-�6�����g`���ـ��O�x�A��d������tt��</a:t></a:r><a:endParaRPr lang="en-GB"/></a:p><a:p><a:r><a:rPr lang="en-GB"/><a:t>��F:</a:t></a:r><a:endParaRPr lang="en-GB"/></a:p><a:p><a:r><a:rPr lang="en-GB"/><a:t>��M�C{�K�G�~�I����έ!yXq���58�$�îcr&gt;�x�W�}M</a:t></a:r><a:endParaRPr lang="en-GB"/></a:p><a:p><a:r><a:rPr lang="en-GB"/><a:t>�ԂJU�@�{|�R�c�0G[)&apos;ߌ�=_�5���h5vO�AM]M-TL�Xn��V�ݩF&quot;�j�L�A|�M��M&gt;���з:������J�ॉ���Y��7+����� �Aq�;(#��o`WҤ��_x0000_{Z��p^��	�@�+Q�p���e�m��8�49:kZj��iZW�^���q���	��/}zH��ۋ��_lȎ�</a:t></a:r><a:endParaRPr lang="en-GB"/></a:p><a:p><a:r><a:rPr lang="en-GB"/><a:t>�(A&gt;��=^5�</a:t></a:r><a:endParaRPr lang="en-GB"/></a:p><a:p><a:r><a:rPr lang="en-GB"/><a:t>3@z�U���*����%�MK�ya��K0U�:�	v�s��xL�~����=%�~�m��[���d/��:�5P������e�|r�C$��F������`�@Ex����_x0000_�t�勥�r����#FI(G�B��O��z)_7~*��b�w��;&gt;J���%��{sVQ�W#?���ޚu���VRK%4�x#Mǣ؛jޤ�ÊC�V��t�W���,!�1,�&apos;*GغH��[���CѝG���rRoM��o����������&gt;�VS�R����O�q����/�9aU�	mdS�MF��|�G���</a:t></a:r><a:endParaRPr lang="en-GB"/></a:p><a:p><a:r><a:rPr lang="en-GB"/><a:t>����E_x0000_&gt;T���8R��:��tk�l@?���_x0000_B??�V��EBʝ6l嘋�r&gt;�%4}Te�T�2:�=U&gt;	�U4���8d��V�U�E</a:t></a:r><a:endParaRPr lang="en-GB"/></a:p><a:p><a:r><a:rPr lang="en-GB"/><a:t>�����ap�B����J�����	�.��&gt;��/�O=���N���j;+��&apos;���GTO��|:��΁������Cghw?s�E�A��h���s�y4�UWRD�;j�mZjrR�8������My�$*��F�_x0000_�%T��p����㜏5_.�f���֒%i���gV��C2�7Jmg�6f������6��c6���{s��f��Ec0�{��MD�U���&lt;�3J�)��ĝ�#��Q�I#�|�ޜ��m�6�m��uiP_x0000_��t��x_x0000_y��}O嘻�1�?��{*�B�z��WR�����p����G^��׽�u�5.G����?P9�_x0000_o�&apos;�	���(A�-�^5���&amp;�_x0000_7&gt;m�����ʪ\�{#�X���z���{�r5&gt;��89j|]#&lt;Re2�JRDڬҴvY�#T�?g�^��wH�T���TR���&apos;����&gt;?�]�?���A�������k�~&gt;d����sl�����6�F���D�*()�B\����RY,�ng��m&quot;:G�B��_x0000_�n���ɷ�0�7U3�����ļ&gt;����\��ʀ���i�+xb�&quot;�eliP�{�n�gܮ��r4��]�S�=d��f�m���(B��R�T�1׀�_x0000_�Mv��f,�ēr}�#3nF�����b�Q6�T_x0000__x0000_���_&gt;�=��X��+r:��y��?ߏ������G�.[�_x0000_����= ���l�_x0000_�Z��_x0000_%�&quot;�~n�*ƍd�l�?f�VEexi�@�-rjy?��&gt;�~v���&lt;�㣬U�CkK�v��B�)हq�z�ȳZ2����ܒ�.��_������z�9�oY�afdRx�i@ͨ(���u]&amp;6�������䊝g�����qR�KIm�*�,�mA!��pZ��Kh�CF���_x0000_�����͜э�[T�Z�QS�FA�ʘ�W�f�T����7�/��������dRhz�1�Ѽ�e�k�b=}��_x0000_/]�Xܞ-�?��m�C�gԢ��F��7^��?�&gt;��_x0000_�����˫�^�_�ɽ�_x0000_��ow!P��?oU&quot;��Y�[�P^�����ݿ�}������?�������תP�q���zoZ&amp;e���_x0000_�x�lb�J��6�ۓ�WNF�?pX��W�_ܣ�����:F�/EE~�#��U�7m�Ԭ&gt;GWq4���a,�ʠjuW-�x��?ē�g���t�Ɨ�Ģ�����ouml	�PP���xu�B�}+s�x�������ƿ�F�&quot;,�_x0000_ �x�/��oz�@�ׯ}uߝv���] ��o{QL�uTc�&apos;���3��n��,�_~�M����Z,m�ل��$�Z��e����-~}���a������o�ܪ7#����@�&gt;�P=m���?�����f&gt;+ll.J�Yg���,�_x0000__T�cy$��+��΢IJ��_x0000_�);�a�kÏA�˖H��C�EC����B?�j��ǰ{7�h����[��TJ��_x0000_n?��Msn�e�!ӫ����A�нD��-�[��{b��޳�3��\�i�O���s���鳰E�b����/p_��g���	�ͨ���&gt;��&apos;&quot;��;.�S��=��a��_x0000_V��o��ϰ���j,o����!t�������r��]��UA?�핺�Y}����ڶ�_x0000_�</a:t></a:r><a:endParaRPr lang="en-GB"/></a:p><a:p><a:r><a:rPr lang="en-GB"/><a:t>7ډ�_x0000_@�mvwW��^�GO����W��ڛ+���_x0000_�2�+���ܷ�q �_x0000_n���d���mb$����.̲9Gwfdՠ�$��נ�@?����i�����������mm�A(�u:</a:t></a:r><a:endParaRPr lang="en-GB"/></a:p><a:p><a:r><a:rPr lang="en-GB"/><a:t>�_x0000_.�A}*�� -�������</a:t></a:r><a:endParaRPr lang="en-GB"/></a:p><a:p><a:r><a:rPr lang="en-GB"/><a:t>H���L�̡&amp;:� ��# 梣שT��M&lt;0���</a:t></a:r><a:endParaRPr lang="en-GB"/></a:p><a:p><a:r><a:rPr lang="en-GB"/><a:t>�j#�|3�߷Qa������϶�Y�L</a:t></a:r><a:endParaRPr lang="en-GB"/></a:p><a:p><a:r><a:rPr lang="en-GB"/><a:t>����=&amp;��+�1̡�֭�=�&gt;����J�ƍ�Y����5��_(z�D�[[%����z�C���d��j�-Lh&gt;ʿ���f���ea�ں_��Q��9W*t�$�1H�&lt;:-ۯ��{�{Y^��e��_x0000_ѻE0���c����6_��g��r��+�ٵۋ�޸�����rx*�+��L�).G�p��$n{j���;���@�_x0000_?S폹F���j�{G���ק�Q_C��p��(��9����l�a����q�SJ�?���qk&gt;�w��</a:t></a:r><a:endParaRPr lang="en-GB"/></a:p><a:p><a:r><a:rPr lang="en-GB"/><a:t>=_x0000_u�_x0000_1�(漏��h�)���m���Gs)ұ~�=(��</a:t></a:r><a:endParaRPr lang="en-GB"/></a:p><a:p><a:r><a:rPr lang="en-GB"/><a:t>Mp��k�n�76��{���q�����A-^Wu��NK&amp;j��z��q�H�Y���}��&lt;���*@�</a:t></a:r><a:endParaRPr lang="en-GB"/></a:p><a:p><a:r><a:rPr lang="en-GB"/><a:t>?���]���m��z҂!VzjS]&quot;��=&gt;_oTm�ݹ���ϴr_&gt;ǔ���t�_x0000_���t͌�d02M���O5:����.�d�LϦ���˼�����xѩ��P�c�;s%�2He�&apos;��F��Ef�q�eߌz��/K�N��\�m-����d�Ctn��SN��ݛ�x��U����Qb</a:t></a:r><a:endParaRPr lang="en-GB"/></a:p><a:p><a:r><a:rPr lang="en-GB"/><a:t>��&quot;���/щ����~DJtE��G</a:t></a:r><a:endParaRPr lang="en-GB"/></a:p><a:p><a:r><a:rPr lang="en-GB"/><a:t>	�@�lv�z�T�Ϧ:�����%�����~O��_x0000_����&lt;Ez=r�j�S9�_x0000_?\��;���|���fH&amp;���^�^�:��u���{���R</a:t></a:r><a:endParaRPr lang="en-GB"/></a:p><a:p><a:r><a:rPr lang="en-GB"/><a:t>��˭T�T�����k(�OE7���*�n�t�U]*�1���@��ju?:ʸ�-^+�&gt;��Z�8s���X�q���_x0000_�\?M=G|��Ef�#�m�1��j&gt;�������</a:t></a:r><a:endParaRPr lang="en-GB"/></a:p><a:p><a:r><a:rPr lang="en-GB"/><a:t>���&amp;o_�d��&gt;��]�D��Y��o�ϼv�_x0000_��=Er:̈��%�&gt;�:q^�Ɯq���P_�Է�h$D[���N]�Ѕ�o]�	w ��#X�_x0000_U��k�&gt;�)��w}� -}1���*��?��N�_x0000_9^؛�~����5ܻ�</a:t></a:r><a:endParaRPr lang="en-GB"/></a:p><a:p><a:r><a:rPr lang="en-GB"/><a:t>�b9Z��X���g�C)</a:t></a:r><a:endParaRPr lang="en-GB"/></a:p><a:p><a:r><a:rPr lang="en-GB"/><a:t>b����~</a:t></a:r><a:endParaRPr lang="en-GB"/></a:p><a:p><a:r><a:rPr lang="en-GB"/><a:t>�SplG���@�2\ޠ��%�����2�0 ���7�</a:t></a:r><a:endParaRPr lang="en-GB"/></a:p><a:p><a:r><a:rPr lang="en-GB"/><a:t>��r����3E+]Ʋhb�$L��F�j�N�JF���ѱ�-��&gt;&quot;�fĞ�i2�g�n��Q.�߲&gt;��A,J?T/9������9�7o}��s)J�,ui_x0000_�i$����z{�Y��_x0000_{Rݤ��B qb)���OF���_x0000_[�a�</a:t></a:r><a:endParaRPr lang="en-GB"/></a:p><a:p><a:r><a:rPr lang="en-GB"/><a:t>u�R����xW�Μ:�I$榧��t�޽��{�{�^�ueV ����A׭���</a:t></a:r><a:endParaRPr lang="en-GB"/></a:p><a:p><a:r><a:rPr lang="en-GB"/><a:t>��_x0000_����R5���Tmatk[P���G���T��t�}�ՖFDeRF��*&gt;~�ߚ��ˮ��}u_.;z��Vf��wʈ�[s{E�C��x�-t�D��R�B�@�����������ee�V*}x�)��yV�v�%I���8j��dd�&apos;	��Z�����-��:Wom��]�S��Z�3���gn������jXU�L��T��1����</a:t></a:r><a:endParaRPr lang="en-GB"/></a:p><a:p><a:r><a:rPr lang="en-GB"/><a:t>���ٸ�������;}��yqol�����F�칦p:����,�0�_m�]���H�Ď��%��&gt;�����c��%&amp;O</a:t></a:r><a:endParaRPr lang="en-GB"/></a:p><a:p><a:r><a:rPr lang="en-GB"/><a:t>��������l}e6F?���j</a:t></a:r><a:endParaRPr lang="en-GB"/></a:p><a:p><a:r><a:rPr lang="en-GB"/><a:t>�D��p��R�[M���</a:t></a:r><a:endParaRPr lang="en-GB"/></a:p><a:p><a:r><a:rPr lang="en-GB"/><a:t>_A�_��W�tҾ��T�I&apos;���#�����2]A�q��#Q��9d�����W��|~=��7���5!+�ɫ�\�I�</a:t></a:r><a:endParaRPr lang="en-GB"/></a:p><a:p><a:r><a:rPr lang="en-GB"/><a:t>ćK_x0000_!?ty�x�w��c�@�h�Tgf&quot;���j)��CoQ�&lt;��/��¨Q[�1�Vfb4�*ǈ�������v�Q��]����S�n���%���;Qa;��2�O�z}D��I��B��usMX���X��#�Yx�F�I�����m%C�b*T�_x0000_�!*sN��͒m���];i$��G�����7e���é�m�y��_x0000_��3���g�</a:t></a:r><a:endParaRPr lang="en-GB"/></a:p><a:p><a:r><a:rPr lang="en-GB"/><a:t>�]��x�p�=ߍ�P�λ�4</a:t></a:r><a:endParaRPr lang="en-GB"/></a:p><a:p><a:r><a:rPr lang="en-GB"/><a:t>ũr�j����&amp;</a:t></a:r><a:endParaRPr lang="en-GB"/></a:p><a:p><a:r><a:rPr lang="en-GB"/><a:t>*K���o;&lt;�}�:�k�B#Ɂ���/6���-T��@���&lt;k�_x0000_	2�؁����y?�a؄�m$�g֜:[�:���}�q,�H���(�%C��$m�y�K��_x0000_�3��;�e��_x0000_W�z���d_x0000_\V��&lt;q��^���v�_x0000_/��]����3�o�i7���5e`��7�\��O��x	�D���t�#�b�J���]N��۶n1�ڪ��P�p�i_x0000_ACA�M[�6{����#�_x0000_ҕ:}~`ּ(O�V謤H[�H�z���t��OT���,�_x0000_�&gt;�=�8��i��g��R�]N)���X�˦-ʹ����{�a�-&amp;��;�l�vv�ە��MK���������Kआ�*�Q���Iů��H�c$}����t�0[-ݱR��D���H�L</a:t></a:r><a:endParaRPr lang="en-GB"/></a:p><a:p><a:r><a:rPr lang="en-GB"/><a:t>A�Zp�&amp;����QE���ϸ7vw��_x0000_��梠�}ǖ��d�W���l�@��y&amp;c%Sb`Y��E�hG��&gt;�=�vۖ��ő�1&amp;��#�嚏@�yu��MrcTи��)\���&gt;���SyV%Y�p	2��YHPx������2:@i^�&apos;����_x0000_{��F�S�z��3�?n�����{�{�^���׺��u���{�{�^���׺��u���{�{�^���׺��u���{�{�^���׺��u���{�{�^���׺��u���{�{�^���׺��u���{�����ߺ�^��׽��u�~��{ߺ�P�&quot;�;F��!x�&lt;e�1�Ga�� ���^��w���ű~	n��ӷq{���f���&gt;+5��vT��]�W�w[��Y|�!]Q�_x0000_zc:=C�~��+���G����O��	�1��~����/�II��Q�w7DS5^V�rR�</a:t></a:r><a:endParaRPr lang="en-GB"/></a:p><a:p><a:r><a:rPr lang="en-GB"/><a:t>����j!�i��cf_x0000_{�^��K���?��Ib{_�Ŏ����</a:t></a:r><a:endParaRPr lang="en-GB"/></a:p><a:p><a:r><a:rPr lang="en-GB"/><a:t>������1��gda�Ł��TQ��(r�F�t�oF*&quot;T�$�b�G�Ԋ�	�����U.����%����{ w�V~��~��oZ-�S���bW�_����ci��uH��E��^�����mҿ1vO\��r�m������v��l%g��rC&apos;�d�ִ2��� G���e�:��u�����~*o���|~��O�E�۸������j�m�������B��QB�fEsv���~��/�D|���S�?�7gP���k��a7T�]�(:�z</a:t></a:r><a:endParaRPr lang="en-GB"/></a:p><a:p><a:r><a:rPr lang="en-GB"/><a:t>��O.�0L����h�ed��Q3\{�uI�_x0000_�&apos;h|v������_x0000_&apos;�����Sj��&apos;ҿ�G�|n�Ο��kŽz�q+9�u0l��U}�B52�{�W�S�&apos;����_x0000_0���?w?��3�[����OzP׿d�^���Y���l&gt;䯯�G_����*��Jkdgj�.�G3{�tdvw�</a:t></a:r><a:endParaRPr lang="en-GB"/></a:p><a:p><a:r><a:rPr lang="en-GB"/><a:t>�g��;2�qv��^�讪�b�GW|B�O�{�|�L��߯�/���:������#�c(��</a:t></a:r><a:endParaRPr lang="en-GB"/></a:p><a:p><a:r><a:rPr lang="en-GB"/><a:t>�`O$H�2���t5���P�_x0000_~J|��|�������{v�]���Kq|J﬿IA��3j�,8|/cA���j���qMMYM%=Dq&quot;,3�G��^��������|��]{&apos;z�����Ք�S��EM��]��</a:t></a:r><a:endParaRPr lang="en-GB"/></a:p><a:p><a:r><a:rPr lang="en-GB"/><a:t>4TU����rՙw�p�-���k�i�iܢ����^�ٺ�daz�`l&gt;���W�덥�6ق�o��������Ì�[�M$p�y���{�G�u�{#�����;W�0]��究�_x0000_~�����O���7r���.�݆0���a�-�F����j,vv�jb&amp;&amp;7uou�l��q�z�r�y�&gt;����_+v�ݕ��v��gt�fu��Â�]A��v�U[H�,}\��7&apos;~�u�g��_x0000_�#�����]�������;Sao������dmHj!�n�����K%M:O3$�d:�5��-���/�G|{��:ϱߴ�Qt�}�w]��ɯ���]������`m��ކ�!M�b�d��$�P�Y[Z2-�Ӯ��R�z��{�F��9�~N6Z��&apos;cn���n���|�m�d���|�qWR���O$q�&quot;�.��׺�D����A�cQAҝ��hl]����ֽ�k�K����0i�!����% �%Z���T�f����!�B�����7�|v7y��T�/�^�� {O��Y+j��oZ�S�:z�:U*gco�*9|��XՀ��{�uw�Ʀ�p���r����~�_~��f��׽��u�~��u`E� �o��_x0000_���^�U�͇ g�?��׺!_̗�</a:t></a:r><a:endParaRPr lang="en-GB"/></a:p><a:p><a:r><a:rPr lang="en-GB"/><a:t>?������,z�</a:t></a:r><a:endParaRPr lang="en-GB"/></a:p><a:p><a:r><a:rPr lang="en-GB"/><a:t>��õz�e������I�z�e��Q�E��飔���e��#b��醾��_x0000_��ĳJ�g�_Θ�|��S����\����x�s%U����{�)��_�ݙ�]��{�1S������w?��h��B���Y1P���+��*������N(?	j���Ehz7���PK���{T�j1���&lt;�@�%EE^7�_x0000_Y��_x0000__i��k&apos;����i�;2��LP~X�_x0000_Z�7/�?{�?���_�jo�;{z.�����g�ٛ��:�m����vC!�������*�SM��h&amp;��P��(L�w�_x0000_G�@8�&apos;��1&lt;+��&apos;���$}��~?�P�4�JW��m���&apos;�۸���4�O�-������?\���{�(zXV:���G۴�\E3�&amp;V��C��F�e��&lt;m����Ih�R�&amp;�BI����f��rIY��</a:t></a:r><a:endParaRPr lang="en-GB"/></a:p><a:p><a:r><a:rPr lang="en-GB"/><a:t>�i�</a:t></a:r><a:endParaRPr lang="en-GB"/></a:p><a:p><a:r><a:rPr lang="en-GB"/><a:t>ya���J�����+/U1O��(�o&lt;8������3�lh_�&gt;&lt;dR?�����}Ds����rE��,kTe�</a:t></a:r><a:endParaRPr lang="en-GB"/></a:p><a:p><a:r><a:rPr lang="en-GB"/><a:t>0bM&lt;��|����N��It�����GMy���;�19���S�_�~�뭙��g�7k�&gt;�e�7��ŶW1�~��U���SAl����G�����k�Q�k_��$�(#i|�K��o$v�[r�P�Қ�xk�FM1��Z���4��/�[�Ϙ? �����&quot;����~���[��</a:t></a:r><a:endParaRPr lang="en-GB"/></a:p><a:p><a:r><a:rPr lang="en-GB"/><a:t>�:U��n9�XZz�iܻ�g5y:�Z��@4SIP.6�m�</a:t></a:r><a:endParaRPr lang="en-GB"/></a:p><a:p><a:r><a:rPr lang="en-GB"/><a:t>�&amp;�UH�Q�%ӉbM)L���Z�&amp;]���+S*8R�T9%�J�EA,H�5�f��mw���p�鳷~���UP�4ݧ�Nz��OOW^�3Uc��4Vh����3/6�W��!&lt;�)����d��n?�������7k��ڿp�d���x-)R[QvО&lt;��T���:x���Ky�Z��:�S,{�q?ko�]Wz}��:|4Ո?\U������$��NP�d���ҫ��~_�}z_���w�sڽ����ftG}4�2ɀ	SC�|ɮ+�;$�f�_x0000_v;4���yS3&gt;��\�&apos;���_x0000_��|&lt;�:X�E�:�����{���F�!�iX���_x0000_Q돴�(��{�^���׺��u���{�{�^���׺��u���{�{�^���׺��u���{���_x0000_���={����_x0000_��&gt;�������|xf����zj��V��e�6fa7</a:t></a:r><a:endParaRPr lang="en-GB"/></a:p><a:p><a:r><a:rPr lang="en-GB"/><a:t>C5\�,�L�xi�ia&lt;K5D��$V$�,����o��o�����~^�!��{���ǒ9v�w/�mTׁ� �J��c���g�k�ޝ��P�|��_x0000_�.qԔ��jz?��(���ki��S}���P�2���Mm����ʷ0���m5m$�vo�8b_x0000_� ��\&gt;����}=՛~�efۭ[*��h��B�yc����B���-�������%��Z�ݳ����d�54�I31�p�*؅O���T�&lt;;���7����������f�*Ei��vOs-����c	�v=�e@��N�����OK���AE��Q�c��4��Pਓ�1+D��|¢H H������5���o�+X�tj���g�8��?_��������6���G��ψ?g��u��6�&lt;KS��qǮ^������u��3) ��.G��_x0000_�����1?�	�}n9|7ӎ�}���_/�ߝ���&apos;&gt;4���ݹ��&apos;����ٲY:͇��M������O��&lt;��a^��u˕�lv���j�}&gt;a���={��O�q��*�ֵ#��\~}\��]c�׫1ݱ�ǎ�gL6��upK�:�t�F+��SFK5�I�u�I� 1.��&lt;ݴ���%����pMqE~]I��ͱ�w/Bk�Kz;p��1��|��щ��ʒ	_�G����?�}��� /�R</a:t></a:r><a:endParaRPr lang="en-GB"/></a:p><a:p><a:r><a:rPr lang="en-GB"/><a:t>&quot;n��}h�^��!@�*A�����_x0000_������	&quot;,Z�4�.&lt;}zD/G6H_x0000_���_x0000_��|�_x0000_�-�?�����ޝ^��3���1yL�-���px�ܮw)��:*~&quot;����9J��U�_x0000_�g�l</a:t></a:r><a:endParaRPr lang="en-GB"/></a:p><a:p><a:r><a:rPr lang="en-GB"/><a:t>&quot;3����.%[���]��M����u2V���B�4��7�hw��x�߉�</a:t></a:r><a:endParaRPr lang="en-GB"/></a:p><a:p><a:r><a:rPr lang="en-GB"/><a:t>����_x0000_pu��w���ki�wV��y�iȉ�(jJH�l-,��Vξz����I8��&quot;�(��\�������\��u����B�Ǡ�S5?�!�Al���WQ�K齻��1����y*2Y</a:t></a:r><a:endParaRPr lang="en-GB"/></a:p><a:p><a:r><a:rPr lang="en-GB"/><a:t>�MU��;�㎟/�wFR�UWT�`E8OgB����7M�4*@�ɧ�&gt;�m�</a:t></a:r><a:endParaRPr lang="en-GB"/></a:p><a:p><a:r><a:rPr lang="en-GB"/><a:t>Z��&gt;e�U�k�j+�͸�P��݋17gv�ؒY��ݜ�I&lt;�y&gt;�&lt;My��PU	�)׏�׽y|��ߺ�^��׾��:�Yi�/Q	Ҳ�$��K,���:}����X���O�M�MKG�-^g��������̯�W|w M��w��iԝg]ip�ng�gn�Wb�|��L����D�W&quot;�$Um^lsaa�</a:t></a:r><a:endParaRPr lang="en-GB"/></a:p><a:p><a:r><a:rPr lang="en-GB"/><a:t>&gt;�������rO�	e�Z��x������$�jէwZ���$YSRA&quot;��1������)�{�ߪ�w-u��1S����#��Q[�Z�D!(_x0000_�����_x0000_�_x0000__x0000__x0000_��^[S[��$��&apos;�����s��ҙ.VUп��G�G�͹�������@:C~�ު�u������}㝏�&amp;�{F�c�!��</a:t></a:r><a:endParaRPr lang="en-GB"/></a:p><a:p><a:r><a:rPr lang="en-GB"/><a:t>�E%�����_x0000_��ߖ䴕���[Ϳ�L�ࡧ�z����Ew���܍_o�}���UwV�Y���E </a:t></a:r><a:endParaRPr lang="en-GB"/></a:p><a:p><a:r><a:rPr lang="en-GB"/><a:t>o���k����#��}��a���^w��:�z8�w7�&apos;������Ql?�{�}�@�}u�;gcr[���8��U�N��c�Ssⶔ8�� l�J+� �R���1�,�9�NC�;ۖI*��*G�1��ǧY�\�|r#�xT�k�&apos;ώ=xy�X&gt;|��O�}�����7�]��&gt;�����m��^��y���7�D1��e{7�Vu����)�h?��TY��҅�h�k�yb�+s܀���Ar�S�-�{�4&amp;��9[{��A��;w�PROq5�jh)_&quot;FޝG�}%��&amp;�۝s�8��퇻�ې�Q�x���RCRk)�3,�H�gת�^��6��9�&apos;FC���B�j��Il����l���_x0000_�PR�@�Jp�ЮC!*���Ԏ�����X���ʂ���.��hG���ʲ4�$H$�Ge�����U��GN�G@9�J</a:t></a:r><a:endParaRPr lang="en-GB"/></a:p><a:p><a:r><a:rPr lang="en-GB"/><a:t>�����W�W��F&gt;�������c�U�p]���O��b�aw���b}pե�@H:eE� [؂ۓ���Ze�5R��RA�OAˮr�K���n#��3�Ei&quot;V</a:t></a:r><a:endParaRPr lang="en-GB"/></a:p><a:p><a:r><a:rPr lang="en-GB"/><a:t>ƅZ��#&gt;}D������&quot;y��$:O!E&quot;�yӱv�:���y&gt;�Ts��s_o�_x0000_Q7?=_����_x0000_��n4��ȫ�_x0000_5!�Y�_x0000_UC�[�n�_x0000_1��A���WB�7�_x0000_]�.��&gt;�߸���4����Z��</a:t></a:r><a:endParaRPr lang="en-GB"/></a:p><a:p><a:r><a:rPr lang="en-GB"/><a:t>Q:JZ~	յ��ջӖ��N�́��4�� 5�	?��ܮp���[X,]^�txD!��[I����[h�&lt;��C#�B�D���x��o.�na)�ׇ���[y��b(~QZZ㮇��?�����ٽI���_x0000_j��?�=w�7׽�u�@�R��o��ּz��:A�W����o��l�����Ԟ�v���C2�뤑��޼�ړӮ�o���pn~�O~�_�j���u�o���#���xN?�z���Z.�/����pۏoԎ���o����_x0000_���G�u�z&amp;�{�{�z�]�A��_x0000_�&gt;�(3�0���r�L&gt;��e��{��`w&gt;����irl�/!��c38��a������e�9[��o��Ԗ�H�����˪|�/�C��{Rz�����3�53T&amp;S��]\xH�e�l�u���(M��cf�*4�_x0000_�7;Y?ܰ�?�q�{�U�_�+�MC��?���S��I�.:����7���J&gt;�v�i7�t��m^l%Ff�R�6&gt; ~���T��-�&apos;D�H�V�Pyzӭ��;iH��B�pe�&gt;�@u������_x0000_��u��f�3�|��_x0000_eQ4_�)��E��ȼ��_x0000_PUӳ��ҿ���t�}Ǜ�?�e�_x0000_#^������3����þn���TuQU�VuEFB,l��L$1�k5O����J\(�)T�����_x0000_s��U��`���M=�6^��yCᆩr3����{��������OKl&lt;[��</a:t></a:r><a:endParaRPr lang="en-GB"/></a:p><a:p><a:r><a:rPr lang="en-GB"/><a:t>���/5���s�)�*�U�</a:t></a:r><a:endParaRPr lang="en-GB"/></a:p><a:p><a:r><a:rPr lang="en-GB"/><a:t>���2�Q���{/��B�?/�������l���R�����Q*��J�.�O�:���������f`���z=�c���_x0000_&gt;���׷:�^���׽��u�~��{ߺ�^��^�է\��_H}GE���qr����gJ��:����)�[�?J���s��ؔ�RS�eԶ�v��٭�5|���ޣ^v&apos;�S8�}�2��t}v�1�ۻR��h�nӦny&amp;�m�R=�_x0000_�$&lt;��~`�����fH)��W��������C��~�N/oe�8�ƽ���#�?�s���N��k�g</a:t></a:r><a:endParaRPr lang="en-GB"/></a:p><a:p><a:r><a:rPr lang="en-GB"/><a:t>m��</a:t></a:r><a:endParaRPr lang="en-GB"/></a:p><a:p><a:r><a:rPr lang="en-GB"/><a:t>�ߕ?�&gt;��}�MzxW��_x0000_&gt;��..�Vt��S���?�}&lt;�&quot;~||=��FD��:l6��0DIJZm�mǜ�h��x&lt;R,��!S�&apos;���V�A��%J�_x0000_.k���&gt;s��n����lgħ�X�</a:t></a:r><a:endParaRPr lang="en-GB"/></a:p><a:p><a:r><a:rPr lang="en-GB"/><a:t>��u��(Y�4���4�GK@� U_x0000_Xr@��	�ܗ�rO�~ާM�!m�F�1L���u���uI�zt�5�=@��~�ӝ{ߺ�^��׽��u�~��t�_���h��ϧU ������f�P����P͉P��@F�c��W�����.?����O�</a:t></a:r><a:endParaRPr lang="en-GB"/></a:p><a:p><a:r><a:rPr lang="en-GB"/><a:t>,v7��ˊ&lt;A��z�T� ��c(rو�����o��L}Lo�����B$�z�`;�_x0000_~&gt;����&lt;�-�B�1%�B#�u�ti%t�qnm�EZg�H~�����y</a:t></a:r><a:endParaRPr lang="en-GB"/></a:p><a:p><a:r><a:rPr lang="en-GB"/><a:t>�����2�Y�桙����ՅaQ��Xɣ��zwT&quot;!�[�ӏl�m��VZ�c��׭K�I_x0000_Kp�8y����~���Y����ݙ�_{��c�}�N�A~�{u�oV3ÛO�c��ɥd&gt;�S��Y~S����ec�ʄPh</a:t></a:r><a:endParaRPr lang="en-GB"/></a:p><a:p><a:r><a:rPr lang="en-GB"/><a:t>�Ƭ(|��^i�ٯ�oP��A�Mdp���N�G�����~[.���P|)����3�_x0000_r���Lx���3ji�(�^�E�D�D���c~_���6#�_x0000_ko�C*�h��d��8�֘��}�o&lt;������@hhT*ׅsC��n��%&amp;��Z�gY�j馌IK[EP���h�Ȥ3�ě`���r0x�g���&gt;�&gt;���5q���y�γ��Q�����O׏���;g+	��gӧ#ե���?��\_�����&apos;�l�HJ1_*�5��o����UOܝZ</a:t></a:r><a:endParaRPr lang="en-GB"/></a:p><a:p><a:r><a:rPr lang="en-GB"/><a:t>e�3!����ݽY��N�U�V�IݚK�T���iZf����_x0000_�t̟�|U_x0000_-</a:t></a:r><a:endParaRPr lang="en-GB"/></a:p><a:p><a:r><a:rPr lang="en-GB"/><a:t>kAAƴ�#�	˥7į��7�ƾ��+���_x0000_�a�Gk&amp;S5��,�-���k��v/_f)\	 ���)��)_x0000_b����_s-�f)_x0000_?�8p���e:�ue�ISBO�����F,(`���Uu�AVe�*���p@��</a:t></a:r><a:endParaRPr lang="en-GB"/></a:p><a:p><a:r><a:rPr lang="en-GB"/><a:t>��4�&apos;�¢qC���W����VS�Wk|a�l�2�!=7�&lt;�]�&apos;��W�w�&amp;�l�X��o#MH��a祤�T�pJC�N��������5��}?&lt;����nl�R�D��&lt;��|���&gt;g��09&lt;no��ar�l.cE���hf4yLfJ�khrT�J�s�&quot;�) �q�X���c���in���{��&quot;�&lt;x��ݺ�^��׽��u�~��{ߺ�^��׽��u�~��{ߺ�^��׽��u�~��{ߺ�^��׽��u�~��{ߺ�^��׽��u�~��{ߺ�^��׽��u�~��{ߺ�^�������ߺ�^��׽��u�~��{ߺ�\J+rʤ��@&lt;b9���׺��~?��m�/��{�S�_x0000_�X�^����^뉎6,LhK��J�.��H����׼i�:V�P�BF�W�\{{�^벊�PH��E��X�?���uQ��X�%��B�}�-��{�E��WQR���ZO�uO���ׂ�_x0000__x0000_@_x0000_�&quot;��׺�DEQ�\�������׺����@S�:�`G�ێ</a:t></a:r><a:endParaRPr lang="en-GB"/></a:p><a:p><a:r><a:rPr lang="en-GB"/><a:t>����7&apos;�ؒ}	�$�O՘�_x0000_�?�ߺ�\���Ub��ԡ��IR~�?�&gt;�׺���]+���a��s�ӓ����zW������_��_x0000_��uQ���U~-��׺��5�(�{}��?��{�^��4UU�TiP_x0000_��*�}�{�^�+b,,E��Zַ�u�TEӥUt�E�_x0000_�/�E��A��{�x�(,@P��������� _x0000__x0000_`�@�����u߿u���{�{�^���׺���E��lu�g�̢|��me��2d��Zm,G�n�Q���o�=����|l��</a:t></a:r><a:endParaRPr lang="en-GB"/></a:p><a:p><a:r><a:rPr lang="en-GB"/><a:t>T*�6��}��h�:3TS���=��S��@iO���QЋ�,���8�	���p�&quot;�=Y�2y�o2F��J��D��)�PP��CZ�,��`7c���~}MW�l� ���O*�&gt;��#8��CEM��L�ed�(1���I+��UU�(�M�����[pX���Ej5</a:t></a:r><a:endParaRPr lang="en-GB"/></a:p><a:p><a:r><a:rPr lang="en-GB"/><a:t>�_x0000_��t���;[s1R�$��2Z�I�OUG���&amp;�����h�1U.�ߍ�������6���ܒQ����ԩX�;t�S8����G����?�-oh--���5��J�_x0000_ � ��tz�W#���-ܮ�W-�kR+\9��4�&quot;.��,��ظed*ob�O��~���?Jj/�~C�կ��|�;N�</a:t></a:r><a:endParaRPr lang="en-GB"/></a:p><a:p><a:r><a:rPr lang="en-GB"/><a:t>&lt;��\@+��Ė_x0000_s&quot;���_x0000_T?�{����Z���V�~~_��_x0000_Q�[O���r�r��X�W������$v������X+��&lt;Vyc�lY��dzi7�Uc��n%�iu��P����oq���sxKHXi,I5=�MG��_x0000_B�b:�9��׼\��</a:t></a:r><a:endParaRPr lang="en-GB"/></a:p><a:p><a:r><a:rPr lang="en-GB"/><a:t>�����V��~*�]e�X�ӱ~c:�9��[��ݕz�f�,UEDT;cl���v�#����mѽL��K�i6�T�o�^��r����zT�4�]q�~Xڷ�oVߗ�-�/mG�[E9��ԈP3��֬</a:t></a:r><a:endParaRPr lang="en-GB"/></a:p><a:p><a:r><a:rPr lang="en-GB"/><a:t>�i���B.n��ȱ�}э~��&apos;l�W~�aW7</a:t></a:r><a:endParaRPr lang="en-GB"/></a:p><a:p><a:r><a:rPr lang="en-GB"/><a:t>�j���౔�I���_�P�b]Ø�sb�,����$��Zר��Ϻ執�͔�:&amp;�P���*��8^�gg�&lt;�0j</a:t></a:r><a:endParaRPr lang="en-GB"/></a:p><a:p><a:r><a:rPr lang="en-GB"/><a:t>AJ�N�?`�;��sv�N�XYrk��mP�K��U�e2��	2y3QXX%M��u��pE@�*�|Ҭ�c���s�M���~�2{����`Z}��D�l.|Ekt�Ap�T�Ti�BLeA,	=5�ž���{`��Ԁ_x0000_A�@�_x0000_V8.�{����</a:t></a:r><a:endParaRPr lang="en-GB"/></a:p><a:p><a:r><a:rPr lang="en-GB"/><a:t>P�+_ZS�{�^���׺��u���{�{�^���׺��u���{�{�^���׺��u���{�{�^��Ӟy��OmK��&gt;��|��_x0000_�9	Z8��yt�#s���C ɩY��.�UA9�B(A=eEg�1g���_�M0&quot;�:���b+z�pF�&gt;�{l��η%�}4!{KP�</a:t></a:r><a:endParaRPr lang="en-GB"/></a:p><a:p><a:r><a:rPr lang="en-GB"/><a:t>q^&apos;��9�9�����xa����Z�~!½(�;mm�[��Ov�lt~8T��1�����Ā��</a:t></a:r><a:endParaRPr lang="en-GB"/></a:p><a:p><a:r><a:rPr lang="en-GB"/><a:t>�uT8��X�ch��Pc�{o{������b�ww���ı�_(pji@�\qʟ�W���^�/�ܩv���Wh_H�B�`������j1Q�a�_x0000_z�pn/�]��lg`�}4	�6��$���OS�;m^��y�I�����C��#`UE��O���g��(iGp�|V��WV���z��v+M���	�sU�����Z�q�=,�&gt;֡ݘ��yC/-32��&lt;�o;�r! ��/-`G�/�ĉnn�Q���4�_x0000_H�_��Kg��}D.Q�J������������ܛs`�(|�ܳe��RZ|_N�&amp;~�����8}��sl�M��*늪�C,&gt;3�yP;����35����{u�(�#}���Jm�����</a:t></a:r><a:endParaRPr lang="en-GB"/></a:p><a:p><a:r><a:rPr lang="en-GB"/><a:t>�j���O.�&apos;D��r�r�༲R���Y</a:t></a:r><a:endParaRPr lang="en-GB"/></a:p><a:p><a:r><a:rPr lang="en-GB"/><a:t>9��$}}�Oᱰ�w�I&lt;}&gt;޲yR�K��j�@3SP_x0000_���������_x0000_�? ����_x0000_��鞽��&quot;�}.&gt;���ۈ�V_��U�)�X�TC�ES����O�_����S��&gt;���T�x���@�m�c�*V�||�</a:t></a:r><a:endParaRPr lang="en-GB"/></a:p><a:p><a:r><a:rPr lang="en-GB"/><a:t>���ϹGq���!��@��vP~�$W��!�|��4�F��\]_�S�=k��`|��m��߿���K��\������#L�������$��;gH�j������A���Z��R��[����[L+1������S��,}rz�m�z�O�nl�W(���j�!u&quot;��mx�ӫ����Ҿ3����ۻ�p�tx���7����L68fc�N�i�</a:t></a:r><a:endParaRPr lang="en-GB"/></a:p><a:p><a:r><a:rPr lang="en-GB"/><a:t>��Z�j�%W��	I�mEo��9.�0)P</a:t></a:r><a:endParaRPr lang="en-GB"/></a:p><a:p><a:r><a:rPr lang="en-GB"/><a:t>{A�^����ɴku]�O�t�~yc��S�&amp;B*i�B*�}eiE���1�wo��OIPF�*�a��a�^�v�:U�.i���</a:t></a:r><a:endParaRPr lang="en-GB"/></a:p><a:p><a:r><a:rPr lang="en-GB"/><a:t>Ҝ}OC+nh�K�K�٨_x0000_�h	�M8���|����s�&gt;����9��3-X�:�Mѻ2S���U�3MO��jHY�Ix�D9���w�����?�z|�A�a�o���[I �?�#��� ����?�%�����1��D�gp�5 2o���ԆS��V�R太������u&amp;�i�yn��ݳ���z&quot;�Jf�5(b�}5(&quot;���uo�Ӻ��kg$�G������1���:W��z3����Xa����f7e��I���Ь�R�Z��D��;�5W�Q��ր]eX�t� .�f	�F��1�ʴ�KvͶ��#$q��Ղ�n_x0000_�3RNs���_x0000_�E�g.�jr�5���J���_x0000_��$PXӉ�N��]�O�k�{۸�����o�{�^���׺��=�u�61:�#���HYn�)x�?�:H�U�9����°�N��U��ہGn�b���Z�ZuW{*_�����v&amp;O�����͟��Tu���TK�ϭ`�����U�s P�Hjf��h#�=W�l��A%�=k�~��)��{p����MuP����H���ľ9|��o��z=���t:c����ﵠ�=���Xw֝�&apos;�4G�D��4_x0000_L7��W{`6�łKUW�8��7��������Z.S��/,f�5�j�&amp;��W�M:0�r&lt;�H�Ir�9du�</a:t></a:r><a:endParaRPr lang="en-GB"/></a:p><a:p><a:r><a:rPr lang="en-GB"/><a:t>�</a:t></a:r><a:endParaRPr lang="en-GB"/></a:p><a:p><a:r><a:rPr lang="en-GB"/><a:t>C�Y�H���s���vZ|�����7�c��G��yU�t�*nHk�cſ&quot;�_و�X�$6Ղj~|z���@�</a:t></a:r><a:endParaRPr lang="en-GB"/></a:p><a:p><a:r><a:rPr lang="en-GB"/><a:t>��4d֬��OS�&lt;��@_�c&quot;|\�+�����6QӶܸ9$�Y�Y��#�^��Ǚ �B�R��ꏿ�&gt;���;����(��</a:t></a:r><a:endParaRPr lang="en-GB"/></a:p><a:p><a:r><a:rPr lang="en-GB"/><a:t>&gt;I���d������$56��������}��#�F�j���xU�yp���?�*���*��I\WI�H�_x0000_��cX�x�)��c���42K!H��9cl|�!��u&lt;�HS�ۮ͵�0��q��#�����g�5|�F��E;���}��Ow�����)���N��-�L�i֞�f�P�Lt�ǦJ�Ȯ���(T�H�_x0000_��sݥ���UÆ�4PH�	&quot;�TWM}_x0000_�%a��_��&lt;b6 �F�QP4PW���Wo-���מ����Tv���_x0000_cܟwwǞ�ƅV��=�M-\�au��T3�̂��v�̗������ֺ$Eb�T�	��zU�r6�45��ڱ�tl�:���CAV�1�P�C���ym�ܸ��ӝ����u8Β�툣�=ݛ�QA�[{av�[��U���.K-�{�=�������0�k�ҭZ���A���������@��-�]i�c�W�|��r���V�&amp;�WOg9�_x0000_�}�_x0000_��{�:~|3��M��?��X}��[b�w��ػ+SK�\�ոc�(���S��T;T��e�qZѣ�&lt;�Y�hH��{�&gt;���D&apos;m�����T�dz�_1P)�ur?�o��.�����ٟ�?~�&quot;�}�ڻK��8�srst�Ko�W+7�Ij���1pKF�ѩ����\40@����T諊(�</a:t></a:r><a:endParaRPr lang="en-GB"/></a:p><a:p><a:r><a:rPr lang="en-GB"/><a:t>V��A;H�[�H˩�Bdg&amp;�f�֬G�f$P�R����Xy��$]-��u))�X�]��Y&amp;��E9�Ӵѯt���~��~�8�%���Cˊ��kò�~���������_ý�Y��8�N7��2�y�y���1���E��ٶie�&apos;��b�,��(��fK֡d�$���F)��!E��@(%TҞ��te_x0000_-�+���cV?P$���r=��:��E[9#&gt;g���BU��A�I?�]u�_x0000_���{P�ת����_x0000_��{�Z���׺������={�{�O^���S׺��T����{�{�^���׺��u��}z������&lt;�uҾ��g�q�+�]�k�@-a�?���R3�G�n�Ꮋ A_x0000_��������*�J��l��B���ٹ$鶝?������֪G�.�N�:5_��P0���{��:�O�^.�_x0000_MA�d�?����~��?��u��S׿���&apos;݆01׆��}{�{�^���׺��u���{�ǽ�U��p����x�&quot;�H�!���#?�3���ZVW�E&gt;���\��Q\��w���ԙ&lt;���~nX9���%</a:t></a:r><a:endParaRPr lang="en-GB"/></a:p><a:p><a:r><a:rPr lang="en-GB"/><a:t>=��������%�7���_x0000_1��orH���;=!� tЃCQPkCL�iU�⒪jP��EJ�_x0000_</a:t></a:r><a:endParaRPr lang="en-GB"/></a:p><a:p><a:r><a:rPr lang="en-GB"/><a:t>:u�(�8�+p�ys&amp;��N+�]��u�&quot;����Vi�J��!��X��vP�_�OM��(�5�+�C�W��î�+���f]</a:t></a:r><a:endParaRPr lang="en-GB"/></a:p><a:p><a:r><a:rPr lang="en-GB"/><a:t>�0���dk�u��ЖH�C0��td���f��&amp;�+�h�ER?�]_˹�fM��՝�v�FՏkd*0��:�*0t�B�%��Dе:A5:��&amp;��V�c[������C!+�p�O@�&gt;_�=����BP��@��)�����F�Gz��C���$��ĥI��h��m��I��|��ǡp_x0000_.���y~�s��f�x_x0000_:����^��׽��u�~��{ߺ�]��}��T���q��zH�U�ʀo���T���_x0000_m���f�q���</a:t></a:r><a:endParaRPr lang="en-GB"/></a:p><a:p><a:r><a:rPr lang="en-GB"/><a:t>t�q�XvI�_x0000_	�_x0000_)�G����%O�O�����iNo�w٢���Y�U!7EdA)�&apos;@U�HC�6�H�����-�����T</a:t></a:r><a:endParaRPr lang="en-GB"/></a:p><a:p><a:r><a:rPr lang="en-GB"/><a:t>4�&quot;���:��7��{�</a:t></a:r><a:endParaRPr lang="en-GB"/></a:p><a:p><a:r><a:rPr lang="en-GB"/><a:t>�j�SA�_���,��T;f-������X#�]��/=&amp;*zB��L����y�4�Gԛ����[d�OA�0Ez�r��}_���Oi��:ɵ�^wS-F�*Xi��%+)�3�W��Ҳ7��T�x#W&gt;�k1�m��kZ҇��]��C��P�T~��t��M׳7��ՔF����&lt;����i����ݍ�T�Z��-YB��%գPH�s�9z</a:t></a:r><a:endParaRPr lang="en-GB"/></a:p><a:p><a:r><a:rPr lang="en-GB"/><a:t>���Ud�:��p(�dR�ǎ�}E[�V���к)4&quot;�CP�\O����y&gt;��ި�+H��Ǩ��gTS���I��Y�p�|eU#�$U�ƨE����ʤb5�n&lt;��ڒ�u��J��8�`�|�ň��ah_T~#�%x�xy��&quot;��;�sm</a:t></a:r><a:endParaRPr lang="en-GB"/></a:p><a:p><a:r><a:rPr lang="en-GB"/><a:t>���{�s�������s]9��uϐ￉U���&apos;r��Sy��]��ʳ3\S��r�H�����ǻZ*�`�U�A��0	&gt;$_�b�����d���E*�����pO��ϭ�#$����BBο����][�����U��W3x��Li��G����1��wg����_x0000_�=sg1:�ݕZ]@��&gt;��`Û�&lt;���ޏ�a�k�`��?�������2&quot;1�G</a:t></a:r><a:endParaRPr lang="en-GB"/></a:p><a:p><a:r><a:rPr lang="en-GB"/><a:t>��_a�}|��������{{�ш����!�-~,�b����hG���T��]�Di�e0</a:t></a:r><a:endParaRPr lang="en-GB"/></a:p><a:p><a:r><a:rPr lang="en-GB"/><a:t>�o&lt;&amp;�osw-�m}������Tj�M</a:t></a:r><a:endParaRPr lang="en-GB"/></a:p><a:p><a:r><a:rPr lang="en-GB"/><a:t>�$�@$�pbҠ�]�᭮��+�	���(x�C[Dl�&lt;� Xe��2;��	(�/��tP�Q���ٛ*��}&gt;]JP:�oD�*8_x0000_j=H�O}M8��ޛ3fvN�޽iظ�m�׽������YT���[�&amp;=F��+�,��Hѭ&quot;+�R�-k ��7������s�����C8=��MA�А����I}����n�ws.���u����Zݞ:A�*�*2]��7no�����&apos;��nI2j�PZ����J������_x0000_��{k��P(+Q�y�_x0000_:栏.����;�ڜ�5�1��*	��_x0000_���_x0000_ g�z��}{�{�^���׺��u���{�{�^���׺��u���{�{�^���׺��u���{�{�^���׺��u���{�{�^���׺��u���{�{�^���׺��u���{�{�^�����ߺ�^��׽��u�~��{ߺ�^��׽��u�~��{ߺ�^��׽��u�~��{ߺ�^��׽��u�~��{ߺ�^��׽��u�~��{ߺ�^��׽��u�~��{ߺ�^��׽��u�~��{ߺ�^���_�?���׺&gt;Ew�����}���r�v&apos;Ju�����7�#�Lf��K�K5��՘�</a:t></a:r><a:endParaRPr lang="en-GB"/></a:p><a:p><a:r><a:rPr lang="en-GB"/><a:t>X꒥�Af_x0000_�����t�U=Q��/�z~��J9��F���;��EP�-S�ݝ�/񭣲!z�����K���G#i��95NG�^�p�F����W�����K(�_x0000_w����&amp;��|�� �@R�4_x0000_@_x0000_x�(��{#�C6�z�SH�O�uW�W�7�oMu��^��M����{</a:t></a:r><a:endParaRPr lang="en-GB"/></a:p><a:p><a:r><a:rPr lang="en-GB"/><a:t>&gt;1lj�m@J޺�ʪ&apos;�|��xi�:��0�Z:��eɎ�uU����V�1r@����q$SZa��sM!ϗ@�b�h�I�I��A�</a:t></a:r><a:endParaRPr lang="en-GB"/></a:p><a:p><a:r><a:rPr lang="en-GB"/><a:t>J� S�h��um]O���z��:[�1��N��ݏ�6_a�A$ka���!#�j��#+���$�?�L��__{ R�u5a�?</a:t></a:r><a:endParaRPr lang="en-GB"/></a:p><a:p><a:r><a:rPr lang="en-GB"/><a:t>�3��b:m�$-�4�O/@_x0000_�#��:�e��G7T]V�_x0000_�&gt;���7��~}�q�����;���ؽս���������S���{�7Y4Hhv�ͣ|�])U��6�A�MW��eOQ��-����u�I��9_x0000_�#S+���|�SĨ&apos;9�	��h	�ӌ��U�Ά�v��ޥ4}��z�_x0000_���\��M���`zW���R]�������- i�_x0000_�H���/����(�����,�l.0�W�뫿toiG&apos;��G�����ā�]#��(ZUKP^ޅfPA��x�ڒڣm �R7׆k�?��C}f�`�i�T�����*#{[�c]�ڇo�0_x0000_�P���2�R��z�Z~]v�GM�~�;����?���eT�;�yȻ{�?</a:t></a:r><a:endParaRPr lang="en-GB"/></a:p><a:p><a:r><a:rPr lang="en-GB"/><a:t>�AM$�)�����e�mFK��Z�U�&apos;�Q�ӏ���=C���1r�-n&gt;�ZP�b��Z���m-F���$�R�j��@퍹K���k��a�X�EI�]T���P��S�-#}X�M�&gt;�R����rX�����@�_ɻM�(r�ϰ�C�qK�iYb��:�!Fzjƞ�O�^&apos;��?���p�OJc�{�^���׺��u���{�{�^���׺��u���{�{�^���׺��u���{����W�</a:t></a:r><a:endParaRPr lang="en-GB"/></a:p><a:p><a:r><a:rPr lang="en-GB"/><a:t>��+��������Ǐ�����#�^$V��_����،���Be�8��KxY��x�?�}O��-��</a:t></a:r><a:endParaRPr lang="en-GB"/></a:p><a:p><a:r><a:rPr lang="en-GB"/><a:t>�</a:t></a:r><a:endParaRPr lang="en-GB"/></a:p><a:p><a:r><a:rPr lang="en-GB"/><a:t>�p���ƣ�1���quh|[</a:t></a:r><a:endParaRPr lang="en-GB"/></a:p><a:p><a:r><a:rPr lang="en-GB"/><a:t>���I��l?���f뎳�%��K���[mn���G[���M&amp;����T����H��:����V�O&lt;��ܺ;��w���S&lt;�Ktb5��%�mTP���4����^�۝�oo�9W׃L�Uj(�(�ڃ$�!X��{|o=�ۭ����ȶ��o��I�]A�)��E�ݕ�W�U��E(ջs *��oWP�&amp;�f �+a;%�o&lt;ϪK�Ո-�*xеh��-LAƠsב�Wr�Co��3�^�k�t#S��1a�</a:t></a:r><a:endParaRPr lang="en-GB"/></a:p><a:p><a:r><a:rPr lang="en-GB"/><a:t>_x0000_�kK�����Z|��T]���~�Y�d�mYsج�_yn�*�JÕ���9�)�=}@U�YJ(����m�h���S�u�\������5S�:0���!w~Q]�_+�������</a:t></a:r><a:endParaRPr lang="en-GB"/></a:p><a:p><a:r><a:rPr lang="en-GB"/><a:t>���od��Ĺ�F���om&gt;U&apos;�n=�ǻv7���+���о_ewCh���</a:t></a:r><a:endParaRPr lang="en-GB"/></a:p><a:p><a:r><a:rPr lang="en-GB"/><a:t>�n���A|��*O���^��`p��ov��&lt;�˞��]M����8G1�)S❴�yB��6�g��,&gt;�MI��z�7~D��cv1�Z�^�?A��)�Uߵ)�8��b:���X��ee�U&apos;��j��$Q4t�y���T</a:t></a:r><a:endParaRPr lang="en-GB"/></a:p><a:p><a:r><a:rPr lang="en-GB"/><a:t>d,Y�� �)��W�O$K�p�5_x0000_��@�?&gt;�O�^m�ݮf�%�0�=i��I=�Ӹy}�:�`U�x��T�F���ħL�j �1~\1��ןq�Ȩ���j</a:t></a:r><a:endParaRPr lang="en-GB"/></a:p><a:p><a:r><a:rPr lang="en-GB"/><a:t>:����Ս&gt;���鶳7�)��C`����덈t�P��^YV7h��5���%��E�zH���-�</a:t></a:r><a:endParaRPr lang="en-GB"/></a:p><a:p><a:r><a:rPr lang="en-GB"/><a:t>��S�ѕ��rY�E&lt;�����?�?��aw����_x0000_/�폓�G��ݍ�</a:t></a:r><a:endParaRPr lang="en-GB"/></a:p><a:p><a:r><a:rPr lang="en-GB"/><a:t>��F$(5�Vل$9+�Pf1NQ�P&apos;W_x0000_��^H���=�O&lt;�ǎ1�7���;�����f���j��ϟ���$��o���y����?*:/����O]ڛcm����J���.Sw���hR�5&lt;���ZG��I+�Q���^�̞#�&lt;?:|��R�q�U�wc1�ˑ¤rx���r�ޡZ�)�_6&gt;Tm���]�$��p��@�����E������{+��v{i��mt�LS�k�垏fڜć��%�������B�55$�ˣ��_�3�</a:t></a:r><a:endParaRPr lang="en-GB"/></a:p><a:p><a:r><a:rPr lang="en-GB"/><a:t>������n��w7fc���{�&apos;�ݹ*Z���J�-�L����z�Z��{��P�,a-ͫ�oQ_*�`S�ZX^���\�*U��jf~}Z��$���I�`U�H�t�@X��ƈ�_x0000_&quot;D�@���@�wl�,h&gt;��&amp;�U�J-��բ|N&lt;)��&apos;=q`�F�#k�F:���T�y&amp;����߄��֚�d_</a:t></a:r><a:endParaRPr lang="en-GB"/></a:p><a:p><a:r><a:rPr lang="en-GB"/><a:t>:Pb����q&lt;��_x0000_O��{iF}z��u~���{�{�^���׺����P,�b��hc{_��*�$}	���?�M��@��_x0000_W�=b�������������|]~:�I���13����ד��!&quot;H�&quot;�.&gt;՛��G�M���������)S�����E�_p�v��</a:t></a:r><a:endParaRPr lang="en-GB"/></a:p><a:p><a:r><a:rPr lang="en-GB"/><a:t>��e���-~ŗ/Uՙ�9���v��Wb?p�Sa��hE�ґ}[��e�}-�S)8���J�x�à��_w��6�dq</a:t></a:r><a:endParaRPr lang="en-GB"/></a:p><a:p><a:r><a:rPr lang="en-GB"/><a:t>��_x0000_����O�D/�����_x0000_.,�&amp;��c���n�y���O�����D�1&quot;��v��b�E���8���¡��߷�[��Bp��&gt;�E�i�&gt;��5�N`!N�J��8�ڜ�^&amp;���������_x0000_&apos;v��â;��IO��b(���ym����V��y%Z���� krVV&gt;�{���i�&apos;X</a:t></a:r><a:endParaRPr lang="en-GB"/></a:p><a:p><a:r><a:rPr lang="en-GB"/><a:t>���Kd|Y��m�9�h�b��5�1]a� íF	��$���GȈ&quot;K�}�P�&lt;p��}QR���W�%�G�W&gt;��G^���kї��]�Z��8�_x0000_��겿����ZN?�?&quot;7Uz�_x0000_^:</a:t></a:r><a:endParaRPr lang="en-GB"/></a:p><a:p><a:r><a:rPr lang="en-GB"/><a:t>�A��~�,��y&gt;�^䫿3K����8�;jTؒv��Nc�&amp;�.�����z�b�,u4M$��</a:t></a:r><a:endParaRPr lang="en-GB"/></a:p><a:p><a:r><a:rPr lang="en-GB"/><a:t>&quot;���z��K�=:���Qk�W��3������z��S&amp;��}5�S���������&gt;�vJ�F_��k�(���1˻rO��|�� �ӆ:U����P����k��xޠ]���)����E1J�c�us���M���,��\�r��0x�X۽���&gt;M�S��� t�A����uU�yh&amp;s�E��]s-Cz�!�b��P�k1�|�g����#���q���\������+\`��</a:t></a:r><a:endParaRPr lang="en-GB"/></a:p><a:p><a:r><a:rPr lang="en-GB"/><a:t>�^��|��F�������s�vg�^���_x0000_3�]�\�U��g��aa��7�c��l�R4!T	�)�m&apos;Tl��cKm��cZD��</a:t></a:r><a:endParaRPr lang="en-GB"/></a:p><a:p><a:r><a:rPr lang="en-GB"/><a:t>(hiAN=�������wwc�huT</a:t></a:r><a:endParaRPr lang="en-GB"/></a:p><a:p><a:r><a:rPr lang="en-GB"/><a:t>�����uz�[�ػf�fl�6fl,eb�vF���b��5�c��,.1V��pH�Td��r���^�&lt;q}&lt;-O*c�����[r�q����������&gt;�P#�����=��w-^�~�N������&amp;��|Y�,x��=Ly&gt;������S2V�dR�H��[n�Gl�\04</a:t></a:r><a:endParaRPr lang="en-GB"/></a:p><a:p><a:r><a:rPr lang="en-GB"/><a:t>&apos;&gt;D)�_x0000_�WЦNY����ٙU���lz9����ʇ�}�&lt;�_x0000_7O�M��o͎���������u�]�-*���ڿ&amp;:�8饨H´uyz5&gt;��C߼��N��yT��Ï��&amp;�����</a:t></a:r><a:endParaRPr lang="en-GB"/></a:p><a:p><a:r><a:rPr lang="en-GB"/><a:t>�YI&amp;���q�bzy����C�u4�O�;��&apos;���*y�RM��_x0000_#~-edd�ݽCT�Q��IrQ~��!km�!��\۵Uơ�#4�4?����yľ���&gt;��Z��O��?��U����$��{���v�_z햁$�/�����q�5�����4�[��j(},A��6�V ��&lt;=</a:t></a:r><a:endParaRPr lang="en-GB"/></a:p><a:p><a:r><a:rPr lang="en-GB"/><a:t>��6��P�A@�Q��`�w�)�㺦��I�/u1�r�������7�_x0000_\�6��.���\tgV#Q�s�}:��~m{q���_z��V���Q� �n?A����}��.�{}l�6�_x0000_a�ߏ~?,��=z���9#�m�����.�����I��~?��~�U �Ϳ��Ͻ����0p}=:��_x0000_���q�����j��]���6�/��_x0000_a���}t</a:t></a:r><a:endParaRPr lang="en-GB"/></a:p><a:p><a:r><a:rPr lang="en-GB"/><a:t>���H���A�����������#��~?}}�u�&lt;=k��޼��_x0000_����{����_�-����_x0000_�}�yx��p=us{[���{��׺��_x0000_���_x0000_�9?���^�î��_x0000_m�?K�9_x0000_���=�u߽���{޺�^��׽��u�~��{ߺ�^��׽��u�~��v?�_��}o���}��c�s�v�@!�-�ؑ�I�{F������6d�;1���ִ�_x0000_��wG��[}_x0000_Wc��j�j�hPk��ہ�Bx���U$�</a:t></a:r><a:endParaRPr lang="en-GB"/></a:p><a:p><a:r><a:rPr lang="en-GB"/><a:t>��e�����,�k�</a:t></a:r><a:endParaRPr lang="en-GB"/></a:p><a:p><a:r><a:rPr lang="en-GB"/><a:t>����W���&quot;S��1�T��z�������-D��c�e���e_x0000_�����ُ��3q58�0l���_x0000_�1�����&apos;��7��=�i|;���_x0000_3�cA-�?0z�����_x0000_o���~{S9.&lt;�y/�ѿ�ׇ�B�oe(%��p�U�����߾�HV����_x0000_/Zy�)J�����A�p��(_x0000_*�u0U�O����W����u�~��u��ׇ�gU���z�����?�=�ʧo&gt;]{�q��^���qo���\_x0000_z�x</a:t></a:r><a:endParaRPr lang="en-GB"/></a:p><a:p><a:r><a:rPr lang="en-GB"/><a:t>q�����7#��_x0000__�=в�1_��:�2E:��?�\N?��8��?՟�t�2��MFOB�ԣ����P����Ϳ���oB���C��{�m��^��W�m|}������������[W������7Ue`��n������p3�1��檲u�¯�CB�J�G�S��D�ԪD�͜�ym�X�Z�ѽ~t*&lt;�&gt;g׬p�P�����{���I=@`�⦕���������*���S�K0��I^��|m�NM�aDT�!����{{���ޣ�7eۍx���B.ͱ���1�</a:t></a:r><a:endParaRPr lang="en-GB"/></a:p><a:p><a:r><a:rPr lang="en-GB"/><a:t>`/��Z�?�}�Q���W���s#~�(��o����~��P����</a:t></a:r><a:endParaRPr lang="en-GB"/></a:p><a:p><a:r><a:rPr lang="en-GB"/><a:t>_x0000_jryn��`���H��t2F)�#g1&apos;�)�-��;�I&quot;�tId!#�Rz�9��;O�k�e</a:t></a:r><a:endParaRPr lang="en-GB"/></a:p><a:p><a:r><a:rPr lang="en-GB"/><a:t>_x0000_$�kJ�iC�z� V�v��ݔ���&gt;37�ya�X�!z����t��uj:�j�������&gt;A�E}�-8S4����*���M%��	�ُ�u�w|r��z����o�ٚ��ȼ�������l�Ŏa���.B�D����~�Or�5w]�Ne�	k��3�B�V8�����5��R�p�n��p�S�����_�</a:t></a:r><a:endParaRPr lang="en-GB"/></a:p><a:p><a:r><a:rPr lang="en-GB"/><a:t>���}�����~W�,UM�#��ޘ&lt;IOI�=mP���.����Y��x���2����</a:t></a:r><a:endParaRPr lang="en-GB"/></a:p><a:p><a:r><a:rPr lang="en-GB"/><a:t>�,��M�;��F�_x0000_��t��2j|�}G|�����аw&gt;�&amp;�����&gt;B�U��y��=��*���Ht�]3�k��/�6�h*j������6�^�Ñ�լ�܌T��EoP&gt;��M�M�p��Q���A�$S�9�x��.���mV^�&lt;��ϯ�.��m͇�y��pT�_x0000_�����&gt;;E�O���:Z0���_x0000_���M��+�K;�`Q|����0_+�&apos;��L���.�gSH�</a:t></a:r><a:endParaRPr lang="en-GB"/></a:p><a:p><a:r><a:rPr lang="en-GB"/><a:t>�ݘ�_���YDg�VW1��v�c�Y�k��_x0000_R</a:t></a:r><a:endParaRPr lang="en-GB"/></a:p><a:p><a:r><a:rPr lang="en-GB"/><a:t>MΓG��y����.���=2rk\~i]$��&gt;2|���_x0000_-�;���.�ЛG�v6+zG������|v��E �����p�+��W�8&gt;�xђ=_x0000_ �Ӆr</a:t></a:r><a:endParaRPr lang="en-GB"/></a:p><a:p><a:r><a:rPr lang="en-GB"/><a:t>8��ۜ��R.��uo��8��XUcP2A�_x0000_ըyt9�G R�w��UP�E�0���=�s�k_^���[��Ӫ��w�_��&gt;&gt;2z���*�_������PC�{&apos;5�C�ne������C�%EC��(ꀺ��6�u� F�������=E�Y�4�p�8��T�|��_x0000_��Ju��Q	_x0000_6�$�So�5�+^���~��mǨ�&amp;ֵ�hH��L�_x0000_����^��~��{ߺ�^��׽��u�~��{ߺ�^��׽��u�~��{ߺ�^��׽��u�~��{ߺ�^��׽��u�~��{ߺ�^��׽��u�~��{ߺ�^��׽��u�~������ߺ�^��׽��u�~��{ߺ�^��׽��u�~��{ߺ�^��׽��u�~��{ߺ�^��׽��u�~��{ߺ�^��׽��u�~��{ߺ�^��׽��u�~��{ߺ�^��׽��u�~��{ߺ�^��������_x0000_��n*�5�EV��T�ⲭ�3���_x0000_,hz�O���o��_x0000_(h�Z�����,���;s7J��M��˂��&apos;_L�O&lt;f����g�i����/ڙ� �Tȯ���OV7)����]�_x0000_R]F��B�`��[�v/3����_x0000_&gt;�XQV�4@�P?!O.���J��i`H�b�g$RF��T�����M�Ǻ_x0000_	�����Mp�༄��_x0000_�!�S��&gt;�K������`5��]5�,����m�G,�_!{�mb&quot;��#���&amp;����J��X��{&apos;�]�����kR&lt;�`�����T�_x0000_���UDҼ��H�C�#�޾�_x0000_}���w���HIrו���q�x��?Q�����k��?�g���iԘ� S���`</a:t></a:r><a:endParaRPr lang="en-GB"/></a:p><a:p><a:r><a:rPr lang="en-GB"/><a:t>3�Q.A$����c�����#�eԋ�(3�_x0000_]�CpG�8��H�玵��_x0000_���۶/��_x0000_�[jUJ�NR.��2�rU�)~.t�n:�F&quot;n�w^�H�&amp;�QtJ2�t�̏˶��ͷq@�</a:t></a:r><a:endParaRPr lang="en-GB"/></a:p><a:p><a:r><a:rPr lang="en-GB"/><a:t>�T5����F���#{%�w&gt;���o�Z�h�ka@WDtfR)B��)R����t���i�H)i�b������PG&lt;��TDP�_��O�j��G�w�k�k�(lET)d�&apos;H���8u�#�}_�����_x0000_{��LT+@����߻�-+@|�@~�&gt;|</a:t></a:r><a:endParaRPr lang="en-GB"/></a:p><a:p><a:r><a:rPr lang="en-GB"/><a:t>2z����=���k�(+d���X7N�&quot;����j�;v�vc�:�62��ؑ���B�CA^V���@��^�7������}����d��f�Ψ�5�1P����%H</a:t></a:r><a:endParaRPr lang="en-GB"/></a:p><a:p><a:r><a:rPr lang="en-GB"/><a:t>���O�C�`߃�ڻ��;s��Ԋ��Znc��U0�+Ԫ����R</a:t></a:r><a:endParaRPr lang="en-GB"/></a:p><a:p><a:r><a:rPr lang="en-GB"/><a:t>�A�@���箿�?��=�*_x0000_?/�u�~��{ߺ�^��׽��u�~��{ߺ�^��׽��u�~��{ߺ�^��׽��u��_x0000_��_x0000_y�6�^���</a:t></a:r><a:endParaRPr lang="en-GB"/></a:p><a:p><a:r><a:rPr lang="en-GB"/><a:t>Ⱘ_Ϗ˦��m�</a:t></a:r><a:endParaRPr lang="en-GB"/></a:p><a:p><a:r><a:rPr lang="en-GB"/><a:t>���H8����~�*;2,,�;�!d�%&apos;���.��&amp;�_v1����_x0000_~_��tic|�Z�ۻ �4�H�?��_�Ӯ=}���ȝ�[��AY�d����H%8������&quot;�pb���n��t��4Č�d���`��Ǝ�?F:.�</a:t></a:r><a:endParaRPr lang="en-GB"/></a:p><a:p><a:r><a:rPr lang="en-GB"/><a:t>d����4���߼��7k�=���9nS$��iRM2&quot;���%!d</a:t></a:r><a:endParaRPr lang="en-GB"/></a:p><a:p><a:r><a:rPr lang="en-GB"/><a:t>�@@8�t4omɰ�{&gt;��C�Y�� ��F|wq�N�A���vҤ���c�F������0��/��e�9O�/7m��ɽ)y[��!(�T��H_x0000_�5*��p٤�o�_x0000_��Z�y;�J�(V|�&quot;S�P�w���6������_x0000_&quot;rG�o|�]���hEKGt�Q�O��v�V�����&gt;�@�gu��k��Q��pw���a��F�ǻ҃��+}��+����7$&amp;DFQ</a:t></a:r><a:endParaRPr lang="en-GB"/></a:p><a:p><a:r><a:rPr lang="en-GB"/><a:t>���i:��O5��v}��Ydi T�A</a:t></a:r><a:endParaRPr lang="en-GB"/></a:p><a:p><a:r><a:rPr lang="en-GB"/><a:t>-���q����0�u����_x0000_Zx���y�c�&gt;y��^��gۣ�aҫ�!@+�P)���[</a:t></a:r><a:endParaRPr lang="en-GB"/></a:p><a:p><a:r><a:rPr lang="en-GB"/><a:t>@z��������bu1�PEr_x0000_���u���C��i��˦��&apos;�p�</a:t></a:r><a:endParaRPr lang="en-GB"/></a:p><a:p><a:r><a:rPr lang="en-GB"/><a:t>�����˶��m��1�fpy([��xZ�u�7_x0000_�M2i�I��[�쮃����&gt;��r���m�Zf&gt;e�����_x0000_���p����O��+����뼲vGGIS5t��K�G%��</a:t></a:r><a:endParaRPr lang="en-GB"/></a:p><a:p><a:r><a:rPr lang="en-GB"/><a:t>�ZJc�+v�#�S�54l$u�ǳ�u�ͷ�]�J)���C��5H��g�k�y��Ĵ&apos;X�Z2W�	B��Pq�[���_x0000_�W�I�����ˆ��j�VͪG��u�_x0000_eaP��Ԯ��Дvy�Y@o�zf`$�EXۙv)n�~�۱}@��(:�9;|[;���`[��&gt;f��ϣ%����7���_x0000_�=�@�m��C���=	�ln�N�+�5���u��&lt;�r6 ��#�t���t�뵩���Xݣ�hR��qy_x0000_�,��u�~�� ��J�T�J�S��҈mEں�t��ּ;sZy������a)~2����߬��ڽ�����5GDw�=��0�e)�4US��I��Y�&lt;q�5[M&gt;�^�a&gt;1׏�ݏνc�[�n$��JW4����1J�Ȫ)����ȟ�2�%6��-k���s��q�����U�~�o�E�����5W&gt;^�:�}B���������f:PEMz�͇�_�?���#�[ 9�����@8c�{�[���׺��u���{�{�^���׺�����뎅&amp;�A?�@$s~	��4�u��:�r������_~TJ�H��o�SZ��!EA��d�Y�f#7�2t�Sn</a:t></a:r><a:endParaRPr lang="en-GB"/></a:p><a:p><a:r><a:rPr lang="en-GB"/><a:t>���R���j9�����W���4���J���4ъ#��_x0000_li��}:MuWF��GȜҙ�E@�O�=P���Y�3;�~��_=���i��A���a�Z~���^h�g�Uv	����R��hUx�n��W�X�uV���Xjo�sh&lt;�M:o�ۥ����;*�&quot;��N*]Q�� </a:t></a:r><a:endParaRPr lang="en-GB"/></a:p><a:p><a:r><a:rPr lang="en-GB"/><a:t>�tB�W��9��~0�_x0000_4��[�fnM����d���X�z������S����jB�L��է���S��ҫ�{�r���:��bq@T���-��y�*�����&gt;Y�)Q��U�]-~b�ώX��@n�wv�ܱv�Mn���)��5��18JJ:ƁX+KW\M�#�k/���q�m�Iؖ�� �����*��}�lk�E4��P�H��h=�:��G��c0*c�?�+�&quot;�Nʭ�jj�G�%usG9ָ&lt;�8�����V3�K�s�����n��;Q�͑[��@�_x0000_?.��_����eZ�;�W�?�kկ|a�V��$5C�:3�������B���_x0000_�j�[�PR�[Q�AHÀU�&gt;ܓp��3[~�5;W�E1ګE��N|�v�mx-��팴-Ē�^�mN�&amp;�Z</a:t></a:r><a:endParaRPr lang="en-GB"/></a:p><a:p><a:r><a:rPr lang="en-GB"/><a:t>�ua5�Um+�UR�,��i�#��Xŀ��_x0000_���WwcW%��OFq�X�~�����R�[�R�X�_x0000_��c�� � z��,F�I��À@�}#����G�B��:����&quot;�`�_x0000_7]~�����\�O�����upH�&apos;����</a:t></a:r><a:endParaRPr lang="en-GB"/></a:p><a:p><a:r><a:rPr lang="en-GB"/><a:t>Ŗ�t��l@�O��{�U��Z=Ƨ?nz��2�&gt;��xҧ</a:t></a:r><a:endParaRPr lang="en-GB"/></a:p><a:p><a:r><a:rPr lang="en-GB"/><a:t>]���j�J�Mt3)I ��T�Ua�,��E�=��&quot;�b_x0000_�?g��Y�Qu/��&gt;�#�=V�t�_x0000_)/��Ϲ����|r��B���{�r�;F���Du������󥦂�U���X��M,j=G�5��O���	�5��Z</a:t></a:r><a:endParaRPr lang="en-GB"/></a:p><a:p><a:r><a:rPr lang="en-GB"/><a:t>ո</a:t></a:r><a:endParaRPr lang="en-GB"/></a:p><a:p><a:r><a:rPr lang="en-GB"/><a:t>�5$׋�pjz1_:K�:hn=��/�W��|��lM���gfa;el���3�3��h�</a:t></a:r><a:endParaRPr lang="en-GB"/></a:p><a:p><a:r><a:rPr lang="en-GB"/><a:t>e�#�~���&amp;�7�eH!ޥJ�F4�E8�t��sL�˥��5�u��Ԓ*Z�_x0000_z`�T��|�U��=���;��������-��~��o��y�Rj�����?�3y��v&gt;r�^���)�}�&lt;�y(��[ܑjG��j�_*_x0000_M@&apos;�/��M͓Q_x0000__x0000_=	$�8���kZ����O�?��{V�s|����?$z�v�b���v�ĚN���nJ�`6�i7�U��,t�k�Cpb��_x0000_�Y5�`&quot;��X��`�</a:t></a:r><a:endParaRPr lang="en-GB"/></a:p><a:p><a:r><a:rPr lang="en-GB"/><a:t>z��(��f,���N+��v9M=xt����+y;N&gt;�����u��n�m�O]�?y��Y=�&amp;�����&amp;8`�Y���&lt;`��m~�IaSL�4#�9�Δ��9��H�j:H,��W�	�����:g����̓��0Wn�N�&amp;g�w��.��S��l�jn���2%6��TI&amp;HS�H��K�IP�Do�R��nV�f�5�43� gӇE��2��)JHM</a:t></a:r><a:endParaRPr lang="en-GB"/></a:p><a:p><a:r><a:rPr lang="en-GB"/><a:t>3�#P&gt;���xtg)�h�D��bo���_x0000_#:��Q�SQ/{E����PW�]6�O!hAr�d-O&gt;j��	!kr].�;M����&gt;�o�*FF�o�k��ʼT����Zi4�k]!�qщ��^��x</a:t></a:r><a:endParaRPr lang="en-GB"/></a:p><a:p><a:r><a:rPr lang="en-GB"/><a:t>׷�?�`wf��d&amp;���}�r</a:t></a:r><a:endParaRPr lang="en-GB"/></a:p><a:p><a:r><a:rPr lang="en-GB"/><a:t>�����Z�X���U�u]A�*	�D���I�_x0000_/���I:��NNkJ��+�&lt;�Dw�?�&apos;�������A|�뎶�T������~�ܿ�d̲-*�V_j����j[R����~�ې}��e4�TR�|��1ď0�����_x0000_5(�֪	*E|���kOJt9w��/��:�ޝ��w�}E�[�#|��g��v�1�+����`V��1栩��\R�V��&gt;�</a:t></a:r><a:endParaRPr lang="en-GB"/></a:p><a:p><a:r><a:rPr lang="en-GB"/><a:t>�G$(b~U��i�8W��ҫ��5j^� S�	-ZS��_x0000_���_x0000_���+6���]��{Wd��ԧa䰍���u�]%3V��_x0000_~6&amp;b��1IĒ8���F�N�H�s�J�`��k�&gt;9�æ���y%�</a:t></a:r><a:endParaRPr lang="en-GB"/></a:p><a:p><a:r><a:rPr lang="en-GB"/><a:t>)��MCR���*3�g�?��/�}���&gt;��7֝�ؙ����)0;B\�f.����j��[�3������I�+�&quot;��0������_x0000_t�&lt;��8�**A�����?��ښ�p�,R�*</a:t></a:r><a:endParaRPr lang="en-GB"/></a:p><a:p><a:r><a:rPr lang="en-GB"/><a:t>A8�?.����k��c������]|����9\�V�۸u�sa����tV�mlN���ł�V,�#�W�r���&quot;s��,��&gt;��=sA������iF�_x0000_8Pjh=&gt;͞hZ�&apos;��쟌���D���͑��:���-��;;�ޫ}e����RS�b��a�=��zx��t����Y��ݕ���rqď��BX���\tS6�1��8�*��QZT���+Z�z&gt;]w��n�xݿ,���W_o����vghc*+����8:H�2���k�N2�5�S��i�:�_x0000_��q�L</a:t></a:r><a:endParaRPr lang="en-GB"/></a:p><a:p><a:r><a:rPr lang="en-GB"/><a:t>�&lt;px}�M|����Ei�ۈ�(��#�M</a:t></a:r><a:endParaRPr lang="en-GB"/></a:p><a:p><a:r><a:rPr lang="en-GB"/><a:t>iA��х8S�����|r�A���_x0000_��_x0000_�W��TvgN�����ݛ�f������lvv����v|	�|���&gt;%��Ii%�,eN���Y���i&lt;I��yf�W5w[��r�Pxg*)�թ��Z�5I��#H�2H�F�t2Я����� ~V��(�k������(z:��ч-��p�_x0000_g��~&gt;��?�=����{�^���׺��u���{�{�^���׺��u���{�_A����</a:t></a:r><a:endParaRPr lang="en-GB"/></a:p><a:p><a:r><a:rPr lang="en-GB"/><a:t>��=��*&amp;�(x��(����F�_x0000_�&lt;p���W�,х���~�-!�_x0000_Yn}����`0=r?�D���7U����xV��Z��a��_���o˵&gt;M����t�^�-B����-G���jL�֎�-�����rh0�hL�P1�^{Af.��[��Hڄ�iZ&apos;&quot;����W[+�Tj/ub�1��?�g��%�	����d�j)�N_����������ϭAA׽��ׯ��^��I�kւ�5�w�][�{�^����u��_x0000_[�`mn~�n�c������	ϑ��M=��1�����=c2]�J��$8��$spVf�G����&gt;��ts����|�J�~���cW)�Ҟ&gt;���G����+��h�폑��*x��Nc+o��e4�[�rX�S��I!`�SB�</a:t></a:r><a:endParaRPr lang="en-GB"/></a:p><a:p><a:r><a:rPr lang="en-GB"/><a:t>�����/0�q&amp;�Tu��KQ�Mp&lt;�z�����}�!g�,�T i4�4�Oq��7��L�Ocw��]�=</a:t></a:r><a:endParaRPr lang="en-GB"/></a:p><a:p><a:r><a:rPr lang="en-GB"/><a:t>l������t�q���Y)�+��S���)aX��&lt;��G�w;&quot;���k�`6pif��Ӊ_��ہ��\�����1&quot;���GVO�,����Q�b%bVQH&gt;��[�-�(�I��Y$�b4�_x0000_��K�BC�����A��</a:t></a:r><a:endParaRPr lang="en-GB"/></a:p><a:p><a:r><a:rPr lang="en-GB"/><a:t>���mH�������&lt;zl�F�j=&lt;�gY����O�O4�P�Ҽ���)��O��C��{�I#��b��RM&gt;B��:j8 ��*j�Uk�ZZW�:�ak��&quot;��K���`����u��?��8du�\�G�e�t1Lj��=#B�Һ���I��T��$�=�U�E�F#G�#�����ͱάg?��P_�V�S</a:t></a:r><a:endParaRPr lang="en-GB"/></a:p><a:p><a:r><a:rPr lang="en-GB"/><a:t>f���</a:t></a:r><a:endParaRPr lang="en-GB"/></a:p><a:p><a:r><a:rPr lang="en-GB"/><a:t>��n�4r�~C��&quot;�5&amp;g�����Dy&quot;��n*D[�6��՛���|�_x0000_ag+j�=c︾߼05�Hd�+C_�SR�{�;�k6��OC�����}$��;Gw����ld�ؙ�r</a:t></a:r><a:endParaRPr lang="en-GB"/></a:p><a:p><a:r><a:rPr lang="en-GB"/><a:t>����Ԥ�%�5\D����#�x�W�eV�����,�)����ps_.8��OŞ��v�^�;�AE��E������UL�w.؅</a:t></a:r><a:endParaRPr lang="en-GB"/></a:p><a:p><a:r><a:rPr lang="en-GB"/><a:t>�����iy�_x0000_�Ȩ&gt;�/��7����l�Πh��Ci�t�T�:W�:��|��6��n��B�0�h���sPz�o��F?�?%���-�[5N|���w�������m&gt;ݤ�&lt;�Ȟ��G�|��v�%E*���q����&gt;f�cr��&quot;7$U����_�,G^��n�ל`ݭ�$�DdW�*��|�)Sǭ�����ujY���e&apos;b8�AP=:�i��i�o�D��@&apos;�Τ|��:��#R?�����WϬ�Tyt|r(��M4�oۦu�7p�����܍G�v�7�������.&gt;}1|���&lt;)�5�@��~)���</a:t></a:r><a:endParaRPr lang="en-GB"/></a:p><a:p><a:r><a:rPr lang="en-GB"/><a:t>�g���h:��e���.0���܌X���#��?���3��s�SBB�I3����Ƚ��;��)��V�x��q_x0000_�*O��N-ӛ%�[]�&apos; ����{�4�_x0000_��$��F�g@ʮ��0��a�kWp~�a���P;j)Ԉ�G��|�+���c�3���-����x|a��i������O�f�F�ݵR�^�]��Q��ŏ�	TjU��@���L�X//����}:&apos;�t�г_x0000_tg5�hU�d���?�I��{�O�~O���s&gt;D|}�n���_x0000_(1s�d1��Е�dZ(H�f���72-ҭXc4q&quot;�}B��4,�i��(+�O����S�R��K�n���K~����G�t���׺��u���{�{�^���׺��u���{�{�^���׺��u���{�{�^���׺��u���{�{�^���׺��u���{�{�^���׺��u���{�{�^���׺����ߺ�^��׽��u�~��{ߺ�^��׽��u�~��{ߺ�^��׽��u�~��{ߺ�^��׽��u�~��{ߺ�^��׽��u�~��{ߺ�^��׽��u�~��{ߺ�^��׽��u�~��{ߺ�^�_x0000_}�_x0000_���{HZY�(w�5RJi�#�G�+��_x0000_X{�Z</a:t></a:r><a:endParaRPr lang="en-GB"/></a:p><a:p><a:r><a:rPr lang="en-GB"/><a:t>��EG�Z�|)̿��?���N�W������!�C&amp;���}+�%4=����J�f���z�����E�[��QU����_x0000_��&apos;��</a:t></a:r><a:endParaRPr lang="en-GB"/></a:p><a:p><a:r><a:rPr lang="en-GB"/><a:t>MJf��8����YV0Ȫ�B�T!�C-ǌ����:Ww�%��m&gt;C�c��~ވ��%�)�&gt;*�/����K����#����Kres�����z�J�t���.j��^��(�6�x҄cE�o��-���=�����&amp;�*�j�r�z6�</a:t></a:r><a:endParaRPr lang="en-GB"/></a:p><a:p><a:r><a:rPr lang="en-GB"/><a:t>�-�������ޖ� �=�q�ssg ��x�V\�_x0000_�-�&lt;��$�����V3�w��X�=�\׻Kw�O�(���`�H�(�Ч5E_�@{04S]_��U���~d�g��e�B��7,8�_x0000_��)k�Ĩ����8�����+���Ib�宪���������O&quot;�/���j���L�B���df�t�\�l�-���</a:t></a:r><a:endParaRPr lang="en-GB"/></a:p><a:p><a:r><a:rPr lang="en-GB"/><a:t>���Qı�h�R@ϧE�r��jx����Ǎ+R?.&lt;~C�</a:t></a:r><a:endParaRPr lang="en-GB"/></a:p><a:p><a:r><a:rPr lang="en-GB"/><a:t>۹j&gt;a|��W�g���[����E��wDU��ׯG_x0000_&apos;���z��f��;H�=��܃�R�Q@�S</a:t></a:r><a:endParaRPr lang="en-GB"/></a:p><a:p><a:r><a:rPr lang="en-GB"/><a:t>��p�-��q����&gt;�t��O���(��\&amp;���I��л;�,i������؁a{�X�_�����b�6K�kO&lt;��_x0000_���%7������ݻ�r8m�����_�ba�&lt;��G�L�dc� �&apos;����)g�@ԓ�^s2&amp;���HEv$�A,F_x0000_�T��-�����|�ô�6K��eR3��Wv��bb�z�q��\W���`���=�4</a:t></a:r><a:endParaRPr lang="en-GB"/></a:p><a:p><a:r><a:rPr lang="en-GB"/><a:t>+�E_x0000_���T�:ŎC�m��_��M_�\��V�Ia`Go�h_x0000_�]*@��_x0000_c������_x0000_���m��J����XY�V</a:t></a:r><a:endParaRPr lang="en-GB"/></a:p><a:p><a:r><a:rPr lang="en-GB"/><a:t>��ز)��Vo�&lt;:����|]{ߺ�^��׽��u�~��{ߺ�^��׽��u�~��{�G�_x0000_����_&gt;����f��׽���Z��đ��[��_��p�=z��W[���(�f����:u�L����_JD����A�d����j���_x0000_��&amp;�KHZ�!S-JZ�~]L����&apos;*r0m�z�_x0000_�prUA�]�Qx�w$t�_9��L������N�M&amp;IYH���q��JEv�I_+��G��g�C?�@���g�rrG.:�uR��*K</a:t></a:r><a:endParaRPr lang="en-GB"/></a:p><a:p><a:r><a:rPr lang="en-GB"/><a:t>UMM+JT#��B�{{m�ٰ��+�tu}_��f</a:t></a:r><a:endParaRPr lang="en-GB"/></a:p><a:p><a:r><a:rPr lang="en-GB"/><a:t>�&gt;���:Tû��&amp;�5�v-}N����U�fw�d����~=���_�[����d�~$��)Q�)J/�X1����y3sW5�d-��&apos;J��58,�l��d�Y����\��&amp;�]��l�?���!�n�������%~�Y&quot;���v�4�����_x0000_;��U:?${߸�[r��m��t�&apos;?�Z���q�)�����l�����Q0�5Ԍ�Q�0$��)�=��iJX �</a:t></a:r><a:endParaRPr lang="en-GB"/></a:p><a:p><a:r><a:rPr lang="en-GB"/><a:t>:Xhq��EI�����-6���1����X(&quot;�,TȠx�nI&gt;�-7�����xgҲT/�q�u�6�Z�2�m�KUV�X�$�</a:t></a:r><a:endParaRPr lang="en-GB"/></a:p><a:p><a:r><a:rPr lang="en-GB"/><a:t>֤��t4fwF���j=����%�׌^	�5</a:t></a:r><a:endParaRPr lang="en-GB"/></a:p><a:p><a:r><a:rPr lang="en-GB"/><a:t>�{��)s��~����.����g�[sM�+�����7@e��|���������&lt;je�\(�X0狋�nH</a:t></a:r><a:endParaRPr lang="en-GB"/></a:p><a:p><a:r><a:rPr lang="en-GB"/><a:t>��ӎ��ҟ�{�R���O�.��^�</a:t></a:r><a:endParaRPr lang="en-GB"/></a:p><a:p><a:r><a:rPr lang="en-GB"/><a:t>7ЫR?����Ǵ3��VQ���_x0000_-:�I��G�����l��0�ĊC�s�k��K�XI�����厢h��?oZ����8׀�Ǡ�������]ŗ�̈́�m&lt;�����w&gt;ؠ�M��c�x	�k��X�U</a:t></a:r><a:endParaRPr lang="en-GB"/></a:p><a:p><a:r><a:rPr lang="en-GB"/><a:t>���%�xT���H6��@^G�S�/�χ8�(I��|iC�y���lm*��,A�u��#�6�f���d��_��ׂ��5��?�:)�����돺��x���zu���֤}$���ܩ��k9�_x0000_&gt;�cg�zUmt��FsMjF~x?mF1�)�ӣ��s���|�͔��Ӎ��zxD��B�w��J��*Î����</a:t></a:r><a:endParaRPr lang="en-GB"/></a:p><a:p><a:r><a:rPr lang="en-GB"/><a:t>J��=����3�hj8W����׹�/�Ш�c�N����O;J�@���F��j]2Ih�s��bK�&lt;�փ��ӷBG?a��_x0000_?Q}�Ҏ���{�{�^���׺��u���{�{�^���׺��u���{�{�^�Ͻ�u��_x0000_S��n�}T�_x0000_Q�?�{�������0�_x0000_R��ɱ�����_x0000__h�&gt;���	��&gt;�?&gt;����J�-�5�Q�b���ᴶbm�͛؛;mvɭ�D��=���2��\SMM�Y��&quot;�)�O��[h������i��mU��׎���v��av���m</a:t></a:r><a:endParaRPr lang="en-GB"/></a:p><a:p><a:r><a:rPr lang="en-GB"/><a:t>���m-������6�&amp;�����=	6&amp;�$`oS)c�cz�m��_�4�ك���J �c��G&amp;�&apos;�rs󧟠�N�tp	���$�H�&amp;��ŏ��Y����_x0000_W�����_x0000_W�u���������by�_x0000__ݜ*��êu4|���O�rM�rO�V�k�{�^���׺��u��c�^��i&lt;��y�zPW��a�^���r/�?�?�����?���/#�d� !�`N� ��r���K�ٿb���x�2:~�t)$����qÇ�:�3�&gt;&amp;�������{۵~B�</a:t></a:r><a:endParaRPr lang="en-GB"/></a:p><a:p><a:r><a:rPr lang="en-GB"/><a:t>&amp;��Z�?�(�����F��W�lG�\Ng=�2&lt;�SV�+�������IU�Ҡ&quot;�T����&gt;�����T�_x0000_jI��_x0000_�1O^���w��?A|����_�}��X���+ٛ;�{�s�y�b�1sWWcz���bs�Z���s����Q�y�_x0000_�rH�������e��Ag� �2Z�Cq���^�I�T����&quot;</a:t></a:r><a:endParaRPr lang="en-GB"/></a:p><a:p><a:r><a:rPr lang="en-GB"/><a:t>չ#���{�wn��ڛ��:�&amp;���ۗ��T����^��M:]���f���)֢��4�V���)�j�k���	�jTg&lt;+Z@����@</a:t></a:r><a:endParaRPr lang="en-GB"/></a:p><a:p><a:r><a:rPr lang="en-GB"/><a:t>�4Ө�8p��8 q�I�nx����G����,�/&apos;�u:2z��,�OR9�\�7 j����p3S�R��1�����h#����*(M��sS�=R��t?����{:��e���T٣CO����w�E����:ع�t�w2C���Z���(UU��hi��i���i�w������MRyp��x���P��׭��M�</a:t></a:r><a:endParaRPr lang="en-GB"/></a:p><a:p><a:r><a:rPr lang="en-GB"/><a:t>&quot;�ϓ��t�H�&amp;�(Jh�b�x�</a:t></a:r><a:endParaRPr lang="en-GB"/></a:p><a:p><a:r><a:rPr lang="en-GB"/><a:t>:,@���B��*u��N��RB�J���Q�_��$�5�sֺ���ot���[�*w��\&gt;������3��O���V+]������[ES��*��MQGIA��</a:t></a:r><a:endParaRPr lang="en-GB"/></a:p><a:p><a:r><a:rPr lang="en-GB"/><a:t>�hjd�:vfx��X����T_x0000_�\S�U�_V��Cgb�nD��Fw��ī�RI�N��5�G����_x0000_1嗱�_x0000_�\��&gt;?�������_x0000_��O�����&gt;����|�}����*�5��*j*jW��#��:P��T$$� ��֜}&quot;��0)S�M�FbUb��HM)E��J��i&apos;ˣ��}5�j�_x0000_2�����&apos;�~���_x0000_�-^�۝�����[�7��*%����J|�O��%GW���EEZW�B)�Q��:�+!�H�(&quot;�֚�}*+���VF_x0000_UMH$�7I4ki�T$tS�~�^��_x0000_��f�w�}���]��?e�]��vf�-帰��+��h�-øb�Wʟ��t��5��$,�I����+_x0000_{Ϟj�Ǉ_x0000_)�_x0000_��+_�?V�8 </a:t></a:r><a:endParaRPr lang="en-GB"/></a:p><a:p><a:r><a:rPr lang="en-GB"/><a:t>�l_x0000_sƤ�Uj&lt;��a�2���[g���2�z�=��|�Pw���}�E�6R1�����S�����m�U4_oQ&amp;.�yg3U4�e������&apos;�_x0000_���1Rx��5����2�},*uv��$抵���Ս5�:;�</a:t></a:r><a:endParaRPr lang="en-GB"/></a:p><a:p><a:r><a:rPr lang="en-GB"/><a:t>���/�_x0000_</a:t></a:r><a:endParaRPr lang="en-GB"/></a:p><a:p><a:r><a:rPr lang="en-GB"/><a:t>��i����]���&gt;&amp;Wukpc1�,�n憆�ot��t�ަFjgyIJsYT4���X��J</a:t></a:r><a:endParaRPr lang="en-GB"/></a:p><a:p><a:r><a:rPr lang="en-GB"/><a:t>Ԏχ1�H,G�?gJ`H���9A9c����8���ഠ&amp;���|��m}��#��G���&gt;?���mu]grPl�;&amp;��m~�s�1�Ah���N�e���]^Q���	��zj�|��_,_x0000_���5��M�9�$�R�Lc&quot;P�Ռe5�ˤ�#��WUu�T�i�wn����{/]׿w&amp;}��CY�s��z�9�ϟ����*�*略5R�T�[�ohX��_x0000_&amp;�Z�ʷ����ǥ�d�98$</a:t></a:r><a:endParaRPr lang="en-GB"/></a:p><a:p><a:r><a:rPr lang="en-GB"/><a:t>�H</a:t></a:r><a:endParaRPr lang="en-GB"/></a:p><a:p><a:r><a:rPr lang="en-GB"/><a:t>Z~|O[B!����4���r�_x0000_[�oo�����4�z�5�����g�_g\���o���_x0000_��Iåˮ���u�~��{ߺ�^��׽��u�~��{ߺ�^��׸?_������5^7�����:b�5UT{_xU�k��M��+i&lt;|����5SS���:�q���U�����i�Ӣ���&lt;�3�&lt;����AE/ľ��.#mɺ&gt;@g��Ic�t���,�����䪚����_x0000_RI���᝼�Cx�C/a#Y�vm�FK�&gt;�&apos;��:�ϥ�[���/b�{{��&lt;�����u������u�~�}u��9����&gt;�F��u����,G��[�o���߫O�������^�9z���y?�q�&gt;������_x0000_V:�&gt;]`��*̕]e/���%���*���qԨd��d�&quot;5�!ꑋP.���i����x�4:�����y��ܗv�=��UF&lt;�i�Jq�:���&apos;�\q��o�Z￯�C����������s��Ʉ��@h��Y/&gt;z�C��D1��9�� �1�^�@</a:t></a:r><a:endParaRPr lang="en-GB"/></a:p><a:p><a:r><a:rPr lang="en-GB"/><a:t>�?mx�������_x0000_p&lt;�h�Mtң��A�ʽ?����zCG�s�5&amp;��I�-ߍ�yI.㗫�sa����</a:t></a:r><a:endParaRPr lang="en-GB"/></a:p><a:p><a:r><a:rPr lang="en-GB"/><a:t>܇��;��d��3���_x0000_&apos;�c�=μ���o�r��g�)O��%hμI��П��C�=�M�_x0000_�N��B�_�	cBKPF@�#�{W�ܙd�R�D?</a:t></a:r><a:endParaRPr lang="en-GB"/></a:p><a:p><a:r><a:rPr lang="en-GB"/><a:t>+I!�il�:��������s���,Td�_x0000_�ϩ�q��j�[*�n_x0000_R�zV�#׮�ԳF�_x0000_���&lt;��9o!��8�1ֿ:�_#��o�{xR����x</a:t></a:r><a:endParaRPr lang="en-GB"/></a:p><a:p><a:r><a:rPr lang="en-GB"/><a:t>����~�׽��u���׺�&quot;��_x0000_�G&lt;E�_x0000_&gt;��}�Ө_�S�3�_x0000_Ӑ��|�\�a	2�Y#�)Ĕ�Ӛ�k�#F�)]dz�f��pA���6��n����^</a:t></a:r><a:endParaRPr lang="en-GB"/></a:p><a:p><a:r><a:rPr lang="en-GB"/><a:t>�3�æ���jmJT�#�\)֨?�_�[�)�N��Ll����-���K�4�]�l�Zݙ�R�)�p�&apos;���X��;���Z����jQ��c�&gt;�G�b����A�:3d�����f��8=|�凢�kj|��</a:t></a:r><a:endParaRPr lang="en-GB"/></a:p><a:p><a:r><a:rPr lang="en-GB"/><a:t>�wE&gt;3��A㚤��Y굣�}�W&lt;_� ����}���Ju&apos;�n$�S��r�J餍Y#����&quot;�$��E.�̓�:o�zo[\�R�WO��qÏ�)���}��2x&gt;��\��n�������JN��b�GcNs{ah&apos;@����A�Y�E41��H����x��m3wG9!�*J�A�W_�&gt;]A�w?.s;m���}D</a:t></a:r><a:endParaRPr lang="en-GB"/></a:p><a:p><a:r><a:rPr lang="en-GB"/><a:t>�*~G�[��&amp;�[�&gt;o|Y�o�</a:t></a:r><a:endParaRPr lang="en-GB"/></a:p><a:p><a:r><a:rPr lang="en-GB"/><a:t>/�������ۙ5�3|b�}���VB��qˍ��VR��F� p}ۛ�6�NH�|�q��p8 �&quot;��f�-P���9������s���l�����{)��m��\���8�g�G�Y�bF=~U���?�_x0000_9&gt;�ݸN���_x0000_�=��)��_x0000_�W�h�H`�p(Y��Bʩ�&gt;L�MW��I����T</a:t></a:r><a:endParaRPr lang="en-GB"/></a:p><a:p><a:r><a:rPr lang="en-GB"/><a:t>4q䞖 =������5V_x0000_f�	�Y4��w�E��)D�H-Z鮣@kJf�	��P�]��vwhl���}u��p��hl���7�2dv���E�����)�HdA�:27�O�t�&apos;�*�����h�R&gt;�+Ϸ,�j��cùNM&lt;��</a:t></a:r><a:endParaRPr lang="en-GB"/></a:p><a:p><a:r><a:rPr lang="en-GB"/><a:t>�J.u4�/j��O���%��(��-�&gt;�m�hd�</a:t></a:r><a:endParaRPr lang="en-GB"/></a:p><a:p><a:r><a:rPr lang="en-GB"/><a:t>&lt;�vp�Ux����U��o�L���Up�#��:��	N�*�p�8~4b�</a:t></a:r><a:endParaRPr lang="en-GB"/></a:p><a:p><a:r><a:rPr lang="en-GB"/><a:t>�x���n��%&amp;fA�L�S��&amp;�@�eY��q���i�U�#�/��d��C�U�V��!(���c��a8�ЧE��Ā�[��4�-9*���6���~��z�c����N��~��{ߺ�^��׽��u�~��{ߺ�^��׽��u�~��{ߺ�^��׽��u�~��{ߺ�^��׽��u�~��{ߺ�^��׽��u�~��{ߺ�^�������ߺ�^��׽��u�~��{ߺ�^��׽��u�~��{ߺ�^��׽��u�~��{ߺ�^��׽��u�~��{ߺ�^��׽��u�~��{ߺ�^��׽��u�~��{ߺ�^��׽��u�~��{ߺ�^���p�_x0000_5?��_�&gt;G�&gt;�Z��ϓi&apos;]t�.���G-�ݻ���z����&amp;�&lt;�B��}|p�&gt;ۺa���Y�_x0000_0��Ӷ04�B����O��Q���;�/��_x0000_���zj*z��6�9��y��٣\��_x0000_�Y��������_x0000_Sw`&gt;��.�����:��P�������є</a:t></a:r><a:endParaRPr lang="en-GB"/></a:p><a:p><a:r><a:rPr lang="en-GB"/><a:t>��T_x0000_�_x0000_]�E�����م�dv������I&lt;2̾u�y�w�9�_8&gt;��Q��O�֯��&quot;���~W�5-f��の�yJ���\���I�N�T�_x0000_I�_���8��:AR�U����#5@�z���W������_x0000_�|���ļ&lt;�(1p�6�r#T	���s(�_x0000_VO-�&gt;�i�]�I$��kבTF�8P��__͏������F</a:t></a:r><a:endParaRPr lang="en-GB"/></a:p><a:p><a:r><a:rPr lang="en-GB"/><a:t>&gt;�(8uO?�+�o����,F������Sg6��N��D���w���ۚ�?�Ը���e�]$t�q����B��\��	!���s�A5�B$٧��C�Vy7Y�SC���I��_x0000_��R�����{;	��Gj��ݦ�</a:t></a:r><a:endParaRPr lang="en-GB"/></a:p><a:p><a:r><a:rPr lang="en-GB"/><a:t>���W�($���$[b1�l���z���9����y��m�ى%��55&lt;x�׮�l���!l|�l��B��Po~�=k��Ҋ��M�����&quot;ߏi/��@CO�����</a:t></a:r><a:endParaRPr lang="en-GB"/></a:p><a:p><a:r><a:rPr lang="en-GB"/><a:t>�/ŰK����/�-�_x0000_��C���ӑ�뿎U���|��رF�6���&amp;Qj0x�r�f�G�k�_x0000_</a:t></a:r><a:endParaRPr lang="en-GB"/></a:p><a:p><a:r><a:rPr lang="en-GB"/><a:t>pH#^W��N��ӐX��I����^��ɾo�O!B�g�_�i4h���)�+�N��A�u_x0000_�M\:&amp;À_x0000_V傎�����o�����?ϣm*��_x0000_4�A�W8_�W���}}�i��������׽��u�~��{ߺ�^��׽��u�~��{ߺ�^��׽��u���_x0000_m�k�� ��-�Mx��:����_x0000__���{��o+m��xT�_x0000_�^�ǂ�O�u}+o�.~������Q4�?��#B�&quot;��t���n���V4\!�q�	��|�b�{�</a:t></a:r><a:endParaRPr lang="en-GB"/></a:p><a:p><a:r><a:rPr lang="en-GB"/><a:t>�)��35�4�\�.&quot;8�2��[?�:,��+�Qn9�zA������n�M�*Ҵ_x0000_j�F�j</a:t></a:r><a:endParaRPr lang="en-GB"/></a:p><a:p><a:r><a:rPr lang="en-GB"/><a:t>�2z!�s����f�y�</a:t></a:r><a:endParaRPr lang="en-GB"/></a:p><a:p><a:r><a:rPr lang="en-GB"/><a:t>�T��e��G����.�����m�������W!��t��Ȼ�z4�%$��j��TO+F��,x2*� 2�I.��:��_x0000_#��A=L��b V��K�_x0000_,j��:jy%�7�c���ܦ�X.�e�̨c�?�_x0000_���*(T�ROK��f��-E��n�Y���A����Y��ۓ��:K���vǕ���&apos;�3pL�������iv�P$aB\�z��$g?�ר�c�</a:t></a:r><a:endParaRPr lang="en-GB"/></a:p><a:p><a:r><a:rPr lang="en-GB"/><a:t>�	f�G㭎�&gt;�bN�N&apos;�����w��.��߹l���C�?���Z��9���ƛĸ�^8�&lt;�5��u���[�(_x0000_#H8�K��rkԿ�O�h���!���B����r�v3��a�[sI��;w</a:t></a:r><a:endParaRPr lang="en-GB"/></a:p><a:p><a:r><a:rPr lang="en-GB"/><a:t>��� H���Nh��� ���5Zht�Z�ݹ��7�ɼn���`I�0H��u�{m�l�B�@J(�׈���XL�p8��&lt;��~�Mz�7��?&lt;�Juh��_x0000_��</a:t></a:r><a:endParaRPr lang="en-GB"/></a:p><a:p><a:r><a:rPr lang="en-GB"/><a:t>��_x0000_7L�hmM����{��N��[��l^ko橅F&gt;���Y����l��4̳C Y��ֻ��=O�����׶�wk���#��Twi�O��_x0000_�WI��o��g����}˕�=����~�{O�u!$��)[�e</a:t></a:r><a:endParaRPr lang="en-GB"/></a:p><a:p><a:r><a:rPr lang="en-GB"/><a:t>E1�����nq��3�&quot;�-EA�_x0000_���=z�7ۍϑ���[�䰀�j�$�</a:t></a:r><a:endParaRPr lang="en-GB"/></a:p><a:p><a:r><a:rPr lang="en-GB"/><a:t>�4�ZTW������3�ʺ:W�.��6�L�Z�:�6���4ˮ�P�</a:t></a:r><a:endParaRPr lang="en-GB"/></a:p><a:p><a:r><a:rPr lang="en-GB"/><a:t>j�����%:Y&lt; �$�&quot;6ȥ��6�V?���&gt;[��|�S�9I�55��QJo����J%�d�Dx$��~ݡ`�D</a:t></a:r><a:endParaRPr lang="en-GB"/></a:p><a:p><a:r><a:rPr lang="en-GB"/><a:t>�?[��&gt;�ַWwOet�QT�{A�@���ӡO�mm)���_x0000_ԜT���-�����6 ���?��ڹ`�L���b�Lh:�����H�{�_x0000_���ޭ�9���Z�uk��*8/��w����������o4V�t�?i��j�-?g@7ɯ��#�I�n��u�K�1����&apos;޻�!�ll�i/dJ��U\��@��=�r�.��hΡ�W��8�g�n�yoes5+qTO*0&apos;�5�G�s��u�H_w�m���c?!��~�����U�(3(i���K�V5EV������H��B0QCg��~��6*�i S��P�}�]�y��r]A&amp;��f���O�?`G��O!F����@�4M�</a:t></a:r><a:endParaRPr lang="en-GB"/></a:p><a:p><a:r><a:rPr lang="en-GB"/><a:t>R:�D�]F��Q�k��֘�O�дi[�O���kR&gt;޹�SҎ���{�{�^���׺��u���{�{�^���׺��u���{�{�^���׺����^��uk���3�x���������uc����T���_x0000__~�:�_x0000_�����I�׸p���׾޽�]{�{�^���׺��u��}{�{�O^���A�֨=:����7 �_x0000_Oǽ���[��1���Ә��;��V?a������&lt;gL���U&gt;S#՘���0mH1e�BI2</a:t></a:r><a:endParaRPr lang="en-GB"/></a:p><a:p><a:r><a:rPr lang="en-GB"/><a:t>$��R4��{�q�	�	4�3�A�v�&lt;S)�*i�BH�W�����B�k��x=ö73�6���d0y�g�XŁ�P6//�rX��M=3��9jb,=�������r�&lt;zF�	�5������U�o�*������~M͆�x</a:t></a:r><a:endParaRPr lang="en-GB"/></a:p><a:p><a:r><a:rPr lang="en-GB"/><a:t>ϵi�����ޛ+a`�|�w%GO`we]&amp;��Ȓ���a)���.�����?h�?��SO*֝��(�`P�Ɵ*.�+J</a:t></a:r><a:endParaRPr lang="en-GB"/></a:p><a:p><a:r><a:rPr lang="en-GB"/><a:t>C��:3{7�|O�����u�bz�����)l</a:t></a:r><a:endParaRPr lang="en-GB"/></a:p><a:p><a:r><a:rPr lang="en-GB"/><a:t>ї���O������ul��힩+�~�J�㥩Dӣ���mٚ��_�5����&gt;�N�C��_x0000_@$�&lt;�O���RrM:{���4����f�F&amp;���隺J&lt;��nY756�����&quot;jƗ�53]�M��յ����s_^��٠)�@��9��xf��$V�</a:t></a:r><a:endParaRPr lang="en-GB"/></a:p><a:p><a:r><a:rPr lang="en-GB"/><a:t>��q;jm���੥�;3���r�� �Z�.�Q����]��2�1�v,t����;�dP�~^���=	8�ҋSJ��@���d��������H����.�蜅f��ڮȋc�oau���̮)�O��޿�5��~r�@Ε+�PD��7P��*�I�1�T}������ȯI��_x0000_b�C�V�i���?&gt;&quot;|�꽓���,�����ԫ��5�m������</a:t></a:r><a:endParaRPr lang="en-GB"/></a:p><a:p><a:r><a:rPr lang="en-GB"/><a:t>���}����C%Q��6��tR����ʜyҼ</a:t></a:r><a:endParaRPr lang="en-GB"/></a:p><a:p><a:r><a:rPr lang="en-GB"/><a:t>~�P�`���i��5Z�&gt;b�L��SALSƟ���!l������m��E�[�s�M��]��455P�n��5��9��UG1W���i���|�yS�((?/&gt;�a�$ 0 ���$VlR� V�OC/U�WPtwLm��_�0�n��[S+�p}g_�;op���7+1.C��IQ6C!O2K�_�b�6��l����xud��t�*_x0000_�����_���������~&lt;�6shniw�_��ٽ���k��D�_x0000_t���ԙ����y-,i/N�4zH��n�:П���$</a:t></a:r><a:endParaRPr lang="en-GB"/></a:p><a:p><a:r><a:rPr lang="en-GB"/><a:t>�̞�M�}Q�</a:t></a:r><a:endParaRPr lang="en-GB"/></a:p><a:p><a:r><a:rPr lang="en-GB"/><a:t>𡠥x��@�Ы�G�d�&quot;�o��7pw�K�sn�&gt;��W�����c��+׍$[j�k�]��Z�+�R[!Q@	���uV�����sZ�iL�(k�꯳��AM8�4�#�iR@����X������_x0000_�^��Lv�;f�p�ry��Orv�n�A���&apos;bej��9*��D**�&amp;TV!:m�ݪ�&lt;1�0GAB0N.�n���</a:t></a:r><a:endParaRPr lang="en-GB"/></a:p><a:p><a:r><a:rPr lang="en-GB"/><a:t>[9�:�5MI�#��A�_��{w��&apos;�cu�?s�����n/�jk3T��]MV�	^�Y�������ʠ���&quot;��|��j?�z2hQ�_x0000_��E}+����F</a:t></a:r><a:endParaRPr lang="en-GB"/></a:p><a:p><a:r><a:rPr lang="en-GB"/><a:t>b��ơ)i��4�_x0000_Zj8��EK�/�_x0000_OԒ��ON&quot;_x0000_/�����z����k�J�}{޺�^��׽��u�~��{ߺ�^��׽��u�~��v9����&lt;F��^��Ǝ�x���j��R���</a:t></a:r><a:endParaRPr lang="en-GB"/></a:p><a:p><a:r><a:rPr lang="en-GB"/><a:t>5`��N�ǎ}�2T��Wph��d/,|�q�S������w���ج��t?�M�h|t����y�}Cm�sk�&apos;��m���GR�ߒ=��v�w�����FR�SR+Ps��t��w��o�ܐ&lt;=)^V�@&quot;�ji�5��^�d��Z�jy��S�5$F�5�jf��E!�p�ɗe�۸��O��I�=�Ѷ�+�Ju� ��7�`�-�&gt;-3Qф�}9�N~}s��MuՉG�����}�&quot;I�4�Ȏ���*xf����C��_x0000_z�_x0000_c��ci</a:t></a:r><a:endParaRPr lang="en-GB"/></a:p><a:p><a:r><a:rPr lang="en-GB"/><a:t>�&apos;���4ӊ���\�@_x0000_RH�&amp;_ۖ �ɑ���������cŷ̿�C�����CQ�g��Q�0k����2F|��Ϡ7�?�ޗ�����&gt;����g��6�����}�&quot;�dZm������u3Z�y&amp;`�O���w��2��U�qO�]��C��±��Z�:0��?�ꡨ�����C��^��e~+޻��yn-�Xkd��l�!��bd�Q&amp;ꨒ�^�,�	�fb�RiC:�|�g�I�B���q�Kf�c&apos;4�]�4F�w��т��q��iRz	����ޫ��z���ud;�gIn��:�54Օ{�u�	�m�]�����&lt;�&lt;�Ð����)cX�~���ݒ��m�m:G��*ts�/&apos;�o~n�@`Mj�7�X��HyL�M4�$�U��3��b�R9$ii@�*���}��5V��jO�����(c���D_x0000_�=�u�����^��z��t��|Y�s��_x0000_��o���P�pz��=w�}{�{�^���׺���@h�Z�1�c�}}-�rx{X0���_x0000_B9�j��������C�=%�&gt;Hu����_x0000_���&apos;�u&amp;Z=-Y�w-�F�ݴ��U���y��x�o�nAq@�j+¾X��7��b�{�����**3J��:�=�����w���Żg��nan�y��$ƚ��^��S�%9�,���[e�-�.���Os_x0000_MNH q��:���b�k�TaBk�����1|5�9���&apos;E�j٪��_x0000_�̝�\��5F��&lt;�����Ǭ����$��ǟx����f𷐨T�	���޸5 �Ee�z�^~�$���� 5�q�TS#��GW�������n��O�*�^��yM��5����&quot;��{Z�oȞ��&lt;�_x0000_��]�!�ɥAw%e��n����g��ޢ��H�֕�(Ơ</a:t></a:r><a:endParaRPr lang="en-GB"/></a:p><a:p><a:r><a:rPr lang="en-GB"/><a:t>F8��Oj�����@�$�L_x0000_}�m���P���iPґ�%�$!G�*��`h�%�\�Y�哊u7HiƟ#��5~7�����(�r,�&gt;�og1��	�2�&lt;�9���֭��HY�P~���_/����WS_�� `������4�#a����uF�ʮ\�A?�卼+*&amp;��_x0000_/�㚳�&apos;�O:�n��]璩���E5]��=FCoI v�W�_x0000_��+�7m�/Ա!�p�B@�j?��&gt;�*�.LR�&amp;��dp�4�*O��=[XWE�)l��d�d�J�a��6�_x0000_o�7�)#��Ԑ��E3��?�OZ�M��%�GO4� �</a:t></a:r><a:endParaRPr lang="en-GB"/></a:p><a:p><a:r><a:rPr lang="en-GB"/><a:t>o���ږ��[���T�d{Sf�*z��9�����ү5�e��yax&apos;�$�h+OC���}���՚�ʂ���riٖ�P</a:t></a:r><a:endParaRPr lang="en-GB"/></a:p><a:p><a:r><a:rPr lang="en-GB"/><a:t>�?2W[�]��~Ct�R��^d��ln��ͥ��Z�v�\F��C��</a:t></a:r><a:endParaRPr lang="en-GB"/></a:p><a:p><a:r><a:rPr lang="en-GB"/><a:t>$�J	�l�]YH?Oc$`c�B�	K�u��=�-�_x0000_#��jzVx�^�ֺ��u���{�{�^���׺��u���{�{�^���׺��u���{�{�^���׺��u���{�{�^���׺��u���{�{�^���׺��u���{�{�^�����ߺ�^��׽��u�~��x�{�^��=��u��ߏ��u���׽��u�~��{ߺ�^��׽��u�~��x��^��_x0000_�8��ׇ������׺�ߺ�^?O~��q��_x0000_^�_x0000_K�-�{�^��_x0000_�����u���׽��u�~��{ߺ�^��׽��u�~��z�_x0000_A�}��u��_x0000_c���u���V��̣�u|%��</a:t></a:r><a:endParaRPr lang="en-GB"/></a:p><a:p><a:r><a:rPr lang="en-GB"/><a:t>�����C�ؙq�S����d~��݉��.&quot;�M�Y�Ș��E66R�&apos;�4�S��k�CU�_x0000_/��:����#��#��/��3�7qm__��o�</a:t></a:r><a:endParaRPr lang="en-GB"/></a:p><a:p><a:r><a:rPr lang="en-GB"/><a:t>�a!�+��S7�-��!�C��zt��w^�؛_r��ݑL.��;k9��VbF&quot;:,���f25o�&lt;�H����x�i�s_���v�&apos;�o�|�=*E(q\���ת�_x0000_�K;/r�~1�ߚ������_x0000_��xoO���&lt;�#�KԵ��7�ï&lt;�cv�=U	_x0000_\T�rO����J�</a:t></a:r><a:endParaRPr lang="en-GB"/></a:p><a:p><a:r><a:rPr lang="en-GB"/><a:t>�b�]U�e��]=F��{�jyR���sǴ(��z��K�L��z��C=�.W����Ǫ�@�!ã%QN�ā��_x0000_�Ǒo�����&gt;��qL�ӫ�ϭF���j�ޟ��~?G&lt;�[�&apos;IV��B��</a:t></a:r><a:endParaRPr lang="en-GB"/></a:p><a:p><a:r><a:rPr lang="en-GB"/><a:t>ؽ�C!��+L��q��_W�a�-����Ff</a:t></a:r><a:endParaRPr lang="en-GB"/></a:p><a:p><a:r><a:rPr lang="en-GB"/><a:t>8v鑩Q��D$q1��,����&lt;��l��uF���Fs$��@a��%j��*�(��P��_x0000_f_��}L���Kϰ}��7F���S��R�m���O���_x0000_�w1�_x0000_!��z��I2T�MO����5�U��A�V��0���{Uj�i(xT�_x0000_�&apos;���{�����KYk�_x0000_5Ơ)P2M8�u@9�S�}��}�Z���l��ljZ�̘n��1;j�U��d�-{������E�ƶ��PU�lrG#��|�ĮFއ���׼�~���/�}&gt;�K�$��J�D��</a:t></a:r><a:endParaRPr lang="en-GB"/></a:p><a:p><a:r><a:rPr lang="en-GB"/><a:t>[&apos;�_��ߟ���ߴ�1ԍ׽��u�~��{ߺ�^��׽��u�~��{ߺ��_�}�{ߨz���_x0000_W�z��S�ӯc�o����[#�~}v� �����_x0000_O���׻-g��_&gt;?.�����|G�\d�&quot;�Y����(�I���⦂(�T�4�dF�`Ag �_x0000_����q��S�R���7�I?:</a:t></a:r><a:endParaRPr lang="en-GB"/></a:p><a:p><a:r><a:rPr lang="en-GB"/><a:t>�V��u�0}�ߙ*�C�V����z�l����:�l8����IR�ʈ³</a:t></a:r><a:endParaRPr lang="en-GB"/></a:p><a:p><a:r><a:rPr lang="en-GB"/><a:t>+�kkg�[��r턛�00Kku��$��F�e�|�p:t׬ ���mȖv� V�M@�1zT�*د�x�P�x���^����._��.���r[�&quot;Ԕ�O��nj2ԥ�[z�$yc8�&amp;j�x�`=�[r�3���&lt;&apos;��V��_x0000_i`(խ%fn �(*\��-�t����[��+�&lt;MkU�&quot;�FME+^�1�w��{���}�kvdI&amp;)$�뮻�@@����⍴MY:</a:t></a:r><a:endParaRPr lang="en-GB"/></a:p><a:p><a:r><a:rPr lang="en-GB"/><a:t>�_x0000_k�V&apos;ܽ����ː</a:t></a:r><a:endParaRPr lang="en-GB"/></a:p><a:p><a:r><a:rPr lang="en-GB"/><a:t>�h]P��uV��rZ��RB-���彻��BS�ԟRI,s�(=C+�&amp;iL�$�e�$v1ɨ����~��_x0000_Ђ��?��$�����.��W����ߑ�&amp;	k�=K&amp;K;����7���#��i&quot;f�_x0000_d����l��ͨ��Ry��z0�����̐olj&quot;,��tz7����ܿ��dv������hr���pn]�_]梭�KIV.m5,�ZZ����A�7.������o�Y�����`K�ŀ���Pi��_x0000_ǥ� ���_�?6�_x0000_y�[sl�ܭ��?o���CCcLWW���됸 �</a:t></a:r><a:endParaRPr lang="en-GB"/></a:p><a:p><a:r><a:rPr lang="en-GB"/><a:t>����_x0000_��EIuW�����u#A���8l�</a:t></a:r><a:endParaRPr lang="en-GB"/></a:p><a:p><a:r><a:rPr lang="en-GB"/><a:t>W</a:t></a:r><a:endParaRPr lang="en-GB"/></a:p><a:p><a:r><a:rPr lang="en-GB"/><a:t>������~/#��]4Y&lt;y�$[p���&gt;�t��a[�sG�O.�G��T�K�L7�U`h23�J&lt;O��:ի��-L����O��J�OJ�YW5��u��_x0000_|zC&apos;SY���*0jWm�Hleu8/I!E�L-#	��.����_x0000_��N�+����S���HV:��5�e*��F#�s4}��x��ɶ��</a:t></a:r><a:endParaRPr lang="en-GB"/></a:p><a:p><a:r><a:rPr lang="en-GB"/><a:t>��\nPb��)�]u���|���=�,����*}�C�F��i��*</a:t></a:r><a:endParaRPr lang="en-GB"/></a:p><a:p><a:r><a:rPr lang="en-GB"/><a:t>���l7HD6���rr_x0000_&quot;�`8��:�/��{�c�v��tQ^�F�_x0000_F_a9ߍ���=�{[������X�ǵ��4�����ӊ\�&quot;	�U��@�y�n&gt;�^ 4&lt;?��_x0000_�u&apos;m&gt;��LC�_x0000_��i��-����*��&apos;znt`=9���s#�薓p�,Ņ�AH���6��D��S���_x0000_�t?��</a:t></a:r><a:endParaRPr lang="en-GB"/></a:p><a:p><a:r><a:rPr lang="en-GB"/><a:t>�p`����_�?��&apos;b0���_����B�|����1�:�Y�����R�j ���6��F�5U���v6�k�rm�zO�����I��p���B�+Ï�_x0000_GU��}Y��_x0000_λ����&gt;�ٛ����ܜ�;wofek��艅[���̱6F� �-���J:%��y�#���r�����B��M��_x0000_��=c������&quot;�6M�~?����o&lt;q=m�O</a:t></a:r><a:endParaRPr lang="en-GB"/></a:p><a:p><a:r><a:rPr lang="en-GB"/><a:t>PSR���P�q��N#��AG���i�J�V5U�������=��Z_~_��ѼZ6(4(_x0000_?2|��9�R&gt;����_x0000_�-s�O�Y����_x0000_W�N�x��W��_x0000_&apos;��u׶z�^��׽��u�~��{ߺ�^��׽��u�~��{ߺ�^��׽��u�~��{ߺ�^��׽��u�~��{ߺ�^��׽��u�~��{ߺ�^��׽��u�~��{ߺ�^��ӯu���O����{ة5��r�H X~����M&gt;�=����� ���GЯ��_x0000_a�^	���F2?��:�67��ﯿx&apos;ת	���]{�[�cp Xߏ�&lt;�_x0000_���	��~;Wg�����_x0000_\[���������}z}IA����G��%���������^�/�H�c{�o���7_z�O�I�.D��ׇ������������������y��_x0000_�~o��Ͻx&apos;ׯx�G�W������y?NI����	���3����lu�P�o������������O�u者�Q��}P���~��&quot;��bbh)_�u�I�$�l� ����_x0000_J�$������_x0000_��}���h��uL��z��{ߺ�^��׽��u�~��{ߺ�^��׽��uؿ�I�˯x��.�++���,Ώ�x���(&amp;�_x0000_���_x0000_��8��8?��tI~{����R��d����n&gt;Gpuh�c^����W�#��U�rQk���:\��&gt;̡eFA�Z&gt;�w-���hAQJ���8��uD}!��&gt;</a:t></a:r><a:endParaRPr lang="en-GB"/></a:p><a:p><a:r><a:rPr lang="en-GB"/><a:t>vm�_�c���&amp;*\L|��V���˶ &quot;�9��d6ނ���\1Mz��T&gt;û�_x0000_#G��oTd</a:t></a:r><a:endParaRPr lang="en-GB"/></a:p><a:p><a:r><a:rPr lang="en-GB"/><a:t>����_x0000_B.T��6�θ8�?��_x0000_&gt;�꒪�#EM�������0�U��c+R���M��%��N*)�S�A�	���ߵ��������d}���6���LW?/�gˬ��s�@����	���u��$�i��Iʬ4�&amp;z���q���yN���{ص���Qq�x~|H�ux�ܗ��)��_x0000_����C�O���	k��ٳ곸��_x0000_����4{�r�(F&amp;?�zԈ</a:t></a:r><a:endParaRPr lang="en-GB"/></a:p><a:p><a:r><a:rPr lang="en-GB"/><a:t>�����P�A��[W&apos;^_|G����n�&lt;�ϖ�@4����</a:t></a:r><a:endParaRPr lang="en-GB"/></a:p><a:p><a:r><a:rPr lang="en-GB"/><a:t>�������_6��]�4��fK������ZM䢩����</a:t></a:r><a:endParaRPr lang="en-GB"/></a:p><a:p><a:r><a:rPr lang="en-GB"/><a:t>�� I&apos;��</a:t></a:r><a:endParaRPr lang="en-GB"/></a:p><a:p><a:r><a:rPr lang="en-GB"/><a:t>�u�=��g��1��EQ�o�����Ͽ������x|&lt;&lt;�_2&lt;�5?��KqvU?�?�Q����j�=gO����N�9��7W6���AK&quot;�,^/CB%� �B���Rk{�@8P`�_x0000_����Z]n2�M� W�������k�wK���\�z^��_��T���D��lt�3&apos;.�m�KOe���Xe��a������m���`�����u:��L�t�wxa���:Q�	A��	$�i����yS���9�~&lt;�_tnʂ��Z��&lt;ʖ�W6c�n-�/�����y?������x�p��C�8���f&amp;Ǵ[�l1\ �*��:������ӏ��\��O!N�����]�s����_x0000_�}���C&quot;�{���^����Sߪ	����}y�~?��C׫ׅ�_x0000_���������k���^�Q�V��s�����o?O�}�z���]2�҅�_,~H�E&lt;��r��~�\��#�&amp;�%W�D�m��</a:t></a:r><a:endParaRPr lang="en-GB"/></a:p><a:p><a:r><a:rPr lang="en-GB"/><a:t>�ˇZ�6����_�mf��������w|�i��Q�Ip���ݲ�S�1��0&apos;�K{g��m�79ӟ�SӬ:��8���D|�_x0000_������fN��^���W\F׫N������P�ܲӌ�DV,�|���m͊�B�=��,��no@�J��Zj)�1�O3J����6ܹnK�5d�jM+�ׅ)�L�z{��zm.��Ο�q����/SWD�,yJ��+�r;n�$+��1�5X�=V�gE�A��|�x�����i��OP</a:t></a:r><a:endParaRPr lang="en-GB"/></a:p><a:p><a:r><a:rPr lang="en-GB"/><a:t>7�cpk�8&apos;��}�K=͡&apos;_x0000_�_x0000_�L_���=���Hu7�n��J���;k�6���j*1Ի�eF#4���Ty������</a:t></a:r><a:endParaRPr lang="en-GB"/></a:p><a:p><a:r><a:rPr lang="en-GB"/><a:t>��_x0000_�m��_x0000_DH$����&quot;������0��ul%�E}xg��н&quot;k�_x0000_������{&quot;�Ï��_gK&lt;���I_�M��&amp;���#�ĩ�c:�~fg�^?1�</a:t></a:r><a:endParaRPr lang="en-GB"/></a:p><a:p><a:r><a:rPr lang="en-GB"/><a:t>��\=kܵ�3�}���#};wxF�EP�t���&apos;�����3br���ŉ�	L`���_x0000_B��=���*`���&lt;	��a��$#�V��z:��J�+UMS&lt;3�匱HQ���_���ŏl&amp;J�z��_x0000_���V�]f�Y#5V_x0000_��&quot;��2�Je���A]CS��PUB�T9&lt;vE$���U�S�ďH	�:�{n�.B0�������Wt�X�|+�A�_x0000_���=W��M�T�w�8��3=�i��|��Vt��WO����!��2��Ef#���)~�!��#kD�h�P��N|</a:t></a:r><a:endParaRPr lang="en-GB"/></a:p><a:p><a:r><a:rPr lang="en-GB"/><a:t>�4������C��~�&lt;�)��T�|P</a:t></a:r><a:endParaRPr lang="en-GB"/></a:p><a:p><a:r><a:rPr lang="en-GB"/><a:t>1��HU�/�!M�_�}����n��W׬������u���{�{�^���׺��u���{�{�^���׺��u���{�{�^���׺��u���{�{�^���׺��u���{�{�^���׺��u���{�{�^�����ߺ�^��׽��u�~��&amp;wf���Svn��&apos;l�m�AW���?]E��aq�Qyf��䫤�8bQ�H���G��{����`�3�*,6�oŌ�[&apos;SOC��c{�+�UUu4���0d�H�������ߺ�F�e��jc�$U�,U1I��qH�H�i�ȥ]H`��</a:t></a:r><a:endParaRPr lang="en-GB"/></a:p><a:p><a:r><a:rPr lang="en-GB"/><a:t>���Ӈ�u�������=��u��_x0000_��_���׿�v���^�~�?O�����kߺ�^</a:t></a:r><a:endParaRPr lang="en-GB"/></a:p><a:p><a:r><a:rPr lang="en-GB"/><a:t>����{�^������ߺ�^����럠�����cu~ީ�=�����ڴRQ��n���m��GS���EI]�˲S��5C*Hg��&lt;{�^�iJ�bQ���nd[pC�� �{^��׺�?׿�����{��?&apos;��&amp;�����׺��bl��	W�����0n}ŋ��n}ݟ�`��n��d�`��\G-}@)�c�&lt;_x0000_O�u�4�^ 쮭vJ�_x0000_�q��(_x0000_)?]#����ԛ��s�8�ߺ�^������_ߺ�^�������~��z���}��u��_x0000_������^�׿����׺�7�Q���}��u����u�&lt;Ң�^C�Aqp�,��Ը&amp;�^?���^�]��_x0000_��_x0000_fC�?�1���j����&apos;�?�k�k$���tG�x%�3e���S���3W8���=�m*��N�~R�4����x���_x0000_��b_x0000_�]#�_x0000_�%x��~�M��=���9���:�f���oUW��3��s|s��Bloe0�����:�ZsZp�u������rq�i�6�}#�}&quot;okV�l-e�A��F*r��@.n��EP�ۊR�D���]��;gcm����V2�</a:t></a:r><a:endParaRPr lang="en-GB"/></a:p><a:p><a:r><a:rPr lang="en-GB"/><a:t>�v&amp;�������C&gt;+k�|\X=���</a:t></a:r><a:endParaRPr lang="en-GB"/></a:p><a:p><a:r><a:rPr lang="en-GB"/><a:t>�H(��$�x�r�&apos;0=�IZ�W�`/^���±�����z���_x0000_�!������5�-�&apos;�&apos;�-��������z��n�%��USQa�4�y�N��ō��qϓ�T0[�~�9�xٔ�\tyI#�P*��������(.��Mk��í���k~@�_�1���_x0000_��#���UWml��=?��Q&apos;Dx�o�S�-�N拗�4���H�[�/�F�\8u���&amp;K�{qu��.��od�4L�&amp;��5)�Gϡ����������cmw�s��a-�xR_.��G�쓹���_x0000_���tH&gt;{�M^��6&amp;#��˾�/��J�Ciiv�b��b���TP�G���A؇�m��s3/q���ӉZ��P_�6��߷���i��2���If��6{FBTQ��V��sCC���a��0�b��5;��-_x0000_���1�����J����N��n�b�D~�t_x0000_5q��^?����G�}.�׽��u�~��{ߺ�^��׽��u�~��{���Yc0��6��&quot;E��rno�����#���&apos;�oƴ�:����}.9?_������a�������#&apos;�fzV���V�,K���:�&apos;�U���D.$�V�&quot;��ehl��+͹�_��ܦ���?=_/�3���-��afo/�	�C�*xT�ö�d�j��K���kn&quot;��&apos;��MO��V~R�-���*����0#HmD{��������t�</a:t></a:r><a:endParaRPr lang="en-GB"/></a:p><a:p><a:r><a:rPr lang="en-GB"/><a:t>J�,��0�</a:t></a:r><a:endParaRPr lang="en-GB"/></a:p><a:p><a:r><a:rPr lang="en-GB"/><a:t>��I&gt;}b��?|j���{�oq�&apos;�����H�J��Z��CfW�:_�&apos;9�&apos;��Ҏ���*v��.��������]s��R3�&lt;�J�f(M�vu�j]?��@��N�x�:���M��ܿ}����˳UarI*cU�OD�ֹ�@�{�3��������&gt;/tE����F&gt;�����F7vn�B�XZi�+6;��H51&gt;����K�Ot&lt;L�Y��P�M@�&apos;�aA_������^�����V����č-��SK��_��B۹=������v��UISb����I�9*����}^�kk�%v��!��o@b�˷l��������]�7=�j,`�i�������U6{GE�����]O_</a:t></a:r><a:endParaRPr lang="en-GB"/></a:p><a:p><a:r><a:rPr lang="en-GB"/><a:t>�����,�]�뮞���i�j@���҂��c���Usw?��&lt;P�)l����t��$��j&lt;�G	��#�F��O�3v�&lt;��;�z��^��:J��iIp�u|T��0*e�U�^ذ�&amp;	�������[�c��{cZ�q��B�o���*N��#���ic2W�M��s��&lt;��m�I%^&lt;��1KG4:ڐ��c�����uAN����ר��y?}�Fx�</a:t></a:r><a:endParaRPr lang="en-GB"/></a:p><a:p><a:r><a:rPr lang="en-GB"/><a:t>G�z���i�w�/�����.᪬���Yثpۖ���Y�� �_x0000_ef�ϊ�bU2ԃ����}O�o8r��U��E�V_��;۟t��9�h��o}&lt;�3����1���B�ԳS2�O</a:t></a:r><a:endParaRPr lang="en-GB"/></a:p><a:p><a:r><a:rPr lang="en-GB"/><a:t>dBJy)x4������^��qۤ��kf�i�_x0000_W��/--v���7�sY��k����㛛�ȿ����)SS���J���_Ϯ�_x0000_���ߵڄ����e�</a:t></a:r><a:endParaRPr lang="en-GB"/></a:p><a:p><a:r><a:rPr lang="en-GB"/><a:t>�)�c�</a:t></a:r><a:endParaRPr lang="en-GB"/></a:p><a:p><a:r><a:rPr lang="en-GB"/><a:t>j�*�+(�Tu��4U��qU}e;R��KHx�7��K:�֣��՝�Z�	�?���F�rۚ/3��8��{_����PwUw�φ��ٿ�������&quot;��p���j��GCQ맠wq5���</a:t></a:r><a:endParaRPr lang="en-GB"/></a:p><a:p><a:r><a:rPr lang="en-GB"/><a:t>�����;r�1&amp;��&apos;�����H�=b�7r���MB�a��g�_�X�O��w���_x0000_n���߸v&gt;≩k�7�����&gt;��qŧ;��WA=^:�#�.��e���	��k��\�_x0000_��χAK=�&gt;j��M:0i���Q_x0000_&apos;��R)��?��_x0000_����2UI��*$��v���n����*ZԦS���¤���߈P �?���˽�SeCS�=0AuW������^&apos;���ֹ:L�/�&amp;����c���_x0000_H{�rvsD�H�n�Z���U���`/�7���K�O���N�i�5�����_x0000_z��}3AE���c�8�m2Rc1�!��c(c!�����C�4�O��i�S����T�</a:t></a:r><a:endParaRPr lang="en-GB"/></a:p><a:p><a:r><a:rPr lang="en-GB"/><a:t>��O�O��������\ק&gt;]{������u�)�׽�u�~��{ߺ�^��׽��u�~��{ߺ�^��׽��u�~��{ߺ�^��׽��u�~��{ߺ�^��׽��u�~��{ߺ�^��׽��u�~��{ߺ�^��׽��u�~��{���^��׽���u�~���{ߪz�^�ꞽ@8u�~���{ߪz�{ߪz�={ߪz�^�ꞽ׽���u�~��{ߪz�^��׽�u�~��{ߺ�^��׽��u�~��{ߺ�^��׽��u�{��:���&quot;��=��u��	#�D�*Lљ�I%���� %U�:�&gt;}_x0000_?#�/t��n��������kԇ���CP�{�j�&amp;˛�[�.�rkb�jH�X�Z�m]��9oD��c:���#&apos;���濲�i���O���㤵4�	~x�:���ؽ��q�qό�=�6��&amp;�H�+-]-/��o���vQ�V�@�����m~�L����wݢ���zOr����45	Ą����&lt;�X�6�z����ʾ��T�^#���bVe��k�K�5��e$��=����ms�}��?Kf�}ո:~�������v�;P$/���Q�-�_x0000_��`�*Gpkv�š�TSTEq�</a:t></a:r><a:endParaRPr lang="en-GB"/></a:p><a:p><a:r><a:rPr lang="en-GB"/><a:t>j��JxN��J��/Ł#ٔkm���_x0000_����:�tW5�&lt;n�����U����c���������zJ&lt;�;��l�||�5&gt;�F�e�FY�o�R���-�ޔ���%������U?���t��ik_����z�m?CM���P��p��|T����,4�_x0000_a�@�&quot;�����ɖSp�4�BoG���?�S������ҽNCJ&lt;�V�4��Q]&lt;�J�CI�����$v�_x0000_a��I�@����N�s/�����_x0000_8�Z��*��|��c�-��n�\���]�7OtB&gt;���)0�sħ��b&quot;��k��&gt;�&gt;�]+m��JH)+��</a:t></a:r><a:endParaRPr lang="en-GB"/></a:p><a:p><a:r><a:rPr lang="en-GB"/><a:t>���w�;&lt;��^_SPxTf����g���Wh��b�$��3��L��`�_x0000_�?�}=Ğu��%�����?�Ǭ��^}���ҭ</a:t></a:r><a:endParaRPr lang="en-GB"/></a:p><a:p><a:r><a:rPr lang="en-GB"/><a:t>G׽������_x0000_����?O���-H`�C�U7����^&apos;_h?��������&apos;���vM�祵1�|�];��9�����?�u�R�$FR�E&quot;��Ac����k�����Z��O�ˏÎ$��$[}ҟ��H�</a:t></a:r><a:endParaRPr lang="en-GB"/></a:p><a:p><a:r><a:rPr lang="en-GB"/><a:t>PNO$z�5�7v�ڐ��Ỷ�ԥ@o&amp;��,-D[�չ��B�=_x0000_��o����|�i���;3���F�r����ˁ�����C��;𿨣���;ctdbV����~eg�[@�9�	SF��XU�����r6�E�]�I6�������&quot;��q��+�V��NE�mX���&quot;jW�1��nv�����SE�][��	��9ڛ���!���$ۻg�*�[�w�����o��m��[�</a:t></a:r><a:endParaRPr lang="en-GB"/></a:p><a:p><a:r><a:rPr lang="en-GB"/><a:t>Gp���?����������I�_x0000_���OD{y2�}��S��f��\</a:t></a:r><a:endParaRPr lang="en-GB"/></a:p><a:p><a:r><a:rPr lang="en-GB"/><a:t>F���0QakQ�H��}�U�@&amp;��c�܏6�C����&amp;����_x0000_j���n&gt;���_x0000_��DuS��&gt;q/���h��d�?]��n��o]ݚ&gt;L�qWO��T�F��]]ED���A��������_h�_x0000_)�;����f%�+_�`t���w.-�s���1�b�=2ˍ�C�u��Ad�؏�?����vwn_x0000_S����ݺh�P�_�μ:]|-��l�[�z�s����Y������٧��:�tԇf&amp;���Xܴ</a:t></a:r><a:endParaRPr lang="en-GB"/></a:p><a:p><a:r><a:rPr lang="en-GB"/><a:t>��=�إ����#�U�8T3|�8p��X��L[�J^��8��8�\3ǭ�?�&lt;=�O�1�&amp;�_x0000_��v���vA�)+�-%O�n�c����</a:t></a:r><a:endParaRPr lang="en-GB"/></a:p><a:p><a:r><a:rPr lang="en-GB"/><a:t>TB��ț�Z�]�</a:t></a:r><a:endParaRPr lang="en-GB"/></a:p><a:p><a:r><a:rPr lang="en-GB"/><a:t>���x���ď��p��R��:ȯo���좙O�D�N������)�f/�z��F�n_x0000_�ڭͽ�R�R�H[��%P�������?�?3�!������:9��7+n�K�f��tK��]ю��_x0000_K�f��٘~��$o$�~dN*</a:t></a:r><a:endParaRPr lang="en-GB"/></a:p><a:p><a:r><a:rPr lang="en-GB"/><a:t>(~%�@?��88c�C�W���t$</a:t></a:r><a:endParaRPr lang="en-GB"/></a:p><a:p><a:r><a:rPr lang="en-GB"/><a:t>_x0000_hsC�EqQ�}�Ǣ����Kf�X�!��ޔ����_ҽ������w�GV���</a:t></a:r><a:endParaRPr lang="en-GB"/></a:p><a:p><a:r><a:rPr lang="en-GB"/><a:t>���$�4qV_�D� ��u�X]\����P��H��C^]�WS SE$�Q5��&lt;�����H�M$��lu(����~��i�&amp;��+Ъ`L~�����4&gt;)�_x0000_4�_x0000_�/C�;�&gt;Xa�7���T�OO����	d����#</a:t></a:r><a:endParaRPr lang="en-GB"/></a:p><a:p><a:r><a:rPr lang="en-GB"/><a:t>��L�9]�M�ފ�cͽ�l��_x0000_|�?#����!�Ff�x_x0000_3����80_x0000_N��:t�I�-c�LhN:_x0000_ĺ/�z��]9׽��u�~��{ߺ�^��׽��u�~��{ߺ�^��׽��u�~��{ߺ�^��׽��u�~��{ߺ�^��׽��u�~��{ߺ�^��׽��u�~��{ߺ�_����ߺ�^��׽��u�~��V��e�V?�1�[�eY@:���S�K}P?Ǜ{�^깿����[����~��W���Ӹ��wR�7��v�����ʆL�f�}�`�(��O!��~�Ȥ�_x0000_{�u_�~w���</a:t></a:r><a:endParaRPr lang="en-GB"/></a:p><a:p><a:r><a:rPr lang="en-GB"/><a:t>�ۺ�$���ʇ�&amp;�&gt;;I�9��$��oeo�V&apos;e����䩒|\5�RQ�	N`����{���b�_x0000_8��_x0000_Ý��pl����]O�ߜ?&gt;*n�=�[����mN� s��n&gt;+����4������k�-��&lt;�_�/�����!�i���_x0000_�_����[������-߼qGol��跎��g��ڊZ��ː���&lt;T�#ZzJʊ��㿺�K.��5��7_rw�;��G�K�?�?��</a:t></a:r><a:endParaRPr lang="en-GB"/></a:p><a:p><a:r><a:rPr lang="en-GB"/><a:t>��|�{Ong�P��bS-�3�Mύ ���i)r��&amp;�		��c�^���_x0000_,����_z��D��g7�n�.�����w.;</a:t></a:r><a:endParaRPr lang="en-GB"/></a:p><a:p><a:r><a:rPr lang="en-GB"/><a:t>�v������!_��z*�]&lt;R(7&quot;��׺$?/��ͭ��������m��%�;���+�y�;S�w���[/���S�s[�ⶭ-]n_1EOO��$U������G��HM��ҾX��?&gt;~7��鎞�|��c�Kq|����K�weW@|��BLf��X����1c�4�Q�h%�rU��)V�{�_����h���+��_x0000_5^�ؕ�������z沯1��F�������1	=;�s��Ö�zp��-~�ߺ�H���̋�FK�V�_x0000_/_�Wxno���ǳ�go</a:t></a:r><a:endParaRPr lang="en-GB"/></a:p><a:p><a:r><a:rPr lang="en-GB"/><a:t>���A�2�A��a��4k��d�+%d���:xB��~��?���+��_x0000_�P�[&apos;����=��_&amp;�&gt;m*�:�&amp;������������7��٘</a:t></a:r><a:endParaRPr lang="en-GB"/></a:p><a:p><a:r><a:rPr lang="en-GB"/><a:t>Ra�A䍠�����_ő��������_x0000_��w��e~n�~����0����&gt;2m}��}��{��ǽ��8������󻖖�og��R�͂�&quot;*K�fr����,�G��|����WǏ寵�av��̾a��{����֗l�^��m��=c�[O����Ǌ��S3]&apos;��$�x�_x0000_l�^���&amp;�n���쯏F/�~M���&gt;)�-�E�6���E�&amp;��ut{K� �|�O?�&apos;d���Yb/��~�_x0000_3���ҍ���?��~&amp;Ŵ���|C��O��/�.��8=�ruma{��Uyy&apos;��05�L�T��$��{�u��N��)k�d��h�⫝̸�EJkkg4��F�X��,�W�!�䰵���ֲݭ���_x0000_��\t_e����_x0000_&gt;�_�^��x�Y�#|��ݩ��og:�i��&amp;�&amp;V:(��3-��C[C���f�������^��u��*�[��ǯ�����	���-/�&gt;���]].�M׍�QA���u�ΩE$�x��r1IGȎ����tH&gt;!?��{�a�g�_x0000_!{7�0�w7�&lt;K�:g�9�zv�_x0000_J�����|�{f��n,�Z]t�E��%����^��i��w?]�4�_~.t����_x0000_�����{��~b~$�g�����):�)6܈������B(�eW_��ϩ=׺6/�L��Sֿ�è��P|o�_8�_x0000_�w]m�؁�#}n=���6�u��	d�o������Yy��	p�������;��W�o����</a:t></a:r><a:endParaRPr lang="en-GB"/></a:p><a:p><a:r><a:rPr lang="en-GB"/><a:t>��;7�&gt;tn��eнU���C���Op�G��T6)</a:t></a:r><a:endParaRPr lang="en-GB"/></a:p><a:p><a:r><a:rPr lang="en-GB"/><a:t>SE��sR@��l�{�uw�H�`��a�}��H�i�&amp;h&gt;����}���e�]~!�M#���{�3��{�%��&gt;M&apos;�ρ-�G�[%��cxUl٩�Y�S�7�^��8��2g��#��}���N:)�������{��_x0000_���=�z�oI��m&amp;o�w�Ǽ{91$����j%k����{��ܼ`�$?���\�T� ��Y����В&gt;~�B�ĕ��_x0000_�\�_x0000_���_x0000_���YiS(�_x0000_WzE!u�x&gt;��d@�&amp;�Fk&apos;��������M����:���j+I[ie�ؘ�Ĕj�qq��{���\Q!�</a:t></a:r><a:endParaRPr lang="en-GB"/></a:p><a:p><a:r><a:rPr lang="en-GB"/><a:t>МR���F�����f/���&amp;�&lt;�i���&gt;��V�k���ա[P]F�U�6&amp;����Em�^V���ʼ?�������������_x0000_�_x0000_����5�_x0000_��꒟�A������V�_x0000_:�_x0000_�_�_��f���r�o���8_�d`@��޹����W��%]\ڀ%t\�/�@�K5�u�`HsN���Q</a:t></a:r><a:endParaRPr lang="en-GB"/></a:p><a:p><a:r><a:rPr lang="en-GB"/><a:t>����m�\��%�ӍIcPM]�_x0000_W�d�V������=k��ŏ�;3k��#�I�m�@��N��-%{L����3^=�Ē˒����bO�뺼�g,�ccgl�Dvv�AQJG���_x0000_&apos;Jp�V�/&quot;0��?����0x���Y9%���A��^|}:��_x0000_���7���!w��sA�&amp;�E�{����EamQ�x1�s���r�����?��$���$sf�%罃kf�o���8�dܭ��P3�@i</a:t></a:r><a:endParaRPr lang="en-GB"/></a:p><a:p><a:r><a:rPr lang="en-GB"/><a:t>�B�O@��7䋑o�����j�H��zYًK	��������_�ï��_x0000__���և�����~�z����]{�{�[ǟ�}������g�&quot;�|��^�o�?�?���U��&gt;b���oo����?��xg�P�u�ֱ&lt;[��������oކ���~|:��L�~_m|��YYE����%]I��X�Y�kf�!�.�fcRt�Q�7q�H�EO���&gt;��\�m�/{�J�:�V������&gt;ȥ���8������������6�[�$fՉ���G������G�{�ԛ~�m%�����Y�V�!P*F�5�`���ܟ�v��0O�����Qª�M^t�Z��m��=�S���Sۻ�ig��r�j��-eH���6l��bGG��$��H��i���]��_x0000_��5��g����_x0000_-_�z�}��{��2����9�@</a:t></a:r><a:endParaRPr lang="en-GB"/></a:p><a:p><a:r><a:rPr lang="en-GB"/><a:t>Z�A&amp;�Ϗ</a:t></a:r><a:endParaRPr lang="en-GB"/></a:p><a:p><a:r><a:rPr lang="en-GB"/><a:t>�*�w�x��8l�Α�R����h���UB�t;���&amp;�2ĬBZ�ܖrI�.۽��;��^c��ݡ��@lԝ/߃�����3i�~P�u��	���@�Lj��x8ԩ����Iu}v��;+�R����|ʙ���X�s�쩫m5y�ռk�)�)�Z*��!��K�a��dr\���_x0000_$</a:t></a:r><a:endParaRPr lang="en-GB"/></a:p><a:p><a:r><a:rPr lang="en-GB"/><a:t>��&apos;�Gk����P���J�=@��|�=Nz���J��p����_x0000_��G(�ޯ�	�h`�|�g�ߙ����iԘ���jO��_x0000_��2�V�</a:t></a:r><a:endParaRPr lang="en-GB"/></a:p><a:p><a:r><a:rPr lang="en-GB"/><a:t> ���&gt;q��ש�}��v�s�s&lt;d_��� �x����1|~��@�ޚ�}����G^xPTd��M�B=N[w�%���W �xc���wu�m�sb5����n����6�������5��P	_����{X������l�s�����W5�T�Ц{�fS�Z</a:t></a:r><a:endParaRPr lang="en-GB"/></a:p><a:p><a:r><a:rPr lang="en-GB"/><a:t>.ԡ�(&lt;���R���}H���o%������?�z[n�</a:t></a:r><a:endParaRPr lang="en-GB"/></a:p><a:p><a:r><a:rPr lang="en-GB"/><a:t>�_x0000_�Ҝ&lt;�^��̽39����8��ޮ����s8�&lt;�*�����? �@�}FHd��Ю�|��+*��������{�mJ����x|��������c�ͧ�nߍywM�9����bfj2�3�����l�z���~�,r5������^]��n&quot;[W�_x0000_7��N��o����F�l��&apos;�2��W���7�c����&gt;����:ғOYo}�Rka�=W��i�7b^�Ԩ$K��T�F?g ����v��m�3kAA�F&amp;��qƺgD��������pH�+q</a:t></a:r><a:endParaRPr lang="en-GB"/></a:p><a:p><a:r><a:rPr lang="en-GB"/><a:t>��ZM~CW��a���8&apos;��:�</a:t></a:r><a:endParaRPr lang="en-GB"/></a:p><a:p><a:r><a:rPr lang="en-GB"/><a:t>�jz��1CG���O$9\s�J�K8:�����=���T���ȧ�zȽ�u��jJ�������mk���$� ia��z���U�����(��dPy�������G�����ޛi���G���=G����SUc�4T�,e}%]SWD�*|�6�������_���7he�n$Fe7���nrlS-�gQ|�����oOnְo;[Z&gt;5z�LTT���o��M?$!�&apos;�8����G�9�~#�:�*���iI���z</a:t></a:r><a:endParaRPr lang="en-GB"/></a:p><a:p><a:r><a:rPr lang="en-GB"/><a:t>9��P*�&amp;��g{��o�x���_�r8W�*pb8��������4��]$������ǧ[Su�a�����O�:�=M�6&amp;��Rn���)��&apos;E��</a:t></a:r><a:endParaRPr lang="en-GB"/></a:p><a:p><a:r><a:rPr lang="en-GB"/><a:t>TD������J�w��T#��&gt;�u��9�:~�z����e�Wv��G�J�Z�U��Z�i�(K��~/�x�=�rq^���-T�G�o�o����=��&apos;�_&gt;�1h�^��U���׺��u���{�{�^���׺��u���{�{�^���׺��u���{�{�^���׺��u���{�{�^���׺��u���{�{�^���׺��u���{�{�^���׺��u���{�{�^���׺��u���{�{�^���׺��u���{�{�^���׺��u���{�{�^���׺��u���{�{�^���׺��u���{�{�^���׺��u���{�{�^���׺�\^�7&apos;���������i:�\���M����&gt;�j�����O�^��_x0000_�����&apos;ݢ��1X�Q�V�u�� ֕��i�D�pO���������pi���h�V!E�4�_x0000_I��]x������g&lt;O�V�q��Cъ8�_�K�|:z��&apos;��7��_x0000_Ƚ�a�)׼q.������[[�i3�(ڟmGϤ���T�N�_x0000_?����1���z������a��u�zWs����ӶaWY�����	䘟�=ߒ��0�_x0000_W�����&apos;;N�Bd�xyc҇���R[3jl����&apos;j���N��w8�˺���</a:t></a:r><a:endParaRPr lang="en-GB"/></a:p><a:p><a:r><a:rPr lang="en-GB"/><a:t>u%_�ߣ���&amp;�_x0000_���������X���8���Wˁ=dO��u�l&quot;��uJ���TW�uc�ߋ��Ɵ�矧����0T����CV�9^_x0000_���W���~5��+�/����^��G�$ǟ]���Ʊ1G�$G�J+��P&apos;a�C�]�6�����G</a:t></a:r><a:endParaRPr lang="en-GB"/></a:p><a:p><a:r><a:rPr lang="en-GB"/><a:t>~3O���l�[X[K5���&gt;.���&gt;]Q���#ov��蟍3��N��m�w^����!�����v���5&lt;g}F���{�rikL����Y-��?���+�=sg���WMaf�H��_x0000_3�z--��_x0000_Ο�C7���.���]�q��OJm�I�O��8�p$v_x0000_��$\_x0000_�I&gt;̖��v�o��;P�A�_x0000_|_ْ3Q�~]O&apos;����&lt;�1���d�</a:t></a:r><a:endParaRPr lang="en-GB"/></a:p><a:p><a:r><a:rPr lang="en-GB"/><a:t>�_x0000_iC����s��ןȺ�&apos;U_�ȼ��}d1}��z��&gt;��m��y�$�,��[ߒ,Ey��u�ӱFG��?��zl��oR�y�_��_x0000_g�_x0000_X�ˣݶ�����CKK&apos;Mdw���;���]fB��J�l-U5*b*h����7��s������&amp;)X�Z�GCh}��8�</a:t></a:r><a:endParaRPr lang="en-GB"/></a:p><a:p><a:r><a:rPr lang="en-GB"/><a:t>�����c�]_���!2o��Z���n�MR������������|�ψ?��p־���܁h���Q����v͞�</a:t></a:r><a:endParaRPr lang="en-GB"/></a:p><a:p><a:r><a:rPr lang="en-GB"/><a:t>���&gt;n�I��x������hr�K{d3�9�&amp;����$�$�Ii�Q &lt;�2��3|��{�kbj���Dt����y�{�7i�}�&lt;8�].*�SPRP~ڏϪ��7��~I|E���&gt;�����_x0000_Jaɩ�U�8��}��:�5�nm�SU[</a:t></a:r><a:endParaRPr lang="en-GB"/></a:p><a:p><a:r><a:rPr lang="en-GB"/><a:t>�O�C;�p�</a:t></a:r><a:endParaRPr lang="en-GB"/></a:p><a:p><a:r><a:rPr lang="en-GB"/><a:t>T��yg��vq�ҿ���C�|��1T?�H?��`77q���b$����f�5)V��j\�nK�)��Y��	UW域����vF`UՎ�x|��7ɾ�޾U����O&apos;Ko�忇E�I��L���?�Q+U�]٬�(������{�=�]L��</a:t></a:r><a:endParaRPr lang="en-GB"/></a:p><a:p><a:r><a:rPr lang="en-GB"/><a:t>rGw�t筁o�׹aR�����&lt;�}1Օu7sA���&apos;�o�u��f��O� %�8z~��0�1fs�%�Ņ�5u GF$[�	�W�\l�|�e�Y��*5�AZ���</a:t></a:r><a:endParaRPr lang="en-GB"/></a:p><a:p><a:r><a:rPr lang="en-GB"/><a:t>�d��u��ilIόH��=���D�H�9]H�W�\/�������6�Usm�s�`���&gt;��x��j�pxyR���׬-3!f���&apos;0�$���ҳ}&quot;�-��=�x�E����??�u[��Qi_x0000_q�_x0000_Uz����??�/�ߊn&gt;ӭ�nl���ź�z��)�L�k�j�a��I�hh�0�&amp;�ϼ��i�w���a���@�K/%�����G-�o��QR}h�=5xd�_x0000_�&apos;�]���d�ȞO&amp;�� bB��h�?�h5��g�O�=Iˋֈp_x0000_|�i�|�!��ߡ�#�</a:t></a:r><a:endParaRPr lang="en-GB"/></a:p><a:p><a:r><a:rPr lang="en-GB"/><a:t>|�ٛG��헀���De))&gt;�_x0000_)����������CW4��\r�j���϶w��1�O��:�m��k�_x0000_5(&quot;��C���1ǫ3�O�;���O�o��~/���{���Q&gt;5��DۏoV�\}�&gt;�T��-�����{#j@OP�)V��#�G����W�{�^���׺��u���{�{�^���׺��u���{�{�^���׺��u���{�{�^���׺��u���{�{�^���׺��u���{�{�^���׺��u�����ߺ�^��׽��u�~������?�_���=���]���8v��ٻKoR�_��;�/�����P��i��9#�sou���#�m���ό8����wWk��@�~�����v��=[�w��ڑa���o,�ZJ�n*�xAj٨��#H��������e�%�1���&lt;&gt;��c�={�/�����;%AY���gea�]K�\�S5%D�]BR�&amp;ejٞ</a:t></a:r><a:endParaRPr lang="en-GB"/></a:p><a:p><a:r><a:rPr lang="en-GB"/><a:t>i��Ǻ�Q�d|��Q�̫?������Wbu�ǯ����Io�����NŬ�ۋ�T�kj��u</a:t></a:r><a:endParaRPr lang="en-GB"/></a:p><a:p><a:r><a:rPr lang="en-GB"/><a:t>Q�h1���7&amp;b�&gt;Ғ�ܙZx�׺��=&apos;����9��}i���S�D?�������lvk��Dd6���kU�aU�.�ᣭuUEp�M��u����������e_����_x0000_�����S��_x0000_�Y�S}g~I��1:���X}���썱��B���|�!��e���}׺�O�N��:��=WƮ��.������ݽ��w�}�����+��~dw�8��������K</a:t></a:r><a:endParaRPr lang="en-GB"/></a:p><a:p><a:r><a:rPr lang="en-GB"/><a:t>RCIU���X�AX꿿u�O�ϐ=���5��m��}��&apos;e�,x1ݵ�&apos;I�{Of��vU6/��[I����Pe�</a:t></a:r><a:endParaRPr lang="en-GB"/></a:p><a:p><a:r><a:rPr lang="en-GB"/><a:t>z�[��s:+��o�����&quot;�����z�~4l�����{�6�&quot;1����#1�������[�e�T;a�U�Q�жE�ήd&gt;#�{�^�w�n|��/�KE�����`|ޛ��[t/Pt�~VoΧm�׻k��=fk�w]MQ�ud�u�d�b��KPh�MT�E2k�^���6�ص���;+���_x0000_*}��O���^������ջ�~��Iv�2��ó��d�1��v:�QV!�U</a:t></a:r><a:endParaRPr lang="en-GB"/></a:p><a:p><a:r><a:rPr lang="en-GB"/><a:t>�D����׺�J�_4�o����z��eG�]�������&apos;�_�=nO�&gt;Vl�������}��k(���W����Vd1���G����YSO�u�?����pw&lt;��:����d�_x0000_����K��:=���.����&gt;l�-���N��bh�x�mLnZ-h_x0000_�6�^ꐻ��z|h�����&amp;�����;�_x0000_�oM|����_x0000_�D|~����u[^�u�[��Н��z�;�lmB�Q�QYN�M	�,�*#�^�G�,���?�n^������&apos;�&gt;���k󳤾`���n�뎉�lN�۽�_�rYx(�+�������!�����&apos;����	?8�L|��h�������ll޷�/�������ީ��e����M[+i�j�~z4�O]���x���diɝ�}׺�7���#�]�A�Ut�~߯�^ ꌶDB1��kU���5?�#zY3M,�H�J�2�׺�v��]��z�)���u���s9N��Z.����</a:t></a:r><a:endParaRPr lang="en-GB"/></a:p><a:p><a:r><a:rPr lang="en-GB"/><a:t>��ݝ���y3ݓ�{n�#UG�p�{5\�i�c�Ւ���_�������W��_��O�����z�{����?�wptO�_j�2;0�M%</a:t></a:r><a:endParaRPr lang="en-GB"/></a:p><a:p><a:r><a:rPr lang="en-GB"/><a:t>lVs-Y��:��I���P�i�_x0000_)ߑ8&gt;��]�&gt;��s{�S�o���|��4��lF�뿆]ն����~f��S���%��z���6��Y[�{�����v3��z�p�����#����5�WfuĨ�p퍹����K����W��e+ ���R�a��y#��(��u�ߺ�I?���Y~��e-����K�~|�e�ۨ�]��vbev6�؝cK�)��w`�24x��i䭨����T��S&apos;����{��f�S���潒�?�������{_�gx�|�s����3�_x0000_3������)�G.��V�k(Ƴ�s01���{�֣���~��&lt;��?�ߺ�\X��l��_x0000_���jׯ+d����?X���_�O�U$5���2���g&quot;���l!�=�A���S</a:t></a:r><a:endParaRPr lang="en-GB"/></a:p><a:p><a:r><a:rPr lang="en-GB"/><a:t>L�T�iRY</a:t></a:r><a:endParaRPr lang="en-GB"/></a:p><a:p><a:r><a:rPr lang="en-GB"/><a:t>���]ʏm]ȫsA���?�K�+s&amp;�_x0000_�`O�J~D����Ī&amp;I2���#�aѬl߶�?�[(��owc�I�|�)</a:t></a:r><a:endParaRPr lang="en-GB"/></a:p><a:p><a:r><a:rPr lang="en-GB"/><a:t>��H��Ϧ��C��e����A��㲙��P�&apos;�VR�&amp;����N�)?�&apos;�m</a:t></a:r><a:endParaRPr lang="en-GB"/></a:p><a:p><a:r><a:rPr lang="en-GB"/><a:t>Jt�y�_x0000_�&amp;����y�_x0000_$����|T�/w�&gt;����Ȯ��_���S�b:�5���}��do�EM���ux��-X����p�V�Kx�!</a:t></a:r><a:endParaRPr lang="en-GB"/></a:p><a:p><a:r><a:rPr lang="en-GB"/><a:t>(E?�S����p��$����Y����_2AZ�p�06��H�K;�;�����&quot;�?���R9K5�� (</a:t></a:r><a:endParaRPr lang="en-GB"/></a:p><a:p><a:r><a:rPr lang="en-GB"/><a:t>��_x0000_c�.,��P�� �����y��I&apos;�]Cr�pє���g?�A��-���_x0000_�w�T5��{3�~b�eD%;�^��wv&lt;SZ��l�@�N/���X˜��E�m&lt;��U�*�z���q����]��l�o������;e�MS�V�3�*���$T��JG�F����ݤ�ߤ��yB�����v</a:t></a:r><a:endParaRPr lang="en-GB"/></a:p><a:p><a:r><a:rPr lang="en-GB"/><a:t>ŏ��]��A0�_x0000_�_x0000_]5U5y&lt;��o��C���$��a��=��0����c���7*B�K�G�7+y7nk\���]k�����֫}v�s�K�7����}��</a:t></a:r><a:endParaRPr lang="en-GB"/></a:p><a:p><a:r><a:rPr lang="en-GB"/><a:t>���S�&gt;��������;QU|��+��ßk,�b��-�� ?�iLyk��T�&gt;�����W�T���5`n���]���c�G�_�����.���&quot;j������[����T�_x0000_�Q&lt;�\}���u����_x0000_O��_x0000_O~�3Հ��&apos;í�t���3\S�C�#�]fʡ��7�W&amp;����&lt;_x0000_H?����^�I�gT���</a:t></a:r><a:endParaRPr lang="en-GB"/></a:p><a:p><a:r><a:rPr lang="en-GB"/><a:t>Q���[�J�ͥ$m�I�\�&gt;���?_v�����֞\|�d�̷q�]α�ҲC��JӇ�&quot;s�km����d*3�!Q;Ck�S��nB�y�&gt;:�:D�Qe�ؑ���������n&gt;���E�d?����q���=����ۥ��G�מ&amp;_x0000_����k�~Ov5:�j6���뱌-Q����:]�q�5�U���IOƗp�r���`��5��&lt;v7���~���*�`��</a:t></a:r><a:endParaRPr lang="en-GB"/></a:p><a:p><a:r><a:rPr lang="en-GB"/><a:t>�2�+��{�����[�9ria�@����ٔW��GȎ31��m���A���u��</a:t></a:r><a:endParaRPr lang="en-GB"/></a:p><a:p><a:r><a:rPr lang="en-GB"/><a:t>(#���ٯ��Y�</a:t></a:r><a:endParaRPr lang="en-GB"/></a:p><a:p><a:r><a:rPr lang="en-GB"/><a:t>�M�&quot;��:W�+������_x0000_Qe�_x0000_	!����&gt;U_x0000_��X�̜�_x0000_�w���s�V�ft$�8c?�_x0000_g&amp;��T��O�����=�</a:t></a:r><a:endParaRPr lang="en-GB"/></a:p><a:p><a:r><a:rPr lang="en-GB"/><a:t>ujx:Ϡ[w}�)�sݝ(X#A���QF�K��l����/R5k��pƴ�5P8������$�=���_x0000_kO��q�누q��]�&amp;��2�|�e��:���</a:t></a:r><a:endParaRPr lang="en-GB"/></a:p><a:p><a:r><a:rPr lang="en-GB"/><a:t>���s��d1T$˞�ۖ����ټ�Y_)+UIȦbv6U7���֍�&quot;�1�?�Ç����Ws�����?�N���w���\&apos;j|���&gt;�ؕ�C�۝%�f���Nw���J��P��j�!�4���K��X�E���</a:t></a:r><a:endParaRPr lang="en-GB"/></a:p><a:p><a:r><a:rPr lang="en-GB"/><a:t>&gt;��Z�&lt;�_x0000_��^W��id�x+C���_x0000_:�c����zShSl�؛S���?�C�ژ��l�ǡ��U�Y]3�T��Wy�qm�	޷1}%G</a:t></a:r><a:endParaRPr lang="en-GB"/></a:p><a:p><a:r><a:rPr lang="en-GB"/><a:t>��:�NXؚ�bo�=/_x0000_���[�u��m`�����(�*}����=������]F&lt;��zu�C#D����P���3�&lt;����������܍b�&gt;</a:t></a:r><a:endParaRPr lang="en-GB"/></a:p><a:p><a:r><a:rPr lang="en-GB"/><a:t>�})���6/�H�k�N��&gt;��C�/���6�&amp;�v�ym�=���im�귮좝[�K����a�q�(��?���Kݯ�[�N��)OQ�|�c�Q�C�AP@��@� ��:.�o���_x0000_/�ӐLdݩ�6�i�I���s�pͣ��ȅ�(-���&gt;��r��@���_����&gt;J�M�_�ˏ�ȩ��X~�ߛ��p����;[�v�BG${�f��26�~�r=!Y&quot;bM����O6��6[�(L������ϡ�۽�6�*</a:t></a:r><a:endParaRPr lang="en-GB"/></a:p><a:p><a:r><a:rPr lang="en-GB"/><a:t>���L:�ߪ�W��-M_x0000_��dU�U��d����6~@o�}�_��x��Щ,a�=H�|��ÏE��_�~��q�U]���Ѩ�*$������;ӯ3u-���V</a:t></a:r><a:endParaRPr lang="en-GB"/></a:p><a:p><a:r><a:rPr lang="en-GB"/><a:t>T�j����n��er�0�-�i�֚U�����Z`�G���qsM��?	e�� 4Y_�+OZ�y�Y�_x0000_6�ο�!��w��vO���k%�}ǌ�+]�z����!��n&lt;��xq��D5{k$���f%FB�����&gt;��ԁ��S˨��w&gt;h����:O�ǫ�����F�^d���?sM%&quot;���!�.G��Kk&amp;���p�dz��4I����_x0000_��!I��ǧ�z��G[�����9���C��~]h�%�@|�o�t�썅�{_`o���X�s�[~m,���b�����#@���mj�e	53D�gܻp</a:t></a:r><a:endParaRPr lang="en-GB"/></a:p><a:p><a:r><a:rPr lang="en-GB"/><a:t>ҷ���sE�=���M;X�_x0000_��g�_x0000_	������.���|�J^��</a:t></a:r><a:endParaRPr lang="en-GB"/></a:p><a:p><a:r><a:rPr lang="en-GB"/><a:t>�6��{���}�N�%&lt;</a:t></a:r><a:endParaRPr lang="en-GB"/></a:p><a:p><a:r><a:rPr lang="en-GB"/><a:t>h�i&amp;��~�s�oyq?���=�*��)��&gt;._x0000_�����Z~�F�`��=�t*���׺��u���{�{�^���׺��u���{�{�^���׺��u���{�{�^���׺��u���{�{�^���׺��u���{�{�^���׺��u���{�{�^���׺��u���{�{�^���׺��u���{�{�^���׺��u���{�{�^���׺��u���{�{�^���׺��u���{�{�^���׺��u���{�{�^���׺��u���{�{�^���׺��u���{�{�^������{߫׺��u�z��{��N�ׯ�`�z�6�^��^�ۛ�i�h&quot;�m����?tcg]P�`�-�t�y���f��gU���n�����i��G���&gt;εS�_�s�_x0000_�k�e,o��_��;�xI�&gt;)v6QI�yz]�3Ƿ����J&lt;�&lt;t���Ӕ�.��&gt;��鲝�����!zyP��?��ѯ#o�nR�6�xg�֘�&lt;O��׫ՔK������$R&lt;���T#i��o���Q�७p��ܻ\�؊PӇ�wiK}���+Z����O�+��2�T�����w�%S��t��1�.���[��}J�y5G�B0U�����߽P�ԥ��+@R�U�I��ѩA�6���֕^5o�4��ҹ���[�I7����a@(:��\&gt;��}��S�~-��_x0000_���+^�A�_�K���ߺ�]ܑ��[�?#�o��c!$y��N;A#�������zxꡖ�������GQD�u�q��{}ayW�V*�;ӷ\+��_��a{fo�c</a:t></a:r><a:endParaRPr lang="en-GB"/></a:p><a:p><a:r><a:rPr lang="en-GB"/><a:t>���J����Z}����&gt;&amp;|��&gt;����7�;S{u}=ǎ,��	��J�}����������=חe���S?����=����7��a�_�?oE��vT����N�ǻC��Ƕ���T�/MS�ݛQ�{nT����p�B?�F?�b��8�ڞ)��G�8?�t	��{KB⢙.$p�����������?�&apos;W=4�S��������V�Y,ED9�id�� �?�x��</a:t></a:r><a:endParaRPr lang="en-GB"/></a:p><a:p><a:r><a:rPr lang="en-GB"/><a:t>�&lt;��Le\8�_S�G��XΑ��Κ��(kǉ����S��?������˻�7on	Y�/�a��礩�����{�fn���f���d��#%�_x0000_�R��{]��,ۂ̕(�RE*����	�&apos;� ���\�2�_x0000_)��Ǔdҕ��Ռ*؂ �A�&quot;��_x0000_}���	��T �_x0000_0)��c�1�Fz�O�1I?Ic~�_x0000_2m�M&apos;�O�&amp;���V���A5wş��q�&apos;rP�f�:���j�fU�pсf�b�b���8v��Ɓ��jM5�@U��2S�*����� 8v�S�`޽��6�0�Y��}DU��s�i���n:������}��I�ŏ�i�ª�~G&lt;&gt;Τ���\��+��#�0A#�:�I,��T����5W��|�h1�	&apos;�$��_x0000_�ގz{x��U���?�U���+a������t�QMIG���N_}t�-�x~2|���S~�</a:t></a:r><a:endParaRPr lang="en-GB"/></a:p><a:p><a:r><a:rPr lang="en-GB"/><a:t>.�dk3���l�n��2�Z�</a:t></a:r><a:endParaRPr lang="en-GB"/></a:p><a:p><a:r><a:rPr lang="en-GB"/><a:t>����B}{��}A۵���9�q#��W�_.�� ���E��HOH&lt;q��m�e|��9����=��u߿u���{�{�^���׺��u���{�{�^���׺��u���{�{�^���׺��u���{�{�^���׺��u���{�{�^���׺��u���{�����ߺ�^��׽��u�~��{���{�{�^���׺�E����䓤������^�ڭ���@��M�E�_x0000_$�=��uޠ/vP����_����^�=HR6W@Y%1	DD�$�Gԃb���׺$��.���,��;��������L�2��;��&amp;ve�3�B���^�����u\�G</a:t></a:r><a:endParaRPr lang="en-GB"/></a:p><a:p><a:r><a:rPr lang="en-GB"/><a:t>,</a:t></a:r><a:endParaRPr lang="en-GB"/></a:p><a:p><a:r><a:rPr lang="en-GB"/><a:t>~�?���{�^�6���_x0000_z&quot;�_x0000_�[���^�u 0+���i �o����{�W�@����P?�?�&gt;�׺�M���	P]����_x0000_[~m��{�Z��qo�W��_x0000_��ߺ�]j��@�� ~G$�_x0000_���{�����mp@ �GԷ���{�^�@qu����G?O����E�Ԣ��_x0000_�,O��_x0000_���{�W�\}~�O����u�H���IMj5S�ÞG���^�6�#�Dy��u�������������7�Uf����m�Oe�v�G��W5�4t;�j��U�����R�мFD����{���O������k���N��nɫ�n�����S��W�w�N�,b�n�PĐ���..�R��QT3_�{��8���������{��=j��,�rH_x0000_P\��??����P</a:t></a:r><a:endParaRPr lang="en-GB"/></a:p><a:p><a:r><a:rPr lang="en-GB"/><a:t>zuT�[��^�*�����Pv��I��_x0000_��î��մ�ijLeOn|���-�T�	W�a�T�O�	&quot;���fX����~���t+�(�n���}3_�W�&gt;W���7�Ny��_x0000_Ks�-���QRN:�a�_x0000_r|����n�3���.�ٟ{du�EퟓY�������U�S���ɭ�M֑�0]�M��+ P�M���UL����R	�@�_R��3ʰ�J&apos;�_g��k�O֛O�:���Wbњ=�Խy�z�j�4Ơ�b��m������o�ԑ����n�M6�r��	d�?��|z</a:t></a:r><a:endParaRPr lang="en-GB"/></a:p><a:p><a:r><a:rPr lang="en-GB"/><a:t>@j���k�å�� �u9&apos;�K[���_x0000_{�H�U�O��ѤL��H�&gt;��sIg&apos;�*��l5/,?�\~??Q���[ </a:t></a:r><a:endParaRPr lang="en-GB"/></a:p><a:p><a:r><a:rPr lang="en-GB"/><a:t>O�N�l,�[ɯ�(_x0000_�V(=����L��݆;���|��S�T��_:K��(�����T���cOF��Q4J��@b�0^D�;1�*�S�_x0000_CD\&gt;l��d�k������U�v0ı�ϊ� V{Q�����]�ͿI���^�O�&gt;�`�E���|����G&lt;J���Ν��m��s�d����{�R��WE�[�-�5s�&lt;�lrւ�&quot;ğ���9f�n����*/��Ϩ��=�&gt;���\x��</a:t></a:r><a:endParaRPr lang="en-GB"/></a:p><a:p><a:r><a:rPr lang="en-GB"/><a:t>����V����uԪ��d�g��������0�d�&lt;^?GLŮ�k�&gt;I����Q��7���g���,��_x0000_(:���h�+�Ԇ&amp;��c�m6ny���-�@F&gt;~];nU�\�)����˶7.3wa��᝞��x��r&lt;جڏ^2X�ԑ��S_x0000_=�*�,�}���g� ܎��</a:t></a:r><a:endParaRPr lang="en-GB"/></a:p><a:p><a:r><a:rPr lang="en-GB"/><a:t>O�k�q�.��6�t���}�j?h�_�.����8E3��,_x0000_Rur_��?��_x0000_,.A�G���uS�?��ł,��x��VI�fDJds�rK$�*_�:����F�)`=?����]1,��2�J��6�N��g��+S�zc��L�bf�lt����ɺ&lt;�ʝ��#9_x0000_&apos;��{d��S��*&lt;�_K\���U�u2[�������&amp;&lt;�X��ދ�}����c)u$`�35q���A\}�</a:t></a:r><a:endParaRPr lang="en-GB"/></a:p><a:p><a:r><a:rPr lang="en-GB"/><a:t>�o�8.��c�&apos;��_x0000_������UA�=G[5b�x��le~XG6j�J�QU+#�\=�~�������j�Ʉ�U$+��n�b��fw-@�AN����&gt;���q=�+L�,�ȇ(�h�ZH�9� ?:��Wc�m�|���L�����]����HL�p�?-Ng#$�έ4�:CF����&lt;�p&quot;����)1�Rp��@�T�sèZӔ��r�F�F��qE�d&lt;jK4KH5�Ns��Փ���įL�Ⱦ�ݽ鑿�K��3lΫ��� ���.��Px��3?Xk�r��˼��DN�kU�K2:2��w�JS����ܧ�!�c�$��J5��1���=x�N3ob����&amp;&apos;l��i�1X�|D�E�4��ۨ�f�Ư��)�����&quot;ZS���%�rkx�]_x0000_Gɋy|���/����d�����MV�X�N��|��O�۟hn-粸��*T��8�C�˛M��a7�ԟ�Ǽp�&apos;��[���_���P|��-6����!���0�*qY��v1��6a��3#��M�f��Z�D������iu�q�Mp</a:t></a:r><a:endParaRPr lang="en-GB"/></a:p><a:p><a:r><a:rPr lang="en-GB"/><a:t>N~T&apos;��&amp;����7h���J�58��H��d�Z�Z��yY�E�I�y�Q-4�G�E�x����k�����5s�1�Lk�lD۠]A�QV_x0000_|Ȩ�c�X�X�&amp;�,��T��O_x0000__j��8������IT��%Gi�DW��2��7�t�H�e�0*5�EǍ��C�}��I�L�g�q�tķ1[���c-Z��_x0000_jE�T��_&apos;�A�������U��-L��b���f���j-�O�ܩn�����Џ��NBс�i=�\���Ƌux�2����}��F����̦����:Z��=Y��������m�ט�_x0000_���Q��ݡ��U��fW&amp;��US�6uL��Ъ�!&amp;�j�����:Id�&quot;]sm�П�#�V@r</a:t></a:r><a:endParaRPr lang="en-GB"/></a:p><a:p><a:r><a:rPr lang="en-GB"/><a:t>)^�y�_x0000_����`�7����cK��4</a:t></a:r><a:endParaRPr lang="en-GB"/></a:p><a:p><a:r><a:rPr lang="en-GB"/><a:t>BiZ)����o���{;.{�V�����-&apos;\�v�U&lt;Rx���$����_x0000_I��&gt;��=�Z��0b#�W��}��� F��$j~z��)�!���L[�_x0000_�%VG�&apos;��-�_x0000_�w�Ά}ո~5gsg;M����j2x.���)�@�����g��y�Lt�r����~��hd�k�=�/�OϢ�{C�w_�mT�ŅФUd�`Gq8ӨS,W�F����[�j�=6&gt;�iv�]�v����En&lt;m������&amp;�a�e&apos;1�P��u1�_x0000_��</a:t></a:r><a:endParaRPr lang="en-GB"/></a:p><a:p><a:r><a:rPr lang="en-GB"/><a:t>sf�vٴĤ�4�O���Oo��n��ٔ�#P/��&quot;����^����`�ޫ&apos;��M�_x0000_�7���C�o��#����T�ΝI/��i��[�</a:t></a:r><a:endParaRPr lang="en-GB"/></a:p><a:p><a:r><a:rPr lang="en-GB"/><a:t>(+���qijY�〰gQeWt���m�&gt;ͯ�f��[`5Tۚ|�Ϣ��w�`��%��O�%	���^_x0000_�Po{z����M��h�_x0000_u� 1p)QZg4���Ux����T#��R�:�ϴ�|���&gt;����$/$�_x0000_$� X*�bI��b������</a:t></a:r><a:endParaRPr lang="en-GB"/></a:p><a:p><a:r><a:rPr lang="en-GB"/><a:t>�}8������#RQ��ON9����X������L����F�JUfv|{P��d,�	**�0&gt;�5�7�#���j�+�N?,t��� \�HF*@&lt;=��Ϡ��_x0000_��_����⤚�5���_i�j�U;S{OW2�4������ЂgۘD;TNKg�`�q��9ZS5���v��ZI�_x0000_j��Wq웡W^��׽��u�~��{ߺ�^��׽��u�~��{ߺ�^��׽��u�~��{ߺ�^��׽��u�~��{ߺ�^��׽��u�~��{ߺ�^��׽��u�~��{ߺ�^��׽��u�~��{ߺ�^��׽��u�~��{ߺ�^��׽��u�~��{ߺ�^��׽��u�~��{ߺ�^��׽��u�~��{ߺ�^��׽��u�~��{ߺ�^��׽��u�~��{ߺ�^��׽��u�~��{ߺ�^��׽��u�~��{ߺ�^��ׇ��,i�=U�\����N�#�[ĵ_x0000_�_x0000_��#�3�?����37�)�j�&gt;}W���^�a��zb=��*��}��MFC����fZ�����&amp;;�4�Mfߩ�/�S��,Mj��Z#s(&amp;1I��*q�O��M���\EV:��</a:t></a:r><a:endParaRPr lang="en-GB"/></a:p><a:p><a:r><a:rPr lang="en-GB"/><a:t>�|Ƞ? )êW����&gt;2�3|�g���Sv�Κ��;�p�evN����G��wnHc��U�L�</a:t></a:r><a:endParaRPr lang="en-GB"/></a:p><a:p><a:r><a:rPr lang="en-GB"/><a:t>�h�H獘����!��]%�pA4����\���l�t�d�ϥHH8�ǟWdIOI[�r��)������J�u},�U6G_450̶d�����1�ot�H����e*�*_x0000_��	���-.a��M�+q`����I#8���D�@.��-q{�_x0000_K{pxg�\d�?.�kߏ�׀l-~}��U���c��?�#�j�Q�׵Q�z�����Г����_x0000_X�&quot;��t���^���_x0000_]�-���}=\q���އ�?���C����x%Xq�����_x0000_o���|�8`ӭ�����#�{��M��אm�z^�</a:t></a:r><a:endParaRPr lang="en-GB"/></a:p><a:p><a:r><a:rPr lang="en-GB"/><a:t>i��������������ן��`�4�˧$��7s���3J�����\����������ѯć?&gt;��޷��c&amp;��!�R7��ܟ*�Gnc��&gt;&lt;Ծ�z%#/�묔�Rv&gt;��墊r����E����_x0000_��Ͷ��v�m++&apos;��&apos;�#�s�Z�x�}��YO�̊f��:��ig������#%B�,�Kg��RF�F�Y���R&quot;qb=��t̨�</a:t></a:r><a:endParaRPr lang="en-GB"/></a:p><a:p><a:r><a:rPr lang="en-GB"/><a:t>j�|=��%k���[�&lt;�o7op�#̃���hn��f��{ʏ��-T�4�;7�(▪8�s��Ĉ���P� �����lw+}�%:$�A44S�NFu���ot6螺78Ԏ�Z�L���a��ڟ�O�_&lt;��TKO���쏝]E�P&gt;Ά�|R����X��M=Ff,el���bm�I]۔��n�&quot;F�έF�f1J��AQ�&quot;�i.{E����H���2��O�G�HP)Ç�[K&quot;��cq��9���N��i���g�C�f⺓�ٞ[f��v5x9�t��轱�������7۝�Ի��m[	��3���1YX</a:t></a:r><a:endParaRPr lang="en-GB"/></a:p><a:p><a:r><a:rPr lang="en-GB"/><a:t>�&gt;:����*xx�^G�-n�s,v��!�8j�P֔�p��`q��	j`g�pp�	&gt;]V����ݟ_x0000_:%���ot�&amp;����0W�l�]��=7We�.T+�����UtW*���r��uS#&quot;�#�0|�r��6ݦjUI��IS�R�������b��Y��r��(��o�6�\qJ</a:t></a:r><a:endParaRPr lang="en-GB"/></a:p><a:p><a:r><a:rPr lang="en-GB"/><a:t>W�F�j£�������|;�u4�+�OA������palt�Y�&gt;��Y��uVVb��:&amp;c�TX���-�E$�jG�u�}�q�#&apos;+}��2A&apos;��u�\`���YX�_x0000_�F������&gt;�_x0000_:�P��ì�s�_x0000_��_x0000_{��_x0000_5N�Y=׭u�~��{ߺ�^��׽��u�~��{ߺ�^��׽��u�~��{ߺ�^��׽��u�~��{ߺ�^��׽��u�~��{ߺ�^��׽��u�~������ߺ�^��׽��u�~��{ߺ�^��׽��u_��Sv����[9�������6�N��;_t����f�9�o]d*��&lt;U|jZ��UjY��9�n�q��@|[����)�P�]���5��`u?C��`0��љ��:�ٸ͹�r{�w�P�F��9�qW�Ƶ,�#�$���^��:��L���~��Q���X���ΰ�=���&lt;4�/�Wa�0a��W�X��&lt;�&gt;:�R��q��2!p</a:t></a:r><a:endParaRPr lang="en-GB"/></a:p><a:p><a:r><a:rPr lang="en-GB"/><a:t>�׺��5z��x��螭��9��lu�mn��M4}����o�{C/D�WIG�Yc���҅l���{���g9���_x0000_6o�͓�[��j:ku|s�wO��n��n���ϝ�^�ڻw�6�?�soYT�B�&gt;8��Y�xc�7�u���ԟ1�7�:&apos;ԝ��_�I`���}�W��E�w���r���v�YW���&quot;Լ5DS�sq��Z�𠟊Xj���_�&gt;fv�����=���wu�E�n/��kra�������&lt;M%K��sT�i�7</a:t></a:r><a:endParaRPr lang="en-GB"/></a:p><a:p><a:r><a:rPr lang="en-GB"/><a:t>X(&apos;�{�/���|I����㵷tݧ���_x0000_-6.[{�kN��|�m���4&quot;�������2�ar4m�y#ZU��j����{����_x0000_�_x0000_t^��n����;������+�[���B���_x0000_��Ǉ�s�_x0000_�\��]�</a:t></a:r><a:endParaRPr lang="en-GB"/></a:p><a:p><a:r><a:rPr lang="en-GB"/><a:t>� �d%ɫ�c�9D��{�tj�w��K�~�o���[ϯ�3����ݣ���B�n����M���o�=�Ω��jڪ*h(c���������=!��z��;��z�~+|��q�&gt;Ad�3�_x0000_*��66��l�&gt;5����-}j���F��X���U��ou�g���lݡ���1����?!0}=���h��9m��43l��m�����/~oH꼔ފ�s��</a:t></a:r><a:endParaRPr lang="en-GB"/></a:p><a:p><a:r><a:rPr lang="en-GB"/><a:t>Z�	h�z�0�����N!��|O�Ϛ{��vu�m����_Y�r�7&lt;v�fr�:�I�����%RM�I����ߨ����FC�G�y���GtUnZN�����w��]������k;�^��W�G�ۛ2,4���e`�VR�.�5�y�@���E���_x0000_�/t���۟</a:t></a:r><a:endParaRPr lang="en-GB"/></a:p><a:p><a:r><a:rPr lang="en-GB"/><a:t>��o�[;Y�޿	q?[!�/AIO�����+p۴�	ij zJ�r�Z�������{�[��o�2�2�J�w�}��;k#��[�on]�[G�[c�����?L����M��V�P�Y</a:t></a:r><a:endParaRPr lang="en-GB"/></a:p><a:p><a:r><a:rPr lang="en-GB"/><a:t>M��y��H�_�3�{o�z���j�[���;�,�G@����[W��#���n�ܸ:�T�A	��W�}6%CX7��W%J���{�1�/�!F�F���Y_���~��Ϛ;g���(v2����qSGU�~�_���[�/�</a:t></a:r><a:endParaRPr lang="en-GB"/></a:p><a:p><a:r><a:rPr lang="en-GB"/><a:t>�bڣa��5+D�9��_V�����~��_x0000_��q��&gt;�y$1�|{��#9`��p���?��&gt;�׺�����G��?�z����$?�q�����y���GI�9O���^</a:t></a:r><a:endParaRPr lang="en-GB"/></a:p><a:p><a:r><a:rPr lang="en-GB"/><a:t>JT������&quot;R(h�-L�&gt;] $J��Ⱥ��u��(A�O�S�(�t���:�_x0000_,m���;&apos;�;��Mw�����_x0000_�&apos;;s�3�ܝ&apos;�9��s)���ج���c�2TU�l�*&lt;�S�H-)i�ɣ�k��b��c��_x0000_/.���(b�0_x0000_.�Z�+�8�_x0000_Wʀ��=X�؟ϸzS�g�uK�O�^;�5/�QT�[���Yql�H_x0000_|!ʿ��@���)&apos;�B�I�!��?oU�߻/��wϟ����u�_x0000_-]���E��_�kI�zW��:�hUu����?�8���WZ����hd���ig/�������ki�uR��d���iB���%�͸�hֹ�������&amp;�u`�`�/�PP$���Q�$^N���5��F�*�[��P/��)q����T���&lt;�_x0000_�&gt;��	Lj^3Z}x��_x0000__x0000_�:�����_x0000_f7�H�_x0000_������o���1��_x0000_�}\���mO���7XF����3|��Q����UY^��~��C</a:t></a:r><a:endParaRPr lang="en-GB"/></a:p><a:p><a:r><a:rPr lang="en-GB"/><a:t>,_u��MY�|Q�C�q���v!�U���0b�o�H��c�1�Z��I���+��᫭{�t�*���85�+֞}=���ە���|f�-�S�Gl�&gt;��l��_{qm��&amp;˨�m�I�a*a�׋��P�*���kw�یʲ&gt;�U��Ajq�W��O�]</a:t></a:r><a:endParaRPr lang="en-GB"/></a:p><a:p><a:r><a:rPr lang="en-GB"/><a:t>��rǻ|����r�a�����B����ܺáX֪�xp�|�#�����ѕLq&gt;�ޠ����� ��&apos;��{m�Jkf&apos;�n�͏��F�1����fM�ff�������i�4ሩoJ�˪�����I��}9�{�wtBM�S���썵�qX����8ݓ�j�����&gt;5KE��`�b�[�m���#�P�C&apos;�)�����ٺ{���G�lLנ�/�����bŁӪ��@g ԕQ�s�.�&apos;+����lF|ه�u�</a:t></a:r><a:endParaRPr lang="en-GB"/></a:p><a:p><a:r><a:rPr lang="en-GB"/><a:t>����N���[���_x0000_��s�-�j�H�_x0000_�����y_��T�s�#?��$�&gt;�ߕ��a�/����&apos;�ZN��e���d���O��P��.ީ�-�Y��0IGz��fb����֎[&quot;���� i5h��&lt;�[؇t{i�!멇��&gt;T������ny�]��&quot;@d`�S�����5�ՀF]��zy�����B�l,&gt;��[��~��k����_]��m�٣��dTh���</a:t></a:r><a:endParaRPr lang="en-GB"/></a:p><a:p><a:r><a:rPr lang="en-GB"/><a:t>׸����ǵjwGg��z/d�[rRU}�G/���ͳWoU6c�g�8�	�D�������\��ݿ��S�!��PT���&lt;HG���/{�������	��U��\QU�\��$&quot;�� i��v��_F��ck�iv佯�5�$�|b�zz�z��O</a:t></a:r><a:endParaRPr lang="en-GB"/></a:p><a:p><a:r><a:rPr lang="en-GB"/><a:t>�nW�F��I-�E��,[��_x0000_��4~��~�SṰ��t�Lj� ���Q^=sk�?{���ng���+d�C�v�xy�Z9	I�$�q�+ХW�_&quot;w�</a:t></a:r><a:endParaRPr lang="en-GB"/></a:p><a:p><a:r><a:rPr lang="en-GB"/><a:t>�iu���|&apos;�zhn</a:t></a:r><a:endParaRPr lang="en-GB"/></a:p><a:p><a:r><a:rPr lang="en-GB"/><a:t>��f{����L8�Uq81 ���j*�ǯX��^����$� ��~&quot;V�!^�jz�&quot;�]�o�+�|]�L��,�</a:t></a:r><a:endParaRPr lang="en-GB"/></a:p><a:p><a:r><a:rPr lang="en-GB"/><a:t>�_x0000_�b�޵�&gt;^� h6OKt�D����/`V��&apos;��$�۲r���=��b�-(��_x0000_Ore�]�1.� �_x0000_+����ƺsPV�������j���lytF(���Q������?��.~h�Qg6����^�WZ��ߔu��A��Wi`��u��v�^�c���&apos;�u��	�/&lt;l֊Zņ8��1��{��o�G|�&gt;�������|{�&gt;[�{�&apos;��z��H�o�J𞇡�ϮH@k�#���?�����x�y�p���=M�_x0000_���Y4Ҫ��M&gt;�?Ϣ����#�/IRWn/�{�����Q-F��Q��ؔ���Y֟�i)�-���L���V���`�=o�Mۏ�4����ٹ6�̐���V��J]��[7+I_�wt0��{SqS.W��Cc�(*��ZWEg�M��6��w��5?�P����)�ϟ��&gt;}l�����.����뜍LQ��{�~���J$�mL��=��h܇S]4�pLHTJ��m�=��$�w纅j��_̑½f&apos;��ƛ�¶Ӝ��ӎOujD��+h�&gt;��ῧ�T�&apos;s	vMZ?_.�Y.?s�$+��)�����U� V֎� �AW���,9־�&quot;���qE���Դ[�Crޕ�꠿�7�n��{�a�_x0000_.o��M��)�</a:t></a:r><a:endParaRPr lang="en-GB"/></a:p><a:p><a:r><a:rPr lang="en-GB"/><a:t>�~�)*�Ŧ��9�Z�NR�Sc�j�����</a:t></a:r><a:endParaRPr lang="en-GB"/></a:p><a:p><a:r><a:rPr lang="en-GB"/><a:t>�^j��+r�.�[�w`)�I�+O���6E%���s�Tӵ�W��/�&gt;��g�s�7V��|&apos;I��t�L�Re{_�^�#��N�_x0000_j_x0000_�L�T��\%E&gt;�IZjx���YY�K��D4ϩ?�@]��5W� f�p��w��������_x0000_�?�d������oJ�_x0000_��&apos;�����/�����$�=q�[Tj�a8�*�O��Û_���{��6ܿX����!��&apos;[z�p ����_x0000_/Z��_x0000_3����{�&amp;��g]	������;O��Vu�</a:t></a:r><a:endParaRPr lang="en-GB"/></a:p><a:p><a:r><a:rPr lang="en-GB"/><a:t>&amp;�Į���W!���0DPg�U���R���\�4�i���I��8���¼��G��i&amp;���$����x�m�y���{O�z�p���M����H�\��*4����]TՔ�gJ�%�X�����[]ل��ϩ����{�o��,�1�</a:t></a:r><a:endParaRPr lang="en-GB"/></a:p><a:p><a:r><a:rPr lang="en-GB"/><a:t>��\yz�yt�VV�Q�R���w�0�����!I�=�����]���&gt;� j (էQ6��n6�{X�X2j�/��ҵ�8�˯hnZ�_x0000_ې9���?�ъ�Gh���P�s���uĩ�\+S�X���RЊxi�O=l�LV5� �v��Ve`��۶{;��_x0000_M�O���&apos;�jk��	&apos;�j,j[�j)��.5�Fz�����9���Tl��?��_�u��{|��͉���T�_x0000_�����=SMG����UVJ�F*Uq7r���u��iA�����)s�;�_x0000_^�&apos;�$RR6�5 �\e�f��=mw�6���Kkl=����66�v�-;nmJ(�����꘬j�2feY�i\�4�`�i_#_�tՅ���-��P�+_/�yy�t�����{ߺ�^��׽��u�~��{ߺ�^��׽��u�~��{ߺ�^��׽��u�~��{ߺ�^��׽��u�~��{ߺ�^��׽��u�~��{ߺ�^��׽��u�~��{ߺ�^��׽��u�~��{ߺ�^��׽��u�~��{ߺ�^��׽��u�~��{ߺ�^��׽��u�~��{ߺ�^��׽��u�~��{ߺ�^��׽��u�~��{ߺ�^��׽��u�~��{ߺ�^��׽��u�~��{ߺ�^��׽��u�~��{ߺ�^���׿��[߫ר+^��e�|`٣/:�R�s</a:t></a:r><a:endParaRPr lang="en-GB"/></a:p><a:p><a:r><a:rPr lang="en-GB"/><a:t>2GRզA�?�&lt;{�h{���X�����?&gt;g���i�/���x�4�6���Np���k^0�}�a=&lt;j�H��&quot;�U�ȭ�+�z}���k����:I�)U�Euw�k\�=Pg�/�P�[�Y?�]�A�_�ML�o�+�hi��*)������&apos;_,�Gx�f�(de������=�ט�H/X	,�X_x0000_x�A���v�P�\��/pB�Kxd�T���5f��xӦ������nW���Q�߼�4�:7j,�r�+3�Y�#�_x0000_�5/G�a��@�b&quot;Y_x0000_l�~��;�#,_x0000_�Oʕ��+ԡ����Ġ�N����i���T�^��%�����Ĥ�B��m���ۦ��@����%������;��އ+Q�N�v���4�U���ǰ�5���&gt;Ηr1�1��_�T`�8�qE�!~��g��C��?��O���/��_x0000_�#�_x0000_A��5�配��_x0000_)��Y:��</a:t></a:r><a:endParaRPr lang="en-GB"/></a:p><a:p><a:r><a:rPr lang="en-GB"/><a:t>��92|v��4h��&quot;��އ�9�J��&amp;:|}ԩ?�znOu��</a:t></a:r><a:endParaRPr lang="en-GB"/></a:p><a:p><a:r><a:rPr lang="en-GB"/><a:t>k��G���p�˖��PC��q��ZM���x����</a:t></a:r><a:endParaRPr lang="en-GB"/></a:p><a:p><a:r><a:rPr lang="en-GB"/><a:t>g��_x0000_���&lt;�ϾR����_x0000_@��{��!���_x0000_J����t��n��</a:t></a:r><a:endParaRPr lang="en-GB"/></a:p><a:p><a:r><a:rPr lang="en-GB"/><a:t>N��?rl�ϞZ�LF+{��c��$U�z��Z��Bc��D{A}�{��[����?�5���(�^�?r����hB</a:t></a:r><a:endParaRPr lang="en-GB"/></a:p><a:p><a:r><a:rPr lang="en-GB"/><a:t>���d�������?���F_�ro&quot;�K7����˼ܣ}V�t�_x0000_G����6�	�8��+�h��`���~�~���H���a�h�aS��ͽ���&amp;�P��</a:t></a:r><a:endParaRPr lang="en-GB"/></a:p><a:p><a:r><a:rPr lang="en-GB"/><a:t>W��1�;^��i�Ғ|��QOA]�̝,���5V?+IU���S�#NP^�гD?6��p���S�����7�N���]i��}7Y��mtG�pT�����35���������F������&gt;��E6d`2�ۭ�96�</a:t></a:r><a:endParaRPr lang="en-GB"/></a:p><a:p><a:r><a:rPr lang="en-GB"/><a:t>58~ްܽ�[&gt;`3�������0��`��������vL{����w@�M�&lt;�5�GF�vfb_x0000_f�G�q���yf�8��%�_x0000_!PM&lt;�K�opc�w��T�T�@P��4=Z7Dv�|l�b����UD��휇jg�(v�e\�G��럑X��br[��P�c�Z9鵝!��/op�&quot;���}��B��Z�	�)?�ǙE+��-�mדY�g�1��_x0000_���|���������(W��XC4�	FZF䒤�{Mc%���ȴ!�̞?1�Y��8�P�����\����2�r&gt;�c��y���iQϨ��Ջ�ij3N���i�A�����?�T�����1_���h6�ʽ���̗���r�=f���?X|���U!�����J��F��5}Ϝ�~&amp;�!U&quot;��� (&apos;Z���jd�)���Y���|��-�Q8�J��?m�_x0000_�������$������륹�\�(/���-�[�p�_x0000_&apos;����Z�_x0000_8����_x0000_d����ƌ�d�������$�S���ސ�w�2����Tl���H��k6�T���O��_x0000_P���3�&lt;��ˈ��Lu�ym���[Cm&lt;�._kﭯ��o-G4s�e0;�k���&quot;����&quot;2��G���@a��&quot;a��Oi�:VEm+cqbG�ro{�_x0000_�{���V��Oz�{ߺ�^��׽��u�~��{ߺ�^��׽��u�~��{ߺ�^��׽��u�~��{ߺ�^��׽��u�~��{ߺ�^��׽��u�~��{ߺ�_����ߺ�^��׽��u�~��{ߺ�^��׽��u[��</a:t></a:r><a:endParaRPr lang="en-GB"/></a:p><a:p><a:r><a:rPr lang="en-GB"/><a:t>�?�[���Ti�m����TJq��&amp;�}Ok7�Z��f �=��uC=�����7�&apos;&amp;���i�~����=����1K����N��u���X���?�ZLFz$���c|S��)$Fu8�g�M�(O�Y��٪��=�p�/��m��W#�ۛ��!�뜶rZS㪡����&amp;�뒵tH�׺�_�K��ut����;۴���u������Gs��32w��o$B�.&quot;��L��u�M�ǿu�pcj�_x0000_�B��1+i(j�����ҳ%JS�6&gt;�m�j�_I�+*�&amp;��,�p�u����;�����N��&amp;�</a:t></a:r><a:endParaRPr lang="en-GB"/></a:p><a:p><a:r><a:rPr lang="en-GB"/><a:t>����cg�8j����ro��/jHY%u5��E)p#v�_x0000_���{�������	����]����[��랍�t_v|</a:t></a:r><a:endParaRPr lang="en-GB"/></a:p><a:p><a:r><a:rPr lang="en-GB"/><a:t>��&gt;2MٛqÉ�ٻ��p]C��K�3U9g���VK�W�J��V�4^��Y/W���鏟?�&gt;��/e�_x0000_�~Pǰi{�_x0000_��͇�ɰ1������f)1�T5T��:B�����tx�(�|��?�.�9�t�&gt;	�SՑ�Q���23dqӐu�;EG4���8�Ž��uI�3�v������n폋�j���_x0000_�_x0000_</a:t></a:r><a:endParaRPr lang="en-GB"/></a:p><a:p><a:r><a:rPr lang="en-GB"/><a:t>-�</a:t></a:r><a:endParaRPr lang="en-GB"/></a:p><a:p><a:r><a:rPr lang="en-GB"/><a:t>�y���-�M��U�vn͹&apos;�0��$��,��4�T�T�a���V��{��_x0000_�=�����_x0000_�Q��;����_x0000_0m͂����۱0������~��6���b7�G)�</a:t></a:r><a:endParaRPr lang="en-GB"/></a:p><a:p><a:r><a:rPr lang="en-GB"/><a:t>�|Nr�!P�x����zI*�b����tj��r��W�*3�������Nu+|u�L�v���3�/ê��G�q5.�d����Y��x��cG��B�W�_x0000_3_���_x0000_�?8��&apos;j��;yퟄy/�����w�|�^���2Y&apos;KU�e��Ug�g2�&lt;��!�������[�7�E�_x0000_0?�O�L�.6&lt;h����,�$�˔ڛ���d�#�뎢��I1�ztL��k{�ua</a:t></a:r><a:endParaRPr lang="en-GB"/></a:p><a:p><a:r><a:rPr lang="en-GB"/><a:t>f�o�P&apos;�%�3�t���</a:t></a:r><a:endParaRPr lang="en-GB"/></a:p><a:p><a:r><a:rPr lang="en-GB"/><a:t>�I����r�8�X�ɪ&apos;e�H)p8���!���M��O�l���Ӕy&gt;��_x0000_�_x0000_vMU��vl������3��Mᶦ�xd��5&lt;f�GR��e�G&apos;��O���]o����^��sU��#3�&gt;H峛�!������Pg�޺�j�^��xWG��5-=.K9=cR�T&apos;��Wu�F��w�BY�������I</a:t></a:r><a:endParaRPr lang="en-GB"/></a:p><a:p><a:r><a:rPr lang="en-GB"/><a:t>��</a:t></a:r><a:endParaRPr lang="en-GB"/></a:p><a:p><a:r><a:rPr lang="en-GB"/><a:t>	</a:t></a:r><a:endParaRPr lang="en-GB"/></a:p><a:p><a:r><a:rPr lang="en-GB"/><a:t>�_ǿu��8�׺��u��~}��u[�ýj~5�_x0000_-�}ǎYf��:zm��Ӑm��_��d�Fc�T�f)Z8�:l��ot��*H_x0000_�~��+լI{��&amp;���h*�i�o���(�7�H���T�Ҟ������P��qRmjz��]W*�&lt;�Y&lt;升&amp;���.3</a:t></a:r><a:endParaRPr lang="en-GB"/></a:p><a:p><a:r><a:rPr lang="en-GB"/><a:t>�}�5&gt;^y�t�l���$�_ �M��_&gt;�dK�|d��oibH��&gt;Prn?����ViY)`��+����[�K-H��U��*��M��&gt;P�Sn����_x0000_K�_x0000_/���P�&amp;&quot;��	���I</a:t></a:r><a:endParaRPr lang="en-GB"/></a:p><a:p><a:r><a:rPr lang="en-GB"/><a:t>W�xd�;�#+Y$�լ��=ûh6	YK�$(948��Cyר���9�BhI8&lt;i��w��ϩԊB��	z�&quot;�W�����g�X5*�@�G</a:t></a:r><a:endParaRPr lang="en-GB"/></a:p><a:p><a:r><a:rPr lang="en-GB"/><a:t>S���!��}1��u���G�~�sN�_x0000_?Q�n��|����P~~w57ǯ�_1���du����PON���s5;VlVG+񭪪`�#�s�Q�{M���6�Z�2��Jp ��H��]�p&amp;Y�%._x0000_��h(�J�&apos;�.�8l���zeZSW�:�g���L�s��%�7?�&quot;�Qo���&amp;�m=���A���_x0000_�</a:t></a:r><a:endParaRPr lang="en-GB"/></a:p><a:p><a:r><a:rPr lang="en-GB"/><a:t>I&quot;�t@&gt;]w�ڋK�N�kkڵ_x0000_�n�:Y��I݆�2j$��������׍[B����%21{i�&apos;%��P/��l�i�</a:t></a:r><a:endParaRPr lang="en-GB"/></a:p><a:p><a:r><a:rPr lang="en-GB"/><a:t>���Њ;E�松�_x0000_��Y`�� H�Տ��4������/�B�O�yC,�C��m���L]^M���r�V�Q��3X�onG��6RCi</a:t></a:r><a:endParaRPr lang="en-GB"/></a:p><a:p><a:r><a:rPr lang="en-GB"/><a:t>�l��MEN�_x0000_�苊u��</a:t></a:r><a:endParaRPr lang="en-GB"/></a:p><a:p><a:r><a:rPr lang="en-GB"/><a:t>��g�&lt;ӿ^�L6��3-d�2�PЊ1�t������&gt;��G�����F��2��Ah�.�I����&gt;�������ܟAU&quot;�x��&apos;�{�L��hp����������c,���E�H���|���v����}�X��u�ԉ2�+Y��$��\h��5WU�P��_x0000__ُ�B������ߵk�|�_x0000_�3�� �}�����_�S5��ݥD�f������y�	�FJ/�X</a:t></a:r><a:endParaRPr lang="en-GB"/></a:p><a:p><a:r><a:rPr lang="en-GB"/><a:t>����eb�В�:����f��m�*�0�w%v4���ȓ�6�㈧�Ơod�����|�n���R���qZvD��%ؖ_x0000_Wʝr�ܯ�?5���3Xl)2�!h�Ʋ��j���q@&lt;���ǡ$�wr�ڥ�/��~�{���</a:t></a:r><a:endParaRPr lang="en-GB"/></a:p><a:p><a:r><a:rPr lang="en-GB"/><a:t>*�\v:��w&amp;&quot;6�{koƲS��;��U�k-��&amp;���om6ˋ���3V�~W&quot;8��%&quot;�/�4���8�c��ǐ6m�d��X]��|EVPO�%�qA�æݻ�:��)29zJsM��W������ܶ</a:t></a:r><a:endParaRPr lang="en-GB"/></a:p><a:p><a:r><a:rPr lang="en-GB"/><a:t>,U9,�X��&lt;�$rĀJ��)=�V���b��b=�IecD_x0000_�DaFz�,6���G����dV	X�VEHԊH</a:t></a:r><a:endParaRPr lang="en-GB"/></a:p><a:p><a:r><a:rPr lang="en-GB"/><a:t>�5�F7��0|���[$�=����_x0000_W�����������jd�ͥ���&lt;m����߸��s9m|�&amp;�$[����nA��7�u��}�s��X���k�$OҒ�W��w�P|a��W�ݛΑ�B��kU���,B���d&quot;E}��Aޅt�+r&amp;�v&quot;�P��w�{���];H[�US�(ګ�JW���Ojm9j%7�LT�Ti&lt;3�@?oV{#J�P[JCO�R����%&quot;��x_x0000_�&quot;���`�����X&apos;ȩ��KV����L�,ԟ��׈������`0H��A��և�_L~ηs-�</a:t></a:r><a:endParaRPr lang="en-GB"/></a:p><a:p><a:r><a:rPr lang="en-GB"/><a:t>���T5�kP;�N9��֣�@�z�T�D���2��_�כ��PK�=``�&gt;D��Yaޭȝ_x0000_��?��zu_�_x0000_8��V���ɺ)f��ȜE&lt;�m.��6��	4;w��8��zf�0</a:t></a:r><a:endParaRPr lang="en-GB"/></a:p><a:p><a:r><a:rPr lang="en-GB"/><a:t>Dk���y�n질3��@��ol,�+��C1F�Z1&lt;8</a:t></a:r><a:endParaRPr lang="en-GB"/></a:p><a:p><a:r><a:rPr lang="en-GB"/><a:t>T��3���_x0000_/M�؟?�C��~a�{&quot;��)���ˠ�����g����߸��h��j+����32��rg1��ѱ��Iɦ����T��.E���-�;�J�ed��HQ���=m�*O��Sc$N&quot;�mS9Z��b��&apos;����f����^�J�ƃV	��^��h ��㸉Ձ$@Ǚ��^�N��4��ڦ�Xd2�ef</a:t></a:r><a:endParaRPr lang="en-GB"/></a:p><a:p><a:r><a:rPr lang="en-GB"/><a:t>����%����ox(</a:t></a:r><a:endParaRPr lang="en-GB"/></a:p><a:p><a:r><a:rPr lang="en-GB"/><a:t>*8�?����o�hm�����1���_x0000_/UA�������3���p�[��e1�{\��S���w������&gt;�m���vhKy�O����</a:t></a:r><a:endParaRPr lang="en-GB"/></a:p><a:p><a:r><a:rPr lang="en-GB"/><a:t>�T�*i���!s���y�!X3QX��Z�&apos;�l������H+��%H��}G�Rc&amp;i��Ju����u�*uW�����ص�Q�?��H���[��w&quot;��?,�?&gt;������Pa�H����������4;Ϯ;o�6���(|��M����V���DF���BD�L��#ٍ��%�}(Q���yt��[s�-$�T�V��_x0000_W�V���?8�_x0000_����u�I�s?1?����S�b�P�[�ݽ\�P��t�</a:t></a:r><a:endParaRPr lang="en-GB"/></a:p><a:p><a:r><a:rPr lang="en-GB"/><a:t>�B����t���S���j,�ʭWN5���l��V�d@��Z�_x0000_&lt;��D�8n���$/E�r���9�vP���8&lt;�T7�D�sڹN���j��ٸj���TH_x0000_���qm�z�&apos;1�TT��B}�{������KW�h��^��^�N���=�W��	��S� �_x0000_8~-8�*�^�z�_x0000_gq։�_[IK��C{�5{	�(n��_x0000_�KO���_x0000_�G�����u���pH�њR��΋�j�_x0000_7��]]M$������4x��5�G��`JSI]���5���¹T�m��|�qqO�Ե�aJ�(�5��_x0000_�2$�����M</a:t></a:r><a:endParaRPr lang="en-GB"/></a:p><a:p><a:r><a:rPr lang="en-GB"/><a:t>�+�nv~�ؕ�	�e�Źw��\��߸(�I+��GM�ϼ���</a:t></a:r><a:endParaRPr lang="en-GB"/></a:p><a:p><a:r><a:rPr lang="en-GB"/><a:t>$4���i�T^FڹBۗ�߬��E�T2&lt;�.|���;�{���8���j;h-��@��?�|��g�����K�t]9����R�7���e�ݓ��E&amp;�������&amp;:�&amp;�z(]��@b}���H���_x0000_W�&amp;��!ى�b5��:h	ɩӧ&apos;�j�tj����8K�Ǘ.|�F���H/ib4�j���۝_�{�^���׺��u���{�{�^���׺��u���{�{�^���׺��u���{�{�^���׺��u���{�{�^���׺��u���{�{�^���׺��u���{�{�^���׺��u���{�{�^���׺��u���{�{�^���׺��u���{�{�^���׺��u���{�{�^���׺��u���{�{�^���׺��u���{�{�^���׺��u���{�{�^���׺��u���{�{�^���׺��u���{�{�^���׺��u�_x0000_�_x0000_���ڝ�+랶$1�</a:t></a:r><a:endParaRPr lang="en-GB"/></a:p><a:p><a:r><a:rPr lang="en-GB"/><a:t>�ȑk���ݣ,Ez��N[Ϯّ��ʭx�!K��ij	</a:t></a:r><a:endParaRPr lang="en-GB"/></a:p><a:p><a:r><a:rPr lang="en-GB"/><a:t>���rOOo�3ϥap�s�</a:t></a:r><a:endParaRPr lang="en-GB"/></a:p><a:p><a:r><a:rPr lang="en-GB"/><a:t>���	pɦє�V� ��k�&apos;�v��}�@����7���F����;wu��?̤�zV�_x0000_�~E�����o`k8����_x0000_:*m��T�0�4PhgEr�_x0000_,���&amp;��q�2�9�jɎ��a&amp;un��ƌG_x0000_���}���mfV(3�������|��JDk�X�?�?Ϡ�&apos;?�z����_�z����A���=��a�8��康�c�Lb��K���B�+�_x0000_�˷�o��Q�l�U��v�^\���溫�q�H?���̻��Pm���R�_OZ���ܵ�JA	�_x0000_A��=.+&gt;��Q�.���Ʃq��r����H�[�,�Y��N��m����9����g�R��S�=</a:t></a:r><a:endParaRPr lang="en-GB"/></a:p><a:p><a:r><a:rPr lang="en-GB"/><a:t>�(_x0000_�����e��:gt�ݱ�##����Cm�ɸ6v#nn�/���_&gt;��l����ەN��IW</a:t></a:r><a:endParaRPr lang="en-GB"/></a:p><a:p><a:r><a:rPr lang="en-GB"/><a:t>�	&gt;:��F������h�Yj���4�4���[w�~꺎m�R����Z�@�M3?</a:t></a:r><a:endParaRPr lang="en-GB"/></a:p><a:p><a:r><a:rPr lang="en-GB"/><a:t>�=�_?;7G{d�7��_x0000_�Xi:���R6K�v�_M���|3TVW�b}1Œ�$2�OF]j��B1+�W&apos;Ef</a:t></a:r><a:endParaRPr lang="en-GB"/></a:p><a:p><a:r><a:rPr lang="en-GB"/><a:t>�&quot;�j_x0000_&apos;�������;%�􂸠cB|�</a:t></a:r><a:endParaRPr lang="en-GB"/></a:p><a:p><a:r><a:rPr lang="en-GB"/><a:t>�ά�04�A�&quot;���`$@���6?���1�yfԲ�41P�����s:܈���A������_x0000_��{��!`��@?3N�]P�d����qOo��:�V���e����)�3Ӷ�ʷ&quot;�e�&amp;���8uE��Ӥ�*vwS|�۴P�O�30��S^�h�M~ߩ����GzVw��q~M��_x0000_k7m)���&amp;`	�xP�|�$QlG�RG���Ǫ�EU��/?������Llm*�p^E�����&lt;���لs�J?Wo�p�������</a:t></a:r><a:endParaRPr lang="en-GB"/></a:p><a:p><a:r><a:rPr lang="en-GB"/><a:t>�,&lt;&lt;�N|���[��rA%�Gp4���:8��?�/�]ջ��G.s;כ[���O#��{�jSRvnHM9es</a:t></a:r><a:endParaRPr lang="en-GB"/></a:p><a:p><a:r><a:rPr lang="en-GB"/><a:t>d/K�$.�P@��9�_x0000_q�v�US���\w#�9_x0000_(M}z�=����wH</a:t></a:r><a:endParaRPr lang="en-GB"/></a:p><a:p><a:r><a:rPr lang="en-GB"/><a:t>QC�4��T7ʔ�+��;��W�7�o����}RwoKu�dU�&gt;d��3��lS��Z]	�d�]1U�LeHH׷���abj	&apos;�jVl�ujzp9�Y���%�_�F8�</a:t></a:r><a:endParaRPr lang="en-GB"/></a:p><a:p><a:r><a:rPr lang="en-GB"/><a:t>&gt;�����T�,��pA����+R+���/��]R��EX�#�W����;</a:t></a:r><a:endParaRPr lang="en-GB"/></a:p><a:p><a:r><a:rPr lang="en-GB"/><a:t>��Hg��]u&quot;^�#ԟ0v�cv�e��R����SY�#O�Y�2�&quot;��sf䒅��Ɠ�(�k�i�@8y��;�����4��?��Z4��O&lt;��8w���i-���1Mr��9���c۸�mƸ�_x0000_Q�^�u��]sQ�t���&apos;��&apos;{�~#��hn-��(�kG6{bf����\Y���P��?��-�ؕc¿θ�E��&quot;M���+PO����_x0000_&quot;~��n��ԝ]�����_x0000_�[��~�M#�&gt;5oZ����J-uY6�.&quot;{0</a:t></a:r><a:endParaRPr lang="en-GB"/></a:p><a:p><a:r><a:rPr lang="en-GB"/><a:t>�@��#�[Tu����x�.X~`�_&lt;�66��*��ͩ@����&apos;$S�Ƶ�Y���u�~��{ߺ�^��׽��u�~��{ߺ�^��׽��u�~��{ߺ�^��׽��u�~��{ߺ�^��׽��u�~��{ߺ�^��׽��u�~������ߺ�^��׽��u�~��{ߺ�^��׽��t���N�������b��7E675��PSep�|eY�brx�Ē)����)D+���8�������v��i{އ�WIP�6;E����?��l�M���ZlrPn�����HT,qe(����x�_x0000_2��0&gt;~o~���&lt;}��_x0000_�����;?�6b|���%�2}S��{T�����S.#5�]�@P�t��{���RSP�-,tT����Դ�ưS����১�� 5�5D8�Q�_x0000_{�^�=��K/��[ҿlm�����\V���8l|ۧm�gB&amp;f��$��ia�H�*c�EWҺ����eٛIwg���������</a:t></a:r><a:endParaRPr lang="en-GB"/></a:p><a:p><a:r><a:rPr lang="en-GB"/><a:t>]����pM!�j�r�&apos;��P1բ��~���o��nP���?�-�tr��{R��6fK�TP��]�QF�/P�g���@���[���C?���</a:t></a:r><a:endParaRPr lang="en-GB"/></a:p><a:p><a:r><a:rPr lang="en-GB"/><a:t>����ݯO��ۛ�%����x*|��������}�M���	_x0000_�Y9����*]���7gv��m�I��F&gt;��;� �����</a:t></a:r><a:endParaRPr lang="en-GB"/></a:p><a:p><a:r><a:rPr lang="en-GB"/><a:t></a:t></a:r><a:endParaRPr lang="en-GB"/></a:p><a:p><a:r><a:rPr lang="en-GB"/><a:t>Ypԙ��P�UDtBB)&quot;�r#YYQ@_~��0OӽU_���Ƭ���������{jϳ��ۻ�+�d/����	��m_S^��UQT�,�Ŝ�_~�����q]QJc�#|v��a���M�t�Q���/�͊���&amp;�ED������ג�{�^�q��^���</a:t></a:r><a:endParaRPr lang="en-GB"/></a:p><a:p><a:r><a:rPr lang="en-GB"/><a:t>.ܟ��&lt;����M��vt�?w�&amp;</a:t></a:r><a:endParaRPr lang="en-GB"/></a:p><a:p><a:r><a:rPr lang="en-GB"/><a:t>H�)qT۳�ձӺ&lt;�$`��ɦď~������h��(���K�rJ*$��ꍕ���TsV���3�Agf�� �1/����u�vV׬�X��[�v�f����p8m�6�]ύ��I�z�;p�$���󺬳C����{�^�5.�ڸ�Û��gn�n��K��������snjl��.w/OTԭ���4�ǿu�9^��L���]{��N�����W[W�6]n���mMג˳T��w.���t�L#�Y%�9pɨ{�^�#��#��֘���|R����&amp;��o&lt;f���̡���㇒z�v�	OJ���4�j	g# !	�׺7p(X�q�/l�ŕB�@_x0000_��{�^�/�u���{�������׺���)��O���cE&lt;�]�����m&gt;�Kl�T���Nƥ�*��218�4�-e�߱�02�{���Q�x\�9�_x0000__x0000_��</a:t></a:r><a:endParaRPr lang="en-GB"/></a:p><a:p><a:r><a:rPr lang="en-GB"/><a:t>=X�Bt���������X�E;J|	a��4���rfb8�@��&lt;vh�e�?0OI�ɻp{mn���R�M���mg��nY����;3Y�2MS&lt;�$jc�w,�_x0000_S���ٖ���ՠ5��zC�Ȣ��М��j&gt;�G���_x0000_#͑��-���N�&gt;Wn���}�+�e��|��Z���_x0000_K��&gt;.&quot;O�E�¼�rf��6�(BTy�+_:�_Ϡ�ꜷ�ʤ����^���5i��_x0000_�G�&gt;�KZP���4�=v/���q��&apos;���z��Te�_x0000_</a:t></a:r><a:endParaRPr lang="en-GB"/></a:p><a:p><a:r><a:rPr lang="en-GB"/><a:t>-�5�?�g���</a:t></a:r><a:endParaRPr lang="en-GB"/></a:p><a:p><a:r><a:rPr lang="en-GB"/><a:t>V&quot;����o��l�f�a�Wd�d�</a:t></a:r><a:endParaRPr lang="en-GB"/></a:p><a:p><a:r><a:rPr lang="en-GB"/><a:t>,q�S�P��#hH:�� �z��)4���&lt;�+�b����-����6��4�L�Ui\3�j(�_x0000_���!��4ԡR���&quot;�5#DT���4�_��F�ſ&gt;ژSq?�=w�u�Wf#�����DO��:Ln</a:t></a:r><a:endParaRPr lang="en-GB"/></a:p><a:p><a:r><a:rPr lang="en-GB"/><a:t>�O�6���&gt;�e����:E�a0�d`�Id!T��,|��!~�tڣ&amp;s�,i���w1oPl{0��J[��g�g̏�g��Z�u�</a:t></a:r><a:endParaRPr lang="en-GB"/></a:p><a:p><a:r><a:rPr lang="en-GB"/><a:t>M&amp;���+Zy2{Ư+�r��.]�Gw�e�d�����_x0000_�&lt;��oA�J�_x0000_Pi�(_x0000_��}bW�6�m��\A*������S�x�t�y~g����4�C1�#K4�q���dy</a:t></a:r><a:endParaRPr lang="en-GB"/></a:p><a:p><a:r><a:rPr lang="en-GB"/><a:t>�9v$R=����q���5�*x�H+Ƶ�R&gt;�����- �Z�;�e�%c�Z�+Ծ����&apos;_SP(ڝoA\����74�V��UE֘څU�ע�=UN��]mɖ�Xr��i״��#FՊx��ZHQ��Ǭ����Q���;���:�J)�)��:|�)���wg^����?�1]���</a:t></a:r><a:endParaRPr lang="en-GB"/></a:p><a:p><a:r><a:rPr lang="en-GB"/><a:t>�+�~N�b2�o\ec:�wR�m�R=ep��4��l줐�n�7�mt}��c�&quot;U yV���@���&amp;�ѪO\�E�=�&quot;^u��؟���R|Z���&gt;@��3mu=;s�߹̧p��DFZ���+1��g���K���_x0000_P��$�_x0000_@��^�9kh٭���a^:F�+Jd�3�5㎆�[.�ɐ��x*���&lt;��S$��8&gt;�+7f��Ua0�^Cso�א����u;�2���A�c�����-D��S��$�V`�m�l�M�z�_x0000_�:6��[�&apos;TQ^U�_x0000_#uw��V���	��3���ѭ+��=7l�a���aΠ.k&apos;�/��E?��k0_9s�]H��:���Y3���X�]: t������W{K4�4x�J8hqX��b1��J,N&apos;��E���?U��uPiP���q|ո��ӅI�O.��o�&gt;���m��&lt;zR��B��~/{��ߺO׽��_x0000_����oξ�z׸@t��a�o��}?���ǺLi�N[�_x0000_n�c&lt;s�L�C�}|!�����J|5N3g���s�{,�i�&gt;f����_x0000_r75\V�L-MLQ}�NuQ��t�ϱ�+n�+Q������4��Vk���VMk�^4R3眞������؛�y`���eAH�S���c�7��ͫ</a:t></a:r><a:endParaRPr lang="en-GB"/></a:p><a:p><a:r><a:rPr lang="en-GB"/><a:t>m}��^Ѵu�ǑƼD�L%��{ �_</a:t></a:r><a:endParaRPr lang="en-GB"/></a:p><a:p><a:r><a:rPr lang="en-GB"/><a:t>�M|3���??�B�Q���2Xr��L���ǥ:�E�S!@�Bm&quot;:!1�v��_x0000_����7�?oF��=I��:�ޡ�&apos;Ŀ�ϗ�(�ן;:�*J</a:t></a:r><a:endParaRPr lang="en-GB"/></a:p><a:p><a:r><a:rPr lang="en-GB"/><a:t>��R����_x0000_���&amp;��V���i� ��̈�Pr�Z9�&gt;{P{�T�����#��M?Yݕ�����iN=l�фy&quot;eSUI�dX�UH���@���o����&lt;���8�:���_x0000_Q�=��u�h�]{�W���׺��G#�������G,�0�$o�	Z9`����cx�+ԌJ��+uy*\�����r��x2�5��s���:)=���~��n|S��ל&apos;�s�m�,nfk�Z�R��β���e��c��5�_x0000_z*��}��р��P��u豯�F�Uơ�W�f&quot;C+�}7�`�{}��A�V�}&gt;������ҧ����U���d�@������z3�G��&apos;DMOS��_x0000_�_i�h��7�ѡ�y�R�d�no�����m��o7&amp;u&amp;��_x0000_���1�b[A�*��c���fe��+24aTF#fX�D]�FR�&gt;���U�YMG��z8��i�_x0000_)���~޺��_x0000_N�����n�����ֺ��u���{�{�^���׺��u���{�{�^���׺��u���{�{�^���׺��u���{�{�^���׺��u���{�{�^���׺��u���{�{�^���׺��u���{�{�^���׺��u���{�{�^���׺��u���{�{�^���׺��u���{�{�^���׺��u���{�{�^���׺��u���{�{�^���׺��u���{�{�^���׺��u���{�{�^���׺��u���{�{�^���׺��u���{�{�^���׺��u�8��_���޺��:������={���_�=���u�~�u����+��D��4q���t����`&gt;��L��&quot; �GNC_-qN�#���_x0000_/��u����MN�����=�5n�F��v���.V�L_x0000_��q�F�RHj�1&gt;?֬آ�$��(x����7x��qM�ԩM8����/�2ˇ&gt;\`�f����PRa��&amp;�]��b�BQ`��5U%�c&quot;&gt;���X�WQ,��R�@ݴ˳�F��o&lt;Q�����뜣�</a:t></a:r><a:endParaRPr lang="en-GB"/></a:p><a:p><a:r><a:rPr lang="en-GB"/><a:t>�@kR�</a:t></a:r><a:endParaRPr lang="en-GB"/></a:p><a:p><a:r><a:rPr lang="en-GB"/><a:t>�ֹ��O���{�&gt;�����_x0000__���S�f�6�y�X��eP��_x0000_W��^�_x0000_����ڈ��r��҉IH�@����gz�e��j�����m��bQf����l�In�d!��1�Z��v�V�v��4=s�m˲¿�O�C֗��!IM���u���6vc9��:Th*�����LR�C��h�_x0000_T/����P�Ҙ������_n�&apos;�+BIo����t2|���</a:t></a:r><a:endParaRPr lang="en-GB"/></a:p><a:p><a:r><a:rPr lang="en-GB"/><a:t>��sNjߩ�wbtNb�ˊ�n&amp;�R�V��`.��	����Xs,�X�_�U~���3�Ys����XW�&amp;���^���_x0000_���%vS�wdz/_���#���t.�-m�;���fkb�Yb���&quot;�{7�5]���AoMO</a:t></a:r><a:endParaRPr lang="en-GB"/></a:p><a:p><a:r><a:rPr lang="en-GB"/><a:t>2��D��b��I�&apos;yZ�ola�s�F|����G�EѥO��Y���</a:t></a:r><a:endParaRPr lang="en-GB"/></a:p><a:p><a:r><a:rPr lang="en-GB"/><a:t>rn����a�����`�R����_x0000_��W��]�ϓ�ˣ�T`e��y�Qe��\T�(�#K�}2������傫�0�J���I^��(^��ꡔ��G�|f�������i�=�an���B|�����҃�gzQ������}</a:t></a:r><a:endParaRPr lang="en-GB"/></a:p><a:p><a:r><a:rPr lang="en-GB"/><a:t>�}��u�U�Ҙ�j�cm@��;�u2A[�������Lv�5����ԑ��	.�_x0000_��`��c��D��h�JY�ui�&quot;��&apos;:B4����mm�/���}�gO?�BEhW����G�_̿���b�jZ-�ڇ���X�)�Ld^��M�=�^�5���m�HΠ��9�Ɩ2v</a:t></a:r><a:endParaRPr lang="en-GB"/></a:p><a:p><a:r><a:rPr lang="en-GB"/><a:t>z��g��h�S����������,�?� �,�(?�����l���޺�^��׽��u�~��{ߺ�^��׽��u�~��{ߺ�^��׽��u�~��{ߺ�^��׽��u�~��{ߺ�^��׽��u�~��{ߺ�^�������ߺ�^��׽��u�~��{ߺ�^��׽��u�~��{ߺ�^��׽��u�~��z��׺��u���{�{�^���׺��u���{�{�^���׺��u���{�{�^���׺��u���{���u���)Y7r�_x0000_=�_x0000_�Tǐڟ	��w�L�(u�m���	����gU�1�V��X�����H!�ۓ��A4?��_x0000_c�/-@f�@c\����M_��d(K*���{`H�������	�2�g&gt;]M�������z���s�&apos;�m|���׌o���m��&gt;�k�W����F��1�E�d+�(�(���-��&gt;��</a:t></a:r><a:endParaRPr lang="en-GB"/></a:p><a:p><a:r><a:rPr lang="en-GB"/><a:t>e��*9���:s����</a:t></a:r><a:endParaRPr lang="en-GB"/></a:p><a:p><a:r><a:rPr lang="en-GB"/><a:t>���� ����k�M�8��ή��R����m���8#�&quot;��m�O����*B_x0000_��7���ٙA+^&gt;\O@kY��hk�~�/@����߂8�Z�ѵ5tdMMG]����ױ����o�(S?O�ݟ��_x0000_��&amp;�;�|w����kW$</a:t></a:r><a:endParaRPr lang="en-GB"/></a:p><a:p><a:r><a:rPr lang="en-GB"/><a:t>,@���&quot;*�ii���!�Z�WL�X��j0ΊNx�7^�����w���)�F&lt;iZ��</a:t></a:r><a:endParaRPr lang="en-GB"/></a:p><a:p><a:r><a:rPr lang="en-GB"/><a:t>��A��	&amp;��ꭼ�)2Hn�7��E��K5��$�b䈯�ހz��H��٫r�����Ɲ��%�P�n��_x0000_�ztM���۟�#C2������</a:t></a:r><a:endParaRPr lang="en-GB"/></a:p><a:p><a:r><a:rPr lang="en-GB"/><a:t>h���Z����h)$V</a:t></a:r><a:endParaRPr lang="en-GB"/></a:p><a:p><a:r><a:rPr lang="en-GB"/><a:t></a:t></a:r><a:endParaRPr lang="en-GB"/></a:p><a:p><a:r><a:rPr lang="en-GB"/><a:t>��:���7�%�QW����S�Z��^��������V���pc</a:t></a:r><a:endParaRPr lang="en-GB"/></a:p><a:p><a:r><a:rPr lang="en-GB"/><a:t>�F�{�K#���I�GW&quot;0�/q�U}���6�k��Ɋ��(i���Ƌ�X��i))e &lt;�6E幷�BiqT�q����w�~U؜�W0�ۥ��,�jJ!!��_x0000_�!H9ՊБ��7�v}Gx���Tu�l*�f1�e����ܝ��Z~G�OR$����Ӂ;����ň&amp;ݏ/��v(��&lt;���eF$QuF�)Z�_x0000_@	�&gt;���y��[����N����ayH_x0000_�&quot;��V8g�Sq���}�r�!񎒊,&amp;�p�����SH</a:t></a:r><a:endParaRPr lang="en-GB"/></a:p><a:p><a:r><a:rPr lang="en-GB"/><a:t>$[�\a��*ޓ</a:t></a:r><a:endParaRPr lang="en-GB"/></a:p><a:p><a:r><a:rPr lang="en-GB"/><a:t>BoU��9�#Gi1����3�?���5ҮM&lt;���ly!l���D_����*M{��ԚJ�.��.���{oa�08\U0����</a:t></a:r><a:endParaRPr lang="en-GB"/></a:p><a:p><a:r><a:rPr lang="en-GB"/><a:t>G�</a:t></a:r><a:endParaRPr lang="en-GB"/></a:p><a:p><a:r><a:rPr lang="en-GB"/><a:t>-&lt;@L��WR9�}ȑMi���G�NN�&apos;ֵ�[q=��J���_x0000_N_��=O��S�Ȍ.��:��]_x0000_�i��}ٕ�P�i��(|��_x0000_W�U�k�ʷ?	8�������t̯�F���Z����4�ZrKMv��%;veIxS���#�d��C�I&apos;HX�z�H���~�ok �[Ď�\@&apos;&gt;�=m��I�$c���ڽW��r�����o�I�EI�h��g�r,�t+_x0000_+BN8�:�o�Ÿ�ށW�̱�@A#�u׻t���]��Ou�n&lt;�,&gt;�����O�J���I�O�]j[��G�#�$]�O�c�����_x0000_�AD0!��?��7a���#��:�M�</a:t></a:r><a:endParaRPr lang="en-GB"/></a:p><a:p><a:r><a:rPr lang="en-GB"/><a:t>�kce �A&lt;}�_x0000_�x��Qĭ�Q��:k�hF���+�$���x&amp;�A6e��dF&apos;�X�o����kL@k��Ր���P�����P�骲5�t�QU�熿!SOM�L�]</a:t></a:r><a:endParaRPr lang="en-GB"/></a:p><a:p><a:r><a:rPr lang="en-GB"/><a:t>��T���_x0000_f��I[���l=��܃���x�����-ڑ��z�r	)�_x0000_Bj�j ���_o�B�hO�&apos;�t����|l�)����	ӹ���[�Zރ�&gt;%�,f���)��d�c)������������,xHf�f!n}Ȟ�o��k�a9#��p$WQ���:�=��Ȓ�m��u�@@�!O_?^���+|�۟*�8��_x0000_��$kM�[B�!��)�̈́�X�X�瀬)���䣖���d</a:t></a:r><a:endParaRPr lang="en-GB"/></a:p><a:p><a:r><a:rPr lang="en-GB"/><a:t>��yE���[��C�Fj:�v�܀�p89��Ӈێ=ă��X�{ISlk��:1�8�Z�+_�u׽�׽�u�~��v?�~}�Hĩ�����6�:�</a:t></a:r><a:endParaRPr lang="en-GB"/></a:p><a:p><a:r><a:rPr lang="en-GB"/><a:t>���?����*�&apos;�^�f��\�������_x0000_\�G�ߒ6�uV�_�x[�g�C�+�pш&lt;���ۦ4���uqr�|x���ň���_x0000_��_x0000_y�t�A�&lt;���T��l	������]uq�#�n�RR�O��_x0000_c��u�n5��������9w�][�{�^���8��b��7��v4�^�&quot;�ˮ�?[���?ǟuǗ^@d��4��]���:�sC�:��u��?�m�y�C�x�`î�ȿ�׽Tz��N����*3ֺ��u���{�{�^���׺��u���{�{���z�ߟ��~�:�z� ��&gt;�3�A?o[_x0000_�q�����~���׊���V��ߋ_߰8�Pj@^�?���&gt;��ޱJ�`�T�]j�r~����i�u�&lt;:�����}�g�^ �=u{^��	�����Ҝz�O�6�_x0000_x���{�W�z���s�_x0000_�nz����X���z��u���{�{�^���׺��u���{�{�^���׺���^���A\u�@�׽Ժ�@���	^������]@q����p�F?����u���]{�{�^���׺��u���{�{�^���׺��u���{�{�^���׺��u���{�{�^���׺��u���{�{�^���׺��u���{�{�^���׺��u���{�{�^���׺��u���{�{�^���e��I6�����&lt;M#�</a:t></a:r><a:endParaRPr lang="en-GB"/></a:p><a:p><a:r><a:rPr lang="en-GB"/><a:t>҃?�����Eˎ���봨�����x������X��5D\]lK,���[�R_</a:t></a:r><a:endParaRPr lang="en-GB"/></a:p><a:p><a:r><a:rPr lang="en-GB"/><a:t>��\V��|�Θ�-�Z4W�MC\5�]Y�\x�T��ڤ�V�{&apos;CO��#��_x0000_�(Obo�Ȩ�*x��#�3��&amp;�V�E]�F�s�����5*8����yf�nM�L`��MN�0��P������M�z��O��#��iH��J�B�Tk7����kAazc��Lg�Y��p������R��N3�	5�z���R���E��9��ǧ%�#I�4#�G����땃����&lt;���AԎe.�8a!��#��SJc�Y#�_���$H��4S`��|�?��T_�K����\���P�~��	���&lt;r�</a:t></a:r><a:endParaRPr lang="en-GB"/></a:p><a:p><a:r><a:rPr lang="en-GB"/><a:t>S��</a:t></a:r><a:endParaRPr lang="en-GB"/></a:p><a:p><a:r><a:rPr lang="en-GB"/><a:t>�w�n�d&apos;����*�</a:t></a:r><a:endParaRPr lang="en-GB"/></a:p><a:p><a:r><a:rPr lang="en-GB"/><a:t>�5(Z���7�^�/UbwR��,��I��}�ڟn�vB�5�m��V��u���tU�&apos;צ����p��e6{�)UDiV�d����ĕ�9�[������ຆ��e����4�F45��Xo�Ŕ�n�^�FdUg�-���������`�!��d���a]RD���^��W�/(	6kk�O��</a:t></a:r><a:endParaRPr lang="en-GB"/></a:p><a:p><a:r><a:rPr lang="en-GB"/><a:t>�_x0000_&lt;�-;�4w!@g i��f��ȰM;��&lt;���$@rMR	�����j�4���F�-�&amp;N�Pi��zu��:�1M�)��oH������_x0000_`D-�T��_x0000_W��ij,:=&gt;}s�H�O��U/�	��9㒐˦��ay|��jx6V�m�\]�%o��M��?h4?oE����uV��ת&apos;�O�r�GV|��Q���z��?7���6��7o��u/bgӵ���1�)�f|T�Y�U=+a��o��YR�U*A�֦�G?�]�d�&quot;hؚP�p%��</a:t></a:r><a:endParaRPr lang="en-GB"/></a:p><a:p><a:r><a:rPr lang="en-GB"/><a:t>J�m�</a:t></a:r><a:endParaRPr lang="en-GB"/></a:p><a:p><a:r><a:rPr lang="en-GB"/><a:t>+ŵ��o-�ܓ���ߏ���R� �1�����sk�q#H4�&apos;��X��\�#���_x0000_�G}F����ϑ{,�!���7���&gt;��ͮ�#���8P�LӰ@X�Y�KQ�i�_/��sͽn�h�e&lt;H���[</a:t></a:r><a:endParaRPr lang="en-GB"/></a:p><a:p><a:r><a:rPr lang="en-GB"/><a:t>�q`�F��Hc%��B����~O��$�&apos;��X0����{�}{ߺ�^��׽��u�~��{ߺ�^��׽��u�~��{ߺ�^��׽��u�~��{ߺ�^��׽��u�~��{ߺ�^��׽��u�~��{ߺ�_����ߺ�^��׽��u�~��{ߺ�^��׽��u�~��{ߺ�^��׽��u�~��{ߺ�^��׽��u�~��{ߺ�^��׽��u�~��{ߺ�^��׽��u�~��{ߺ�^��׽��uň�[�I�~��k���;k��:/��M�ڝ�����g�TC�Y��Ԑ��i3&amp;i,m�H���=��]&gt;T��x}�O�W��&quot;[�ޞ;TKN]៏��է)5+kY_x0000_db�_x0000_^8O�����y�+NڦXȧ���S��R���~N)?�3Qϑ�쯛�?��ʖ)tGM�~u�F���$#?�l�W^�ҠA����D�n�G�H�_x0000_L�</a:t></a:r><a:endParaRPr lang="en-GB"/></a:p><a:p><a:r><a:rPr lang="en-GB"/><a:t>qS�ʘ�s��#%�</a:t></a:r><a:endParaRPr lang="en-GB"/></a:p><a:p><a:r><a:rPr lang="en-GB"/><a:t>_x0000_�̖����_x0000_P��V����G��FuCvc������m��`�%�r�����0鱯ȟ��c�?���v˓�=(��5��:��?����_x0000_��F�~ήxu�o�ܴ�����b���f���v��g��-ܝ�C����t�SQH7��{��\A�*��$���G�ʥ�A^�s�[�M���x�X�������@R&gt;�z&amp;���*�x���@~�I_ǲ+�\���A�?o���u6)D\�,[����_x0000_0��GU���7�/m�/`�����ǹr�S ����ͮh�t��vz�D�ݸ�{h&apos;�-.n9��FWUja����*��&lt;��o�%�v;/6{}�l�߹����_x0000_b�@a�\jP8</a:t></a:r><a:endParaRPr lang="en-GB"/></a:p><a:p><a:r><a:rPr lang="en-GB"/><a:t>��tln��}I���=��</a:t></a:r><a:endParaRPr lang="en-GB"/></a:p><a:p><a:r><a:rPr lang="en-GB"/><a:t>�2�R�H|~�+���֣O[�K��ϐp��H�*dy�8P��s�y�F��j4��H+Lz2|(�Y���=�����y9�u�M�H��)XԆ��mZ�Y��_x0000_�K_x0000_kJt�8��ۻ���!b�����Ud:ӧ!���c�^6v&amp;,�I��r��ƙ+�uo��ҠI\��ּ�M����i.NxhV�O�$�@n�ʻg. �ԫ��Mk�UQ��^&apos;˥OaQUe��{c�޻�Y&lt;tX�����T���] ��Y��</a:t></a:r><a:endParaRPr lang="en-GB"/></a:p><a:p><a:r><a:rPr lang="en-GB"/><a:t>���w�J.�!sZ����ck3�J�9Q���F�b|�`���b�{��R,&apos;�L�n��?I��4yk�?�ǲ�s���E&gt;k���R��n�</a:t></a:r><a:endParaRPr lang="en-GB"/></a:p><a:p><a:r><a:rPr lang="en-GB"/><a:t>O?��_x0000_�Y��_&gt;_�U�L�r�{f�(��6.Aw6ץl�[�Ŭ�b��G]������Zǜ�zQ]sQ�x�O�M��_�GSϵ�_x0000_3�l�bl�&gt;�쮸���oN��aw�ߨ�cE�����?�RL��┓�&lt;:��,�ų��`K</a:t></a:r><a:endParaRPr lang="en-GB"/></a:p><a:p><a:r><a:rPr lang="en-GB"/><a:t>R��_x0000_.��t	�v����;��(o0��$y��7�/�{��Dmn�Ĵ�WJm���~2�.��U8|�_g�yT�v?Ȫ*#��j}�?2�&lt;��ɤ%��G�h|���g� �=�8l���( Ty��_?,z�h~���@�I������9�_x0000_\{&quot;��T</a:t></a:r><a:endParaRPr lang="en-GB"/></a:p><a:p><a:r><a:rPr lang="en-GB"/><a:t>Ez������ߺ�]��^넌U�T��9��O��?_��5#���#Α������W7�/��n�����:��:󴩳}罠�d`��8�^z�</a:t></a:r><a:endParaRPr lang="en-GB"/></a:p><a:p><a:r><a:rPr lang="en-GB"/><a:t>����#CS-2�,�M��K����`������_��ۊz���_�7����&quot;0�+�(ĩ�j&lt;���+���1|���Sfv�kE��y�*��)�{7�\�&quot;�%���V�H���x���d�{���&amp;%O��J���Q�@��_x0000_���_x0000_?N_O�O��lV�:8u����������UY�n�&apos;������:������n</a:t></a:r><a:endParaRPr lang="en-GB"/></a:p><a:p><a:r><a:rPr lang="en-GB"/><a:t>��q�e����e��&lt;~h�0��|���E9�R�FmÅ#�=�ۦ[[��nk����y����K�0*dZ�0o�z����I��=���]-]���y�6����SIU(�N</a:t></a:r><a:endParaRPr lang="en-GB"/></a:p><a:p><a:r><a:rPr lang="en-GB"/><a:t>9����1</a:t></a:r><a:endParaRPr lang="en-GB"/></a:p><a:p><a:r><a:rPr lang="en-GB"/><a:t>��QTc3��,^y��	ez/6~���_x0000_W�X���l�B�m�!��d�sqpW�b�@E����_x0000_�G��?oZ��8�Gr�#+��jzc�{�^���׺����u�~���rEw$.��_�l��_x0000_������Cד��3Ҕ�i���2�w�G`�8��s��#����+C��ݡ���k�*</a:t></a:r><a:endParaRPr lang="en-GB"/></a:p><a:p><a:r><a:rPr lang="en-GB"/><a:t>]F���&quot;�Z9�2�*@ �X�t�&amp;�W������t����E&quot;&gt;=0���L</a:t></a:r><a:endParaRPr lang="en-GB"/></a:p><a:p><a:r><a:rPr lang="en-GB"/><a:t>��{�zM���y�_x0000_|=�-��T6㺾U���%M�hF�����_x0000_?]���#Ɛw�_x0000_H��&quot;����%���������ֵ�|����u����������{Wy��5��V��x1S=񭫸1{�k��jh~�$��SPօ��_��8ob��-1Z�&apos;�+�{I�{r	���҃ڎ���~��t~��:�L[�um}�����{n\&amp;��z�k���٬~�۸&apos;�J8�s9���OOK,Q��u��n���Y�MM2A4$P|��p:�/ȯ����;W�;��;?q}�VUv�_v��޹����+�/��Օ,��Ye)�K�$\{x�ȃU?���t�a�&quot;����z�1rB�t�5��%@�*C}&gt;��c�&amp;�����zZ���y�_x0000_��������ﳤ��ߛaSP�o���v%.Ry��5�v`��Z�hMET8�3SB��H5�&quot;$��=���Υ��&gt;�]n	h�ң��1�}���n��͖���j�U%o��ܞ�ܘ�ώ��x��aS]��X㘣;*oks퉭�V���ޭ����N:P�������.���k��g����~�׽��u�~��{ߺ�^��׽��u�{{�C�?؋r����.��N�Q���_x0000_&apos;I�ͼ�fƧ����v67#^18̖���]����֘�62��3,I$� d1#�굽����@����!��KQV44�+�:Tc�5���{/~EYY�7��߱㪡��Ͳ�6t�A4�y頭�	4���Qʒ9�f��&apos;�}��7o�Gr�T֤�_x0000_���TX8-��a{�x����{/n�����J]$jywb4k#��M�a{�����hQ^���b�6_x0000_������^��z�i);�+�+桦�R�SdOU_U�e�MGK</a:t></a:r><a:endParaRPr lang="en-GB"/></a:p><a:p><a:r><a:rPr lang="en-GB"/><a:t>a���$H�w6</a:t></a:r><a:endParaRPr lang="en-GB"/></a:p><a:p><a:r><a:rPr lang="en-GB"/><a:t>	����Q������-�B���&lt;ӡ[C�d�]$��7W%�9&quot;r�F�? ����=���5&gt;������x����B���&amp;w&gt;��;��&apos;����٘���ᔕ��s�v�6�&amp;��X��Z���#�aF����������I�&gt;_�����Y�d��b�&gt;}C�݅�����al-��d��+O��~t͊�&apos;!������XY��E���S�y]�y��:b�;���Zdf��5��,�P��~�~</a:t></a:r><a:endParaRPr lang="en-GB"/></a:p><a:p><a:r><a:rPr lang="en-GB"/><a:t>������h:7EС����&gt;�}�E0z�55���ֺ��u���{�{�^���׺��u���{�{�^���׺�������&gt;���}љc�tک��_x0000_��K_x0000_�Tr��</a:t></a:r><a:endParaRPr lang="en-GB"/></a:p><a:p><a:r><a:rPr lang="en-GB"/><a:t>��?�ۉjn�o���U{�� @��:�1BJ��}6[j,I�s{���Olm�U�L��^A�s{��Cp�P��F�Ç\}��QJc�_����׺��u���{�{�^���׺��u���{�{�^���׺��u���{�{�^���׺��u���{�{�^���׺��u���{�{�^���׺��u���{�{�^���׺��u���{�{�^���׺��u���שכ�O�S�&apos;߳׾]WW�G�[O��V��8*E=ñ&gt;��zS&apos;.��6���ڰ����f�Z�5_�BAoV����D�n-��t�+W��ҵ#R��h|�W&amp;�xtB��/�z��h(7���tt}Ru�jQ���V�|`1��Ց����j�dԉh��hO�6�j�����S����w��¦�*1Q�I�]X��s�H�?C��&gt;����G�(��1�#�!�)�G���������=צ��O�}�͚����m1n��:l^B��&amp;y�no��:�DI[+�b_x0000_k��_���,/�lU�_x0000_����x��.�߫</a:t></a:r><a:endParaRPr lang="en-GB"/></a:p><a:p><a:r><a:rPr lang="en-GB"/><a:t>�O�&gt;���YqA�#��1�lGuucu�Jx���&quot;�;v	��A3�&amp;䏧��}��ι�Q��i��~C��bѳ����oV��W{��G�y���g���wV���ۅ�����{Po��OZZ�u��%Q��Xi�rQ��V������ᤱ6�~b�/�@�@�fnVf��Yn�_x0000_#���#�u��e�C�8,Y~�	�?����Bc}O�S���QEq��J���d</a:t></a:r><a:endParaRPr lang="en-GB"/></a:p><a:p><a:r><a:rPr lang="en-GB"/><a:t>H��I,�2���BE�*ʮ�}?Om]00	~}zfjq�_x0000_g���$b�=#��@�Œ��o��a�X�H�q	ڟ�&lt;�K�&quot;��ǌ�T��3�#��P�I�;�ٺ���&lt;�W�����S�r���k���=b�B�V��m#%�5��ݘ�����=�����I7rx��޴꨿��</a:t></a:r><a:endParaRPr lang="en-GB"/></a:p><a:p><a:r><a:rPr lang="en-GB"/><a:t>���o���c��_x0000_t|-�;��v��1��M��GG�5�2]�6��W���&lt;j��]Dm_&gt;��t�{v;au��&amp;����rxu�~&quot;��+���1u0�c2tT�,ue&lt;�5=]</a:t></a:r><a:endParaRPr lang="en-GB"/></a:p><a:p><a:r><a:rPr lang="en-GB"/><a:t>|B���	���$n������B��&gt;��T,`A�_J���};׽��u�~��{ߺ�^��׽��u�~��{ߺ�^��׽��u�~��{ߺ�^��׽��u�~��{ߺ�^��׽��u�~��{ߺ�^��׽��u����ߺ�^��׽��u�~��{ߺ�^��׽��u�~��{ߺ�^��׽��u�~��{ߺ�^��׽��u�~��{ߺ�^��׽��u�~��{ߺ�^��׽��u�~��{ߺ�^��׏�u�*��T�u�</a:t></a:r><a:endParaRPr lang="en-GB"/></a:p><a:p><a:r><a:rPr lang="en-GB"/><a:t>��hq�T���T8�)hS�*�&amp;��TXՋ��_x0000_O��Z</a:t></a:r><a:endParaRPr lang="en-GB"/></a:p><a:p><a:r><a:rPr lang="en-GB"/><a:t>����I��_</a:t></a:r><a:endParaRPr lang="en-GB"/></a:p><a:p><a:r><a:rPr lang="en-GB"/><a:t>wO~�ϓ5���˯��&apos;u��&apos;��ݹ[��Ul���K��D�8$x�ؐ=�7yci]U�1O���Ա��,v�&lt;�L|��4?0umØ��B�@8��_x0000_i�q�=Rp[5�gG7��J����l$����c&lt;u�7�ڂ��f_(��ߕ��&amp;qr�o�r����L����6&gt;�y�u���HB���,)������ۘ&amp;;��j��*</a:t></a:r><a:endParaRPr lang="en-GB"/></a:p><a:p><a:r><a:rPr lang="en-GB"/><a:t>iN�����WKrAf�龯�k�t�&gt;��6c#�+�8~G�RK=t���P����_x0000_��ម��5��:�n�qr.?O&lt;r޽�����t��:�����޿�o�r/R�����J��9:j��̢��Vq���r=�{�5��g</a:t></a:r><a:endParaRPr lang="en-GB"/></a:p><a:p><a:r><a:rPr lang="en-GB"/><a:t>$kf��D��A����:���;�y�w��k�Beƅ��C�e� 8�pB����{i������\v�ڻG��n</a:t></a:r><a:endParaRPr lang="en-GB"/></a:p><a:p><a:r><a:rPr lang="en-GB"/><a:t>Õ)5&gt;��acI��L���Z�u������Asǰ��rޖKui_x0000_k�</a:t></a:r><a:endParaRPr lang="en-GB"/></a:p><a:p><a:r><a:rPr lang="en-GB"/><a:t>��{������۷1ܥ�޷R�w¡����hՊz��U���[rIM���כ6�����a�ݹj��A�n����������0�EN�@}�o����{-rP�¥Đ��x�x�#TI�����W��_x0000_{��4}�}��yg�L����M��a_x0000_BJ��,�KP����_x0000_�{5�g��*X��</a:t></a:r><a:endParaRPr lang="en-GB"/></a:p><a:p><a:r><a:rPr lang="en-GB"/><a:t>�</a:t></a:r><a:endParaRPr lang="en-GB"/></a:p><a:p><a:r><a:rPr lang="en-GB"/><a:t>�-���Z�Ima�M����1�g*��:��hC�&amp;]��l����ܭB��5Y�_x0000_�94����-[H4��Ԙ�_x0000_��</a:t></a:r><a:endParaRPr lang="en-GB"/></a:p><a:p><a:r><a:rPr lang="en-GB"/><a:t>����^�U4�Lg�s?��G_x0000_2�Ġ,T_x0000_&lt;�G��_��F��w�eI�v��g��%%Iݝ��</a:t></a:r><a:endParaRPr lang="en-GB"/></a:p><a:p><a:r><a:rPr lang="en-GB"/><a:t>]����&lt;��p���3�ǰ�2s��[�_x0000_�\���ⵧF�8u:rg�����;ʹ���Q�܄P�?�u��_x0000_C�]���:|7Nu�#oO</a:t></a:r><a:endParaRPr lang="en-GB"/></a:p><a:p><a:r><a:rPr lang="en-GB"/><a:t>z��*˖����?�2ۧ&apos;U����{�/y�r��Wq�������9Gf��</a:t></a:r><a:endParaRPr lang="en-GB"/></a:p><a:p><a:r><a:rPr lang="en-GB"/><a:t>�#�W�O����`?���O���-�����׎��1o�ǡPkK��~�Z�_x0000_*&gt;�OUpV�VRG[E_Li+�����W ���� �N��!�S�vft:�ZP������ٶ�+[��~�_O�=P����C#6[��R.��T��e�WCc�jL&amp;�򩒮��*+�5�5xJ��?�jpV#(r=�g��72i��K��?�P/&gt;{O��nl�/-	T�����}:��_2g�q��5������|�C�{�bU�E4�&gt;jZ�$���ʰ�^���kP�3&quot;7�ܟϛ��{o��ene</a:t></a:r><a:endParaRPr lang="en-GB"/></a:p><a:p><a:r><a:rPr lang="en-GB"/><a:t>X��H�UcS�^�o9�v�}�,7���4���TcF��E?.nIE��e豙�VN�/��c)3{;F&lt;���nF!=#@c:Z6#%ō����3��I�)�c�io���8�7,���%2m�&amp;Q��!��Ȯ:�7 �87��4[*��4jԡlV�3N=?:���a8���~���t�����k\/k	�_x0000__��_x0000_Ƞ�TW���!�����i���껿����P|i�÷1�U�wU�&apos;`l(&quot;AOU����ӳ&quot;�ă_M,�L����r��)�</a:t></a:r><a:endParaRPr lang="en-GB"/></a:p><a:p><a:r><a:rPr lang="en-GB"/><a:t>m�����c&apos;�8���u{��6����ŷ��x��&quot;P�4&amp;�B���l�=V��}��K�LO�N�μ��l��[�4��Ú�5��A�����T�i��s�)�H&lt;c�Ϟ�ݬ��&apos;����hƠ8Չ_x0000_z���iy�W������s������Q���jp�4�c�R�Q�#-��H��ᘝ\�/�7�&gt;���&quot;&quot;����B�k��y�=�A?��</a:t></a:r><a:endParaRPr lang="en-GB"/></a:p><a:p><a:r><a:rPr lang="en-GB"/><a:t>��R����������G�d�t�I�^�J�B��C�h��[</a:t></a:r><a:endParaRPr lang="en-GB"/></a:p><a:p><a:r><a:rPr lang="en-GB"/><a:t>��=r�ϋhϫx3�����u�K.��2�{!q7��}���T�w��J=~c�қKi$�Dt:I���Ε��[W7�/���~Ob����?����R��K��/�}�,��J�A�����B~�� y��5EmLG_x0000_jiO��0��e&amp;��.BS�A���[NT�i�6���� e�js�`����&gt;֔x�(�I���Z�</a:t></a:r><a:endParaRPr lang="en-GB"/></a:p><a:p><a:r><a:rPr lang="en-GB"/><a:t>Ÿ�3QA���ztp���׺��u���{�{�^�5�]��&quot;VR4Rh��ljUd�D�*�.����E�n&gt;/Ϥ�Q�h�EA8��=|~�_x0000_��?��ϨԘ�&gt;[���_K	M�Z��U1&quot;�ai</a:t></a:r><a:endParaRPr lang="en-GB"/></a:p><a:p><a:r><a:rPr lang="en-GB"/><a:t>�ll�#n�6�Us�ih&lt;���x�[�7,Cy</a:t></a:r><a:endParaRPr lang="en-GB"/></a:p><a:p><a:r><a:rPr lang="en-GB"/><a:t>�{p������،�+���lvw��c���NS����\9&lt;t�OQ�YQ�%���G�\r�m�o��I�Oʫ��R:_k������ Һ��_x0000_��?�K�󌅋�C���.�&apos;�n�VmJF���B�E�1 (�Ƿ{�&lt;uR��������w#R���_x0000_@��~]n���&gt;|��	�o��&amp;��iv|�!�7~G����;ss`6�3	Q.ok�Tщ&amp;���M:˩T��&gt;����7�_x0000_:�M�O/��aڦ���ձ�	�53y�J</a:t></a:r><a:endParaRPr lang="en-GB"/></a:p><a:p><a:r><a:rPr lang="en-GB"/><a:t>W�i��ֽRE�</a:t></a:r><a:endParaRPr lang="en-GB"/></a:p><a:p><a:r><a:rPr lang="en-GB"/><a:t>�|MQ井� �����=�,2��)o�������a�\��Ǧ�ڪ,d)&gt;S!���2 �-���$Ƞh��H�_x0000_7[�_x0000_��E��ȉ�a�R���ZE_��&gt;gR�&apos;	O(��U	����jz��I2EQ20��o�&gt;�$ÙP��)���SH�B}ejz&quot;���`���	��Q��ݟ���6�Ly,/`a�5x��ԣ-1�P&lt;@�5_x0000_����X��CR��Ɂ���H��e���u`9���Twj�@?1���*�D�8�_x0000_��͌��?�#���:7��ɱ;&amp;�wg����7���!�Q*��GCP&amp;��cSs��+�!jL�RxEO���:��ᥕ�p*�ľu&quot;�o�ʽm��,j�+���1��%`���=*��R}G��e�̽���\W��:�faN&apos;���|�Qj+�51�W����4U�|el�i�&lt;:i*eY.�2F�v Z�ْ�;�ʄ��:E�������}3�~]i��_x0000_!�X���z=:-\[���Ʃ*G��T��D������M�GHe�*(|�SO��G��s�� `V���@8z�т�_x0000_����_x0000_�}|��Lz��f)d`�$}{#�ˀ��_x0000_K����UY���O�qҮZ��X�$��k�և��m�q���aN�)%t���5�~����[;�Ai&gt;t4��</a:t></a:r><a:endParaRPr lang="en-GB"/></a:p><a:p><a:r><a:rPr lang="en-GB"/><a:t>�r�K�bt�O�P�~Ρ�!&lt;�W�2͡C�[�&gt;��j�p}:X�</a:t></a:r><a:endParaRPr lang="en-GB"/></a:p><a:p><a:r><a:rPr lang="en-GB"/><a:t>J��ӏ���\T5���*wq)&gt;;i�����O���2���4&amp;����oyi�T���=E</a:t></a:r><a:endParaRPr lang="en-GB"/></a:p><a:p><a:r><a:rPr lang="en-GB"/><a:t>L�_x0000_-(�J.eC�O��	&amp;܎y�*͡MO��Oc����?mz�5M8&amp;x� ���T;�jt�?�E�o��C[\C�x�.���)�k�ҧ�8�EU%%o�ʚ�</a:t></a:r><a:endParaRPr lang="en-GB"/></a:p><a:p><a:r><a:rPr lang="en-GB"/><a:t>|��Y�.j�5�iͪ%\sI�+�gA�#�u{y�VD+��uh��cHX9&lt;)���RJ̑��Q*${h�R�#� � ���U��OW�D�]S�Q@{�0xϦ���aW�?Ƕ�ߩ��8SV �)�뾖V�������B���(�m�ډ:1�NsE%6�:�%���2�-�ʎ.</a:t></a:r><a:endParaRPr lang="en-GB"/></a:p><a:p><a:r><a:rPr lang="en-GB"/><a:t>��?�O�4*jt :t��X��zp�_x0000_=?gZ�¿������-��_x0000_f��bsb�뉌��_��̆�_x0000_���D� ��J�_�z�|�1SJ�T9�������t	�_x0000_�8#��}��|&amp;����I�$6ې�	Y3�E?��	��=��</a:t></a:r><a:endParaRPr lang="en-GB"/></a:p><a:p><a:r><a:rPr lang="en-GB"/><a:t>�ݪ�?�z&amp;�Y&amp;z5�sJ�^8��[�9�؏�$��s�}D/�7������Mz���S�Ӏ��רY��fKݓ�&amp;b�,U</a:t></a:r><a:endParaRPr lang="en-GB"/></a:p><a:p><a:r><a:rPr lang="en-GB"/><a:t>O����QU{��!��K���v�R���Ew��_x0000_tiPu����&lt;|���_x0000_����������;����;�4L�ykr</a:t></a:r><a:endParaRPr lang="en-GB"/></a:p><a:p><a:r><a:rPr lang="en-GB"/><a:t>���ܑ$%���^?��+����!��p���_x0000_��쿙�_x0000_��\</a:t></a:r><a:endParaRPr lang="en-GB"/></a:p><a:p><a:r><a:rPr lang="en-GB"/><a:t>7�)^�IB�&gt;�����-{/��Ɏ�����	�}xS�{hI��H:FH��ē��֦���7��IU�?.f4�a�d���Ҩ�0�oPY��א�,яw��e���&apos;�,�6&lt;#ǐ�|�O�&lt;��F�_x0000_�(��a@�����J&apos;e)zb�Ƽy�Gr�BU��o�&lt;{9��m��ӂi�A�Ϣ�W�溊*���L��</a:t></a:r><a:endParaRPr lang="en-GB"/></a:p><a:p><a:r><a:rPr lang="en-GB"/><a:t>�����[�F��8T��*E�*�Y�OwQ_x0000_�}O�5�/)q+Ơc�^�HR �`2	������#���Z:����Cd���b)*���</a:t></a:r><a:endParaRPr lang="en-GB"/></a:p><a:p><a:r><a:rPr lang="en-GB"/><a:t>y�W�?O����nX�O���E͸YE�,��A9�}8I�*��UH�h��Cʒ/��)&quot;�^�ҹ�h��zQ��f݃փ�׏3���\#F�� ��K_x0000_�P�1b�V�c�=�sD�NHDB�4���_x0000_W��cIR�F��s(�h�F��죷?�&apos;�=�[K�=����lOa]}|��oM�V��+�2�+��Ʉg8�l�.�#�_��졘��zM����Y �!YP�&gt;��4�����q�?NNL|�����R��hdK&lt;��TTb٬��i�iq�����ZE����z�GYC�y��d�YI�K-D̮?%&lt;	炊Gu�n��}�{+��^&amp;��ܶ���&apos;Bޚ�z�,�kFdu�uP�9��&quot;�_x0000_B=�&quot;�z0��T�*&gt;}dHd�*H��!��I*x���̵�E�����_x0000_c�J��_x0000_za��&lt;;�x��Y&lt;NFsM����T�jj,�&quot;���_x0000_�3\~x6������&gt;Θ;���A���$r@�%V��N�]	zi�C}t22�� �i�������[s��K</a:t></a:r><a:endParaRPr lang="en-GB"/></a:p><a:p><a:r><a:rPr lang="en-GB"/><a:t>:�~�����ϭf?�N?2~W�$�?�[���po.������ϔ����ظ6R�����h��</a:t></a:r><a:endParaRPr lang="en-GB"/></a:p><a:p><a:r><a:rPr lang="en-GB"/><a:t>w*~��ܽ���_x0000_q��s&gt;��8X�9�</a:t></a:r><a:endParaRPr lang="en-GB"/></a:p><a:p><a:r><a:rPr lang="en-GB"/><a:t>)Z���&gt;��M��_x0000_�5���e|��m��;�l|��j�7��8l�*�����RЉ�Ǔ�ž�{�0���	��W�ˎiֹ_t�i��#�V�y��&gt;���؈:���T���k����p?ǁ�5f��a����{u���3���E. #f+��q*���T�*��R�t���&lt;o�R7���s_ٮL�??�z�Ju(����#DJ��US�)����_x0000_~��Y�����)Ւ���l�&gt;��G�Ծ;��P+r��eks��7�kҬ�/S~ư����Q��X�����P���G�DRh2$�CJ�t�K�8��eU?2�}7���c钷#]C���U����S�A��9���[�=$�_x0000_��Xե�j,�漵U��(��_x0000_.z̥Z�#�i�b��A&lt;5T��+M;:;_x0000_A!X�_x0000_�=���G�NCs�^WU�A�)������UQ���~7=C���+����3�X���6c�_x0000_�e�R*���uW���u&lt;��q���D�Ī�YHı�YLr��U^���l�H���#4��?3N��T��`��9��Ӭe�X�5�K��{���-6�@��씗1w�Ni`������_�G�Y�~�y��#&amp;��ŕ�b��~Uus#����*���������D�c��ǯRQ&lt;������1SYI&lt;�������3��ܞ}��\</a:t></a:r><a:endParaRPr lang="en-GB"/></a:p><a:p><a:r><a:rPr lang="en-GB"/><a:t>�6�uu��|,�}2+�:�ނ��Vb4��&amp;�q��&apos;��&lt;q��t���p������������ߺ�^���׽��u�~��{ߺ�^��׽��u�~��{ߺ�^��׽��u�~��{ߺ�^��׽��u�~��u�}{���HV*	�\؛}m��I����Ȥӏuȋ�_x0000_���{oRV��zN�C�BG^</a:t></a:r><a:endParaRPr lang="en-GB"/></a:p><a:p><a:r><a:rPr lang="en-GB"/><a:t>ǎ[���n*���U�m�wU&apos;&quot;�dz��P�(:�����_x0000_����O,qh�~�O��t�9�`�fz��kK���QR$$jU����[��������$��^Ԋr+ƞ��J�!�U�������.���`�z�����팴��+�:��^gnP��ܻ���u����U!�����Yjc�m������f��iÉ��_x0000_/E��nw0s�Ŷ�Y-�0V|��$��)��]�&gt;��-$YѢr�,�����ia������`քW�ì��_�!`@,J�k�=A�r����h��֋��_x0000_~Bu��**��[���+�a���-���_x0000_KH�B[�k�?�.���YM��.���d�ܥ4Q.�AGR��_x0000_/ZI�nu��$v��?���M�M�(�=x�ҋ��J�i���[����&gt;�r�+�FyE������&lt;9��Ciwh�</a:t></a:r><a:endParaRPr lang="en-GB"/></a:p><a:p><a:r><a:rPr lang="en-GB"/><a:t>�Zw</a:t></a:r><a:endParaRPr lang="en-GB"/></a:p><a:p><a:r><a:rPr lang="en-GB"/><a:t>dTy�.��_x0000_�7EWK�J�j~:|����zd���I�7(s���k</a:t></a:r><a:endParaRPr lang="en-GB"/></a:p><a:p><a:r><a:rPr lang="en-GB"/><a:t>I���x����s�k$�v�+�@��Lx&gt;F�u�[1�~xX�Vf����C� �&lt;8��%�OuRZȳK�&quot;�hd����PU��������:~k�xW�f2�9�$ƹ������?���?C����L�&amp;ֱ�&amp;J�+CZW�@���ξ��K��;�Կ&apos;?����o_���?��¢)2{;�]V�l6J��J]Ǉ��K�,���/-�ov�Ѭf4�MhNj</a:t></a:r><a:endParaRPr lang="en-GB"/></a:p><a:p><a:r><a:rPr lang="en-GB"/><a:t>W&lt;&lt;B~U&gt;]���^.h	��|�W�u��j�㩨I�I�]��Fu}%��I��r�m�Q���</a:t></a:r><a:endParaRPr lang="en-GB"/></a:p><a:p><a:r><a:rPr lang="en-GB"/><a:t>��R�z���*	&amp;���z/�_x0000_*�~���.|����ԝ�����</a:t></a:r><a:endParaRPr lang="en-GB"/></a:p><a:p><a:r><a:rPr lang="en-GB"/><a:t>�/*T�</a:t></a:r><a:endParaRPr lang="en-GB"/></a:p><a:p><a:r><a:rPr lang="en-GB"/><a:t>�QC����S</a:t></a:r><a:endParaRPr lang="en-GB"/></a:p><a:p><a:r><a:rPr lang="en-GB"/><a:t>S�&quot;_x0000_/�����m���F_x0000_W��Ӥ{�a��P8~^���^�?�뻟���1���M&amp;Z������Z��f��]Fz�vMZ\��ɔ�մ�܇,����&amp;W�2S���,o�9�DP���~�@ ��}��}w��{�{�^���׺��u���{�{�^���׺��u���{�{�^���׺��u���{�{�^���׺��u���{�{�^���׺��u���{�����ߺ�^��׽��u�~��{ߺ�^��׽��u�~��{ߺ�^��׽��u�~��{ߺ�^��׽��u�~��{ߺ�^��׽��u�~��{ߺ�^��׽��u�~��{ߺ�^����A�_x0000_�����|�$�̇�`�O��3;�Y��^���ܹ�d�&apos;��7&amp;ŭ�����kd�URM�&apos;�g��j�&amp;�����G��_x0000_���ޡ�1�?��N��)	��n</a:t></a:r><a:endParaRPr lang="en-GB"/></a:p><a:p><a:r><a:rPr lang="en-GB"/><a:t>ݶ��;���n��	5��_���&gt;�A���_x0000_3_��/򵱊�$�mT&gt;x�A���sA�v$��&lt;_Vc�U_ɱV�_x0000_c��_�Wˡ|��^��d,��ϙ?�_�jӷ��������</a:t></a:r><a:endParaRPr lang="en-GB"/></a:p><a:p><a:r><a:rPr lang="en-GB"/><a:t>Sy���&gt;���j�����N�j��!�!q���</a:t></a:r><a:endParaRPr lang="en-GB"/></a:p><a:p><a:r><a:rPr lang="en-GB"/><a:t>���6�s�#�Y��� S�u��.�$��rO�L�����΂X�$G,�7����&lt;;J���Fw �=��P8�_x0000_m��tSQ�ת��&gt;ΤB5�M	�G�4f���`I�_x0000_����]F�VGЅ�	��h��s0o_��?��䒭���M�G&quot;�,rPu?Yc������w�S����/��lѱKt&lt;8�g�sJ~@u�?�/.�kw���-}p�Z�~/��M~!�&apos;&apos;:#]���|���ӴwW����_-&amp;���S[�mv�jm*_�4�&lt;��.mj������X=L�H��^%���DVTl��SE�5	����&gt;�_x0000_�z+�~�}����1�������@�ڵ!&quot;AL�=��u�ߺ��OhQK�ػr�\ƞ��Ө;_h�&apos;��.���@X_7��_x0000_</a:t></a:r><a:endParaRPr lang="en-GB"/></a:p><a:p><a:r><a:rPr lang="en-GB"/><a:t>%</a:t></a:r><a:endParaRPr lang="en-GB"/></a:p><a:p><a:r><a:rPr lang="en-GB"/><a:t>�ť������0r�3.���JqVf�Ph(��%�*�:��^���&gt;�%$�jO�1��|�k��ֿ��_x0000_�I�N��_x0000_)�Fb�%��^E&amp;�~��4������,��H�4/�P�x��1���-�N&amp;���Y���O�L.�</a:t></a:r><a:endParaRPr lang="en-GB"/></a:p><a:p><a:r><a:rPr lang="en-GB"/><a:t>CZ#_�&lt;zٸG1</a:t></a:r><a:endParaRPr lang="en-GB"/></a:p><a:p><a:r><a:rPr lang="en-GB"/><a:t>ZJzxi)�ZZ*(����ƪ�L](U�����&lt;{�I?�׬�TTG��1�\qo�����8un����G�����߸�W��L���C�o�=��8���Sc͛��&lt;_��&amp;��֧������_x0000_�Ϫ��b�_x0000_�G�~�#ܽ%G���_x0000_&quot;���S�Ĵ��}�޴tt�)p9t�Lfl��C�a�M5G��}ʜ���n��f�_x0000_22޺�9����l�Q&amp;�Pθ�@%�u3�.=/��g%�s��O�FSU��eq]#�݋6#7��=S�S����ZJu��J�/��D���ʞĜ��6|˶�1�&lt;E�|�iP��&lt;z{o��MӖ��K����w����k�Sb�,���^242�M�O �}���w;��ַu�5+Z�g�dꂐ}n��ӯ�&lt;)��~�w���_x0000_��#߁$T��^�_x0000_v_x0000_N� ���+D�&quot;:2���G��</a:t></a:r><a:endParaRPr lang="en-GB"/></a:p><a:p><a:r><a:rPr lang="en-GB"/><a:t>�_x0000_�&gt;�N˕c����,�|�?��S����ѿ$0=����?D���M&lt;����q}K�3�3y����H�����5u`aL��V�����øY~�c���S����_x0000_�9��.�w��-	I-��G��S�U_x0000_�|�&gt;�Yg�?��v���#��}��ҟ�{w-&quot;��QICldr٪��QK</a:t></a:r><a:endParaRPr lang="en-GB"/></a:p><a:p><a:r><a:rPr lang="en-GB"/><a:t>vq#�&gt;MH:��0��D�گ�V�����ϐ�І�D��O�ǋD_x0000_Y�&apos;��&lt;n^X$�ũz�:�_x0000_��`�5C&lt;l�K+�Pa��{����^�@t��&lt;?&gt;�����5���nn&amp;b&quot;`Kho�~�x�Ϙ�E�p�6㟩&lt;�_x0000_�=��o��t�l�6n���P`A`�e��Q�ҫ{���{[t�?G��@8}����Mw{k}e��(�$�S�&lt;�8�ǪL��\�!~~�����g{�у~�Q�U��@s��QC��bM$���US	Ҳ�m{{�9&amp;Ѷ�`��S?g��;�����vY</a:t></a:r><a:endParaRPr lang="en-GB"/></a:p><a:p><a:r><a:rPr lang="en-GB"/><a:t>s_�����T��&apos;(�b,pi`ڡz�/,�~�7�6&apos;�I�_x0000_gW�	��^?��9��b��Jy�_x0000_��=F�_x0000__�z[׽�u�~��{ߺ�^���zo������e&gt;�#i����Xa��_x0000_.�&gt;_͈��� ��Ϳ}/n�NïM@=�@&lt;?�Ž�{\bK5��#�Gz�ǹJ��A��;;����6���;{#��_x0000_*�!��^��W���lr�$T�o&lt;٨ݣ.�ɪ!qcǰ��/5�ڠ45�����Z�o��&quot;�#N��֟���Q�\�-�^��j�t&lt;�&amp;�س,�Fڥ���C( ���D�˻�h)�O�����v���}�&gt;ez���rm?�1���(��z��[?����pÇ��T�S�d����&quot;h�)Y��ϰ�Y\��G=i�8��_x0000_?�B�-��/ґ�2�?����</a:t></a:r><a:endParaRPr lang="en-GB"/></a:p><a:p><a:r><a:rPr lang="en-GB"/><a:t>Brx�u�&gt;�H|w��;j���_|cz��������}��l����J�f����d&gt;)�8֪�C�X�B�Q�	</a:t></a:r><a:endParaRPr lang="en-GB"/></a:p><a:p><a:r><a:rPr lang="en-GB"/><a:t>+H��UP�J��kN$���#K��/�ՍA&apos;����,tv�W�q?�o�����Ι�N���M=ocm|nwa�9)��b</a:t></a:r><a:endParaRPr lang="en-GB"/></a:p><a:p><a:r><a:rPr lang="en-GB"/><a:t>�&lt;}GҙZ�*��H�S��!	&quot;�Y��S4�:�}���~y�#���� �ƣ�b�pI� �TSS�3���_x0000_�w������[�z�v��C�����fV�2�`�a�v��{S�g�</a:t></a:r><a:endParaRPr lang="en-GB"/></a:p><a:p><a:r><a:rPr lang="en-GB"/><a:t>�p��Af19W���4{��[�G�����_x0000_���I������g�|s_Q��u�g���7�s���K��4X��Bl=��[�me�0�_�[��6�_����EQ���jvh��c��B[m��܈�2����i���</a:t></a:r><a:endParaRPr lang="en-GB"/></a:p><a:p><a:r><a:rPr lang="en-GB"/><a:t>��1�3FR(H���R/�J�z�/d3mǀ����=����n���o��ޛ�</a:t></a:r><a:endParaRPr lang="en-GB"/></a:p><a:p><a:r><a:rPr lang="en-GB"/><a:t>}.���</a:t></a:r><a:endParaRPr lang="en-GB"/></a:p><a:p><a:r><a:rPr lang="en-GB"/><a:t>]&gt;=U,/P�dWdU������}5e��Ϡ�-_���[*G�xU}O�sƕ�����E_�y�_x0000_/탱�7�nͮ�xm��Ӗ߱-6O)ҽ&gt;�_��s;~��U/��o�..�baMOҖY|���u���j�ȧ�sL��#�&gt;i�.�d����G�(+��� yu����_x0000_����?��f��n�����2�&apos;���}v:��g��ڮ|Eco܌���) �h��ib*�</a:t></a:r><a:endParaRPr lang="en-GB"/></a:p><a:p><a:r><a:rPr lang="en-GB"/><a:t>�VF��:G4e0O@���%!�bM|��L�W����N��a]��?��ϪM�K�~*����t��</a:t></a:r><a:endParaRPr lang="en-GB"/></a:p><a:p><a:r><a:rPr lang="en-GB"/><a:t>eWbmL.�ĭ</a:t></a:r><a:endParaRPr lang="en-GB"/></a:p><a:p><a:r><a:rPr lang="en-GB"/><a:t>^ދuWI&lt;���3S�U��j����3D���2�����������WopUE�9�p&apos;8��r:ܛ����{��#,~]�x�&amp;��u�&lt;��$s�5�}K��a�a J����</a:t></a:r><a:endParaRPr lang="en-GB"/></a:p><a:p><a:r><a:rPr lang="en-GB"/><a:t>�n�ݴ�</a:t></a:r><a:endParaRPr lang="en-GB"/></a:p><a:p><a:r><a:rPr lang="en-GB"/><a:t>_۩&lt;���n:ԇ�����!��������~Bw~����M��~+</a:t></a:r><a:endParaRPr lang="en-GB"/></a:p><a:p><a:r><a:rPr lang="en-GB"/><a:t>���A��QǸLt��8�L�AB,�8ƕ����[���b�����Z-׉�&apos;�5�:���aR�#��j&amp;����`�g����`�:�T��!g���3�}m{��s7�����Gk���CY�_����&lt;ҝ|�����+��|�ڻ;���k�LorTE���{�7�&apos;�F�R:E����AM���qDQo�?_cͺ{V,���(8���Qv�y1����xB�2&quot;�_��~��Y��?�0����h7%��5I���ٚm�I�������6~1P�ͦ���-{�Zm���8�ˈ�Cٮv�弫Å}M/\u�t�I�׾W�?�{����fv�e�����묺�</a:t></a:r><a:endParaRPr lang="en-GB"/></a:p><a:p><a:r><a:rPr lang="en-GB"/><a:t>���u�v������}��j�i�2X�u��Sj�_x0000_߶�:��MIP_x0000_&lt;&gt;�:`u</a:t></a:r><a:endParaRPr lang="en-GB"/></a:p><a:p><a:r><a:rPr lang="en-GB"/><a:t>��I�&amp;b�ȱ?g�W1���2�_x0000_2��`����I����l�+���w_q��v�Mv��|�&amp;&lt;���Lb��F�*X]rG�0�W����{2����ω��z&lt;���m��8P	�wƀ5?�&lt;���}��S�g{|�쯆�Gzu��n��Rt��:�/�ۛ���3oV������5��,����?&gt;&apos;</a:t></a:r><a:endParaRPr lang="en-GB"/></a:p><a:p><a:r><a:rPr lang="en-GB"/><a:t>���9H|�$�7��]�P��CT���^&gt;g&gt;T�T�w{���,W_x0000_Pc-��ң��A4����C���2m͇��oWoz�.��&apos;wF�������Y�#�HP����&quot;�Q�D,xv��i��)�g��{+�hM���NA</a:t></a:r><a:endParaRPr lang="en-GB"/></a:p><a:p><a:r><a:rPr lang="en-GB"/><a:t>@�`h|��K�_x0000_��_x0000_�_x0000_7ϖ�S�S�&gt;$w7mo�����֋��v�fnL����f��	�����Y\�TU�&lt;�A</a:t></a:r><a:endParaRPr lang="en-GB"/></a:p><a:p><a:r><a:rPr lang="en-GB"/><a:t>V1��I6�V[�I�Z��ţ¨������}+�7�Կ�)�ƠV���I$�F�O*����_x0000__x0000_��^�_x0000_ 	�0���FE̓��S��c&lt;�-��&lt;���G�\FK��ѿ�ލ9���n5�_x0000_B?&gt;9z#�%�_x0000_ݸ����Gm�W���2�����1HH?���_x0000_��}�޽�����z��b�A�q����t��?c�[���\�t��kl�y�=|^�c�0�G�[�;_qPd�X&gt;��}��2��&apos;۶k#����35�X���&lt;��&quot;y�{�{�#��A�H����A�t�n�QSF&lt;?g�s���}��,;��</a:t></a:r><a:endParaRPr lang="en-GB"/></a:p><a:p><a:r><a:rPr lang="en-GB"/><a:t>ʕ���R���u�1yK��Ŝeǀ�ēa�9v)W�l���_x0000_�����yo�O�Ls��q�����?���������0uHt�N��\�N��������j�/�,:�ͪ1�r팝d�s%J�s�FnM��۶ŴqO���7}����</a:t></a:r><a:endParaRPr lang="en-GB"/></a:p><a:p><a:r><a:rPr lang="en-GB"/><a:t>j�</a:t></a:r><a:endParaRPr lang="en-GB"/></a:p><a:p><a:r><a:rPr lang="en-GB"/><a:t>P�\���/���#E����&quot;@�9vD�r�r�!ޙ-(�܂-q���Za=?£��(�7X��qF?�nO��O��=Sܛ��~�-�U]���&apos;�^��3J��_x0000_%����wX�L�7���A1�-=?�L�wZIi�7��m6�����_x0000_=iQ^��w��`)�P8�V���������9��a��?��|����x�o�������;�58��xͿ�+�&apos;4U��5��ځ���[�J�$�i�</a:t></a:r><a:endParaRPr lang="en-GB"/></a:p><a:p><a:r><a:rPr lang="en-GB"/><a:t>+�P+£��tM:^ܨ�K6��v�EhN@4 еhA��M��?�/���;�Pt�ɬ�l�^��{���;��/�ݝoMz�3�޾���^/&apos;�O�,\5�\ڃ�D��o�m�D;(F_x0000_ʜG���9�n��y�P2+��k�</a:t></a:r><a:endParaRPr lang="en-GB"/></a:p><a:p><a:r><a:rPr lang="en-GB"/><a:t>��O:��_x0000_</a:t></a:r><a:endParaRPr lang="en-GB"/></a:p><a:p><a:r><a:rPr lang="en-GB"/><a:t>R팥/򒃴�W�3�v��������[�5��}���+�(&gt;�%	zz�U_K)�{&quot;���w)`2��_x0000_�S�#�&gt;΄�����,�=�</a:t></a:r><a:endParaRPr lang="en-GB"/></a:p><a:p><a:r><a:rPr lang="en-GB"/><a:t>F��������Zq/O��͟�F�~�&amp;ܝ�ٽ��</a:t></a:r><a:endParaRPr lang="en-GB"/></a:p><a:p><a:r><a:rPr lang="en-GB"/><a:t>�V��-�{GsU�=��}eJ��A���sRm\~N�1D�,�U��.a��\G! �aMn_x0000_��C�:</a:t></a:r><a:endParaRPr lang="en-GB"/></a:p><a:p><a:r><a:rPr lang="en-GB"/><a:t>T�|��:Yn;��H٪�o�̞5����E;�&apos;��_x0000_���#���|���ޗ�]珫�؛k��&lt;7K��&quot;J�������$���x&gt;�&gt;�I:�a�F��ƥV��hs��S�O.�,���1:���Z��Bk�x֦�[���s���_x0000_��[�����dS���`? ;C�hz���j�lv��]�����	)!�1t�W�橨��Kȉ</a:t></a:r><a:endParaRPr lang="en-GB"/></a:p><a:p><a:r><a:rPr lang="en-GB"/><a:t>��dK�Q���</a:t></a:r><a:endParaRPr lang="en-GB"/></a:p><a:p><a:r><a:rPr lang="en-GB"/><a:t>J�p�&lt;q�ҋ{���V,Ex</a:t></a:r><a:endParaRPr lang="en-GB"/></a:p><a:p><a:r><a:rPr lang="en-GB"/><a:t>d�J�*�j�:���O�	���R��}��/�� �����6��1e1;�nT��x��?rm��h3��I)j&lt;�3,���?q̰�</a:t></a:r><a:endParaRPr lang="en-GB"/></a:p><a:p><a:r><a:rPr lang="en-GB"/><a:t>��r28��k����F$�\��Ѓ�I��|�:�k*?��|��_!��vr�;��մtQP�`��V������A�U������_x0000_D���_sە\���I��=(1�ԟ��Fm��j!V��wQSQ�����+�t����~w8O��ҽ����7�cO֟�.����m�mv2�(h�5���UP�f��Z�!��O4��dZxCg�XX���p����*=:�K$�&amp;sU4�H=��j��Pp�M�����&gt;u��C]&gt;ʨ��nߟx�ʮ��-�������Ï��j�(ꭗ$��n��[�t�_,v�&lt;1�_^�m7V��8�_x0000_����ë{�_x0000_��6�������%�&apos;pwfӮ�,���</a:t></a:r><a:endParaRPr lang="en-GB"/></a:p><a:p><a:r><a:rPr lang="en-GB"/><a:t>�*�1��fGa��͗�r�l�5�m^-f�Ñ��S)Sgohwk%Z0�o�+�p��_x0000_b�d��R$T~\)��I�jq8��_x0000_�����-н��{�����[���q|������N[���K��d3���;d</a:t></a:r><a:endParaRPr lang="en-GB"/></a:p><a:p><a:r><a:rPr lang="en-GB"/><a:t>����ņ�uCGL�v��/�R�)�O.#��?�&gt;�诘�M3;Ԋ�V�A���_x0000_�$z䞰�_x0000_%��3�Rm���sػ�l�q뿑�</a:t></a:r><a:endParaRPr lang="en-GB"/></a:p><a:p><a:r><a:rPr lang="en-GB"/><a:t>��b�I��?![����y�+v=.V����P�,#v�I��uY.�41D� �R��1ă��G�^���́X���</a:t></a:r><a:endParaRPr lang="en-GB"/></a:p><a:p><a:r><a:rPr lang="en-GB"/><a:t>Y��EA z���(+��T�_x0000_-��۽wЕ��U�&amp;</a:t></a:r><a:endParaRPr lang="en-GB"/></a:p><a:p><a:r><a:rPr lang="en-GB"/><a:t>Ö��L�(d��-֐�[�3`Y&apos;��=��$���OZ��!���b�C1�Z��S��3�:ts���Z����Rr�Ejj�ҡ��I_�_��_��=��*����?-&amp;��^��&apos;��yM�gX��XJ��P��5Q���ؼ=#x�R��q4�m��*���qZ��&lt;���)</a:t></a:r><a:endParaRPr lang="en-GB"/></a:p><a:p><a:r><a:rPr lang="en-GB"/><a:t>nWN.KV���W�&quot;���zcߘ������Am,V{vv�ǽ�SJ��hI�߃|��g��jť�IG՘�04�����0��O�x[m�l���2*</a:t></a:r><a:endParaRPr lang="en-GB"/></a:p><a:p><a:r><a:rPr lang="en-GB"/><a:t>3��J��N�i*�a�U+�B	�</a:t></a:r><a:endParaRPr lang="en-GB"/></a:p><a:p><a:r><a:rPr lang="en-GB"/><a:t>_Eo���v��?��������ݝ��k����&gt;ivV&gt;��f[�Yp�f���E#�:�\�uB�;J�1Q�������v���ը����:��	R	:���_x0000_3O�? :�����]��=�M����~թ�l�wo�.O��vEEU&gt;ق�]⦅b�i@�Y_x0000_����rY�)��H�U$���\Lo�A:��M(+L�ǯF��_������v^��`��=����qm��Gd��.��c�ڝ]</a:t></a:r><a:endParaRPr lang="en-GB"/></a:p><a:p><a:r><a:rPr lang="en-GB"/><a:t>!���꾂�q�+-���QQj�ً���{T+ᦒ���4����&amp;�ľM�qAJҦ���ytG?�o�����+7���&gt;G}�n������z��k3�h�</a:t></a:r><a:endParaRPr lang="en-GB"/></a:p><a:p><a:r><a:rPr lang="en-GB"/><a:t>�_x0000_��z=�ٛ7j䤫��5���j$���(���y�t*����P��G��OI����(�����G��}����3���������no���b`�^̓q�F&apos;}��Z`2�ɝɹ:�����GwOKN�a��N�J���M)ö���NO���t���O���I^����!G�&lt;HjXo�&amp;��w�+0;���/ht�o���?Uͽs5ۗ7�]��0</a:t></a:r><a:endParaRPr lang="en-GB"/></a:p><a:p><a:r><a:rPr lang="en-GB"/><a:t>��.��f��T�|�-&lt;���q��c��O���|���@S�G��~_1ҮXܯ#�	�jO�P�i]ZFS������_x0000_�g/���.��ϝ;�~GP�L�gd�MKW����ە����츫#�h��$L�H��I�4��H������4�</a:t></a:r><a:endParaRPr lang="en-GB"/></a:p><a:p><a:r><a:rPr lang="en-GB"/><a:t>2F}+C���&amp;\ͺn�</a:t></a:r><a:endParaRPr lang="en-GB"/></a:p><a:p><a:r><a:rPr lang="en-GB"/><a:t>_x0000_8�}�_x0000_FM5h�4�+V��SR�?�����_x0000_6.���=�3��n��ܹ�+��D�]t5[�q��&gt;�80</a:t></a:r><a:endParaRPr lang="en-GB"/></a:p><a:p><a:r><a:rPr lang="en-GB"/><a:t>�f�����r��U�D������}&amp;�H	T@� ��A5��-�nn�ֻT��3R�(4!r*A�t����G�G*j:�!ڻߪ{7`����b�����/��v^$��*?�,���%��#�Iatu zHRd����|���t�7&gt;�T$ք�c5��P���?P_�]���K����LF ����]���_x0000_�C�����XJj��YA�4u*Y��i@���������c����J;\�uh&apos;��CN �|�	#�:�F�:_�~�׺��u���{�{�^���׺��u���{�{�^���׺��u���{�{�^���׺��u���{���}/����{��V+�I�no�:Z��?Oi�et�#O�Q��O5�n�d{Mu��&gt;�v�Jm�nJ��Y˰:JF]��-����fd_��5��Q��kO���/����D�~��*(c,[x��UMن�����X�_x0000_H�6��omtX\���S��ytGw�ܽe&quot;�&lt;bV��χ</a:t></a:r><a:endParaRPr lang="en-GB"/></a:p><a:p><a:r><a:rPr lang="en-GB"/><a:t>M@�:����_x0000_�_x0000_�_x0000_.}�QQ��[��;�)N�,�u�\e)�(�-gt�</a:t></a:r><a:endParaRPr lang="en-GB"/></a:p><a:p><a:r><a:rPr lang="en-GB"/><a:t>�}D�O�G�_@|�A�z-nsF��ڱ�_x0000_F�|�P�_x0000_&gt;���|ݳ�Ѷ��_��;ou�*� ���(5~�MT9&apos;��`��hd�D���xUU5��{ry�Ke;{</a:t></a:r><a:endParaRPr lang="en-GB"/></a:p><a:p><a:r><a:rPr lang="en-GB"/><a:t>&apos;�B&gt;.&quot;�4���o9��°�x�v�c�B�i�f�&amp;�=|��}w�{[�����K�~Vw�Ԯ���悲�km���U���*SSd+!&amp;��4ZX�S�l��]�&lt;�%�5��������_x0000_������n�o��M_x0000_���U��ϫ=R�X,I$�_x0000_�hGҌ��]�_x0000_��eN</a:t></a:r><a:endParaRPr lang="en-GB"/></a:p><a:p><a:r><a:rPr lang="en-GB"/><a:t>��j~�8�8���_x0000_��=s�_x0000_}�����?]�H��L}B$��8���Hǉ��X���RX�L�/���{Uj�dV�:Mq�m1&quot;�!����k&gt;���;&lt;	V��;.�3A��}o�rTѤk�V4�ū�����/�C�&lt;���Q���&quot;��=s�v�f��</a:t></a:r><a:endParaRPr lang="en-GB"/></a:p><a:p><a:r><a:rPr lang="en-GB"/><a:t>W_��ua�_x0000_-�m����iu�7Q`�C</a:t></a:r><a:endParaRPr lang="en-GB"/></a:p><a:p><a:r><a:rPr lang="en-GB"/><a:t>&lt;�SWE����v�ʒ,�)�_x0000_�=�W(���1��	���5�S�5~αg��K~e1IڦV��\�a����{��(�|���¥k$�n��=�QUyVz�Ű�k�d���=����NgE��bQ@���2�K���&apos;��؟Vր�TS��_x0000_��������ǲD�	���G��1����uT�������`|��m*?�߽#�ٿ&apos;6V�,�����|�G拓�.6�$���+��_؛���|���A��v~t���m��W���_����������S��m��{UO&quot;MK5����ȧ��8x��ta��{�w7�|�&gt;^���:�6I�� �����R3���UIL��� ���W�m�iAӛ�	bj��7�)��i���ύ�P�7����`�\DL�z˱3�]�מ</a:t></a:r><a:endParaRPr lang="en-GB"/></a:p><a:p><a:r><a:rPr lang="en-GB"/><a:t>c�p=&gt;���K���nq%�MJb����N���{���A�A�U�W��/~I�)&lt;����ފ�BvGiu�Nl��`v��_x0000_��i��Q4��߾�#km�dj����3sC��}F���{�G�����g��?;먻�	��Ŕ�uw`�}�O�p��ȜL�C_x0000_���{��O�&apos;�����qk�qo~��&amp;�&amp;���6��!��^����;o�wg���g��\N�|����uR+%=4d�#M���t����4�%����O�&gt;�׺��=J��3�\\���?�r}��u�)p�K_x0000_yH��2�?����S;B�Fe_(jK��_x0000_-����^�!u���}w&lt;/���ߺ�\���E%	V0 X�_x0000_� s��{����g��</a:t></a:r><a:endParaRPr lang="en-GB"/></a:p><a:p><a:r><a:rPr lang="en-GB"/><a:t>�Q���&gt;���k����&gt;k��`�I����d�UKK�#��8�h������{��#��)�^xmW���_x0000_?����u؞b�,e�22�]J�����.8�_x0000_c��{����ֿVQk����_x0000_O~��@��J</a:t></a:r><a:endParaRPr lang="en-GB"/></a:p><a:p><a:r><a:rPr lang="en-GB"/><a:t>�g+��b�U9&lt;�O)[M����he�����d�bPZId`�,l�u�`7t�{�l�1�o��&quot;���pY*&lt;�/A:낷��w��&apos;^VH�������)��Х��&amp;�um�7�[Y�1{F|�&gt;-͒���ZZ��IT԰����cV 3��{�?�u���{�{�^���׺����ߺ�^��׽��u�~��{ߺ�^��׽��u�~��{ߺ�^��׽��u�~��{ߺ�^��׽��u�~��{ߺ�^��׽��u�~��{ߺ�^��׽��u�~��{ߺ�^���0i��7�_x0000_ks�ƚiמ�(�z���Q瞃�Z��Z�,�d~Gv�ǯ��p���Y(����pQ�j�O��훆T]D��`��S����%�</a:t></a:r><a:endParaRPr lang="en-GB"/></a:p><a:p><a:r><a:rPr lang="en-GB"/><a:t>Џ�QG�s���6�m�]�B����6�P�G��A���08�������������_x0000_�u:���o�D�q�Ǹ���ʚ��WW!&lt;p��Qɝʼ�h�´�Z���</a:t></a:r><a:endParaRPr lang="en-GB"/></a:p><a:p><a:r><a:rPr lang="en-GB"/><a:t>��1&apos;�J��=�{+F5�jG���䰶�;xj�T?�$R��5�_x0000_U�����j�忳;kq���3�_%&gt;MgkT^l��O��~ݩ�S̢LI���_x0000_B���|�w���GB���5�j�~ʚ�zq�7�O�I*ԫ1 ��X����</a:t></a:r><a:endParaRPr lang="en-GB"/></a:p><a:p><a:r><a:rPr lang="en-GB"/><a:t>����p.�{	��YiCSN}�ܚW?�=v�_x0000_I���_x0000_z����</a:t></a:r><a:endParaRPr lang="en-GB"/></a:p><a:p><a:r><a:rPr lang="en-GB"/><a:t>�A�LuX��S(����!�g���^&apos;</a:t></a:r><a:endParaRPr lang="en-GB"/></a:p><a:p><a:r><a:rPr lang="en-GB"/><a:t>���Ts�L����k@+Q�7L�4�#��kۣ�7.�؟)�&gt;Ȓ&lt;�u|��b�_x0000_,��J�	�M��=�.֤�3�h��	���!�n_x0000_3f�d��u����mon�b���]����p�Jи&gt;]f�&quot;��c�g���~�]N���-��83�+���E</a:t></a:r><a:endParaRPr lang="en-GB"/></a:p><a:p><a:r><a:rPr lang="en-GB"/><a:t>��j��S����	�6g����j���J]��~R�p&amp;����w6+���D��u��|�bY@�2F��y+n�{���t�1ɪ��X�vWU	E#�Ҵ�q�R��.Ӛ�ݭ�����	&lt;Ffx�WO���e </a:t></a:r><a:endParaRPr lang="en-GB"/></a:p><a:p><a:r><a:rPr lang="en-GB"/><a:t>��Ѥ���ʿ�GɬU	*h�?�L;�3��_x0000_�((v����G</a:t></a:r><a:endParaRPr lang="en-GB"/></a:p><a:p><a:r><a:rPr lang="en-GB"/><a:t>�y)�qtt���2����s�0����nh��&lt;</a:t></a:r><a:endParaRPr lang="en-GB"/></a:p><a:p><a:r><a:rPr lang="en-GB"/><a:t>EAd(l�ź�%�-4Z�%�?�:���b1����x,3��`�6+���T��6E�W[[�s���۬�L|G�����Y���ų,;x</a:t></a:r><a:endParaRPr lang="en-GB"/></a:p><a:p><a:r><a:rPr lang="en-GB"/><a:t>0�)��p��Ӊ�_x0000_^�_x0000_��_x0000_{���!����AԊ�&apos;������_x0000_��_x0000__t&apos;OŎ�X���5&apos;����&lt;���H�&apos;���_x0000__۱�$؈�tۆO�t�����&lt;�Ej@�`��Ռ����&amp;�ԑ��~��cN��/k�g����W����C�m��x?Ol�z�ڣ�����Ӷe��8��Q����u�|��Uw�Lb�3�ϡI���ڏ��6�ސV�)��(�۶�E�a�?�MMRXx�$r�7O�i�m95-Zf����&lt;:�=����p���o�_x0000_r�!�PX��_x0000_2�Y&apos;�*B��i��o����Nu��?�	�?|�������K�&quot;Π���䎺O�ۗ4�(�?���ܲh7UO���2�B�Y�����OOrG=6쟺y�N�,L��D~,��F�g�XӺ�s�`�Z0:�d�H`�&gt;�ß���</a:t></a:r><a:endParaRPr lang="en-GB"/></a:p><a:p><a:r><a:rPr lang="en-GB"/><a:t>SL9��}t~�O���8���?�Oˮ.iSq�sd?�Q��n@Y���K��i�q_^�?��o�^��=����oJ	��奢���ٻ΅�%���7Q~����zbA��أ�����k�B��@_x0000_�S^�=�n[m�_x0000_f����x���`�</a:t></a:r><a:endParaRPr lang="en-GB"/></a:p><a:p><a:r><a:rPr lang="en-GB"/><a:t>�8�=T�������a�ʫ��ڪ����_~���O	���_x0000_J8����}�v��n���i0sN�0���Tc�@�ڂ2</a:t></a:r><a:endParaRPr lang="en-GB"/></a:p><a:p><a:r><a:rPr lang="en-GB"/><a:t>�9���!9_x0000_�O2MMG</a:t></a:r><a:endParaRPr lang="en-GB"/></a:p><a:p><a:r><a:rPr lang="en-GB"/><a:t>}�b�Y��Ӯ�%&apos;�F����S\1��	�%�����_x0000_�o��U;{���m���\.ܯj����؈�&gt;*0�\�&lt;ƅU�����fG@,�.߇�g��</a:t></a:r><a:endParaRPr lang="en-GB"/></a:p><a:p><a:r><a:rPr lang="en-GB"/><a:t>`�qƊ��6|����)s�s9�?�r(�IC�N=�LR�_x0000_6���	�{��b|����ώ�;��$ȫc%n1�#b@YI��_x0000_��&apos;��i�_x0000_�:����BE��R��	��_x0000_S�&gt;��s�3�]����5&apos;�</a:t></a:r><a:endParaRPr lang="en-GB"/></a:p><a:p><a:r><a:rPr lang="en-GB"/><a:t>������hIS��c1���YYA��l��1D��=-�O������6[;���t�$p#=�&gt;���ty�w���g(I�5iQJwTRBs��N:�����6�Xwb���7z���Z3M�}˛��JF;%S�F�m���3լsTE�:��i���1�:�Ha�`�gˇDi��2��������i_����_x0000_x�{B���aN�	D��s�ˮ��z�^���׽��u�~��{ߺ�Y��_x0000_���_x0000_-��_x0000_�����z�x����_x0000_�����c%����_x0000_9s�*ߧ[,��_�൉��3o��d�|�uojr����1ٿ���c�}�W��=-f�ٻ[r��Q�u��</a:t></a:r><a:endParaRPr lang="en-GB"/></a:p><a:p><a:r><a:rPr lang="en-GB"/><a:t>���T4�Y������&gt;����5��T�AE|��&gt;��=��4P�N���F¿���@� ���$�_��+�5�vi��#�1�]%XRd7_x0000_��Ƿ���&quot;</a:t></a:r><a:endParaRPr lang="en-GB"/></a:p><a:p><a:r><a:rPr lang="en-GB"/><a:t>`�������K��*;z��X��8�fO�=5�&gt;&lt;t�K|}��L�ci���۽y�2��Z6���Xz)~ҷ+</a:t></a:r><a:endParaRPr lang="en-GB"/></a:p><a:p><a:r><a:rPr lang="en-GB"/><a:t>�,���[���Pۜד�WNx���,����e&lt;�kg�I�xS�W�������]g�{���l�ݐ�Y���_x0000_�ۛ��I��J�-_vH���TT+&quot;��+#\r	_Ϲ;%�&lt;�����Y�M��J���jZ��q��唗�s5����OE���M&gt;&lt;d�_x0000_i����_x0000_!���$���H���0��K��Κ�P�_x0000_</a:t></a:r><a:endParaRPr lang="en-GB"/></a:p><a:p><a:r><a:rPr lang="en-GB"/><a:t>_x0000_��_x0000_�_x0000_&apos;R�ӷ��m�݀��5p551&apos;����&apos;&lt;z�sz�f�����ʠ�K��K��ksR�ЬPo</a:t></a:r><a:endParaRPr lang="en-GB"/></a:p><a:p><a:r><a:rPr lang="en-GB"/><a:t>�)�wL�</a:t></a:r><a:endParaRPr lang="en-GB"/></a:p><a:p><a:r><a:rPr lang="en-GB"/><a:t>�����H��.�u�����&quot;B*H_����D{��bc�h(k�H&gt;d�*~}m�����_x0000_���es��U��_x0000_d�1F�i^Z��خ��R�w��f�tA�����~9#M�rE��[_x0000_|��K	~_�K2�~�?�W�y�$D楞%������0;�k�6#���}����_x0000_\�~��ܺ)�T��?���_���7&quot;%Z=���We�)������&amp;#3QF�_x0000_�%����x%�/{�gc�E�	X!�1Bq����������T��b+�O.���P�q����\|ڻG/)��f��AM���~Ϣ�yoL�Oۨ�y$�����)/zx�`�F�����^58&amp;�sQ���]��9!T�8-0_x0000__x0000_Tz���M:��=ջV]��{����w�:����*aU����h�&amp;/Q[SI��&quot;�א��Q:���;��cSL��&lt;����_x0000_h?g�A�o�8�� M5���Zji�ĂYF�O�Gs�_x0000_���F�?.0�4��z�</a:t></a:r><a:endParaRPr lang="en-GB"/></a:p><a:p><a:r><a:rPr lang="en-GB"/><a:t>��m�����%Cr���/�z{��f-�җ�&lt;�iy����j�74����%��Xn�</a:t></a:r><a:endParaRPr lang="en-GB"/></a:p><a:p><a:r><a:rPr lang="en-GB"/><a:t>��Ǳ�����`��T=�W��ȏ5q�N��[6E}�׌�K��q,^��H���&lt;�5��?�`I��_x0000_�</a:t></a:r><a:endParaRPr lang="en-GB"/></a:p><a:p><a:r><a:rPr lang="en-GB"/><a:t>�h�X�-��a�4�_x0000_1��_x0000_&gt;޾R�_x0000_����|� ��tUU�X�_x0000__x0000_��:~����&lt;�u`il�xk�_x0000_/Q6�n�?D��z�|�:��?v}��r��n�_x0000_�#i&apos;�����z���A�0h�z�����&apos;�?���,F��c�.g��p9�c������L���-WF��QZ:�@�A��{���ƚp�_x0000_V1�c����Ruc��+������y��%��dg��u��bI+��vJ�䑣X��</a:t></a:r><a:endParaRPr lang="en-GB"/></a:p><a:p><a:r><a:rPr lang="en-GB"/><a:t>+G&gt;��ܦ��ƀ�&apos;������]L�KigcEA�P_x0000_P)瀼5ɮ��֛�/���</a:t></a:r><a:endParaRPr lang="en-GB"/></a:p><a:p><a:r><a:rPr lang="en-GB"/><a:t>��ߛ��+�_x0000_���C�z�x�!�N�ߝQ�(���H2R˹1�J��|����d�f�+5U&lt;KUxZB���V;T���\�&lt;�y�+O^9�@�3��a��1|cu*���М�9�Q�#�7o�R���f����_x0000_��]�����	��O�r��r÷r1��W�l��R����l,�I��[����I�ş�7���\��-���m�][��ĤR�@ā�i�&lt;��T3��i����ª����U�</a:t></a:r><a:endParaRPr lang="en-GB"/></a:p><a:p><a:r><a:rPr lang="en-GB"/><a:t>\��o�ir�ۣ�����D��+*��Qǳ+��=��j��O�LmO&amp;�!Oι�Ǐ�O�Ǉ[��Í��&quot;�O�7�� ^��R��_x0000_���ge�/[O��_x0000_Ɏ�y��A�DRWÆ������_x0000_�n�_x0000_�=|���-�_R_x0000_ےs�G2�_x0000_n?ҏ���*H�	��y�_x0000_���rF�����}�S���_x0000_��5U�!�W�+�/����_x0000_�3���s����#,51�K���������ڟ)����Sd���^���r,�M��	���X�፪�%��x���2����Q�mJ䁁������3n�&apos;��xc��.��9/�I���W�s?.Yi�j��d���T�CC	S6�f���ok{��SD�%*B�+L�#�C�yB��,���u1*YA�$��$�D����(�(�Z?zc��4仾�y��~���޸ۇ�m�_x0000_rks����b�&lt;3��^]��l���ٹ5�&lt;B5T�q�</a:t></a:r><a:endParaRPr lang="en-GB"/></a:p><a:p><a:r><a:rPr lang="en-GB"/><a:t>x���]�|���f</a:t></a:r><a:endParaRPr lang="en-GB"/></a:p><a:p><a:r><a:rPr lang="en-GB"/><a:t>�jX�&amp;a�妿��A�_x0000_�����S�=�ОMKx��])�P_��T~}��MfVa�_x0000_&lt;|Ê��~]#��b��������02zԣ�w����_x0000_5;���ة�u��No��Y�s��9Xw�Q�Jz�m����e����BQ�Oy0D�����]�T0�G�~�_��u�r_��n��;�</a:t></a:r><a:endParaRPr lang="en-GB"/></a:p><a:p><a:r><a:rPr lang="en-GB"/><a:t>8�R_x0000_3�����_x0000_</a:t></a:r><a:endParaRPr lang="en-GB"/></a:p><a:p><a:r><a:rPr lang="en-GB"/><a:t>G�{�IO�iM8���8&gt;�DpS���)i�ii�ȄX�5D_x0000_��mm!��&gt;*5( �Ǘ�x�j��V`��l�_x0000_�U�QBx�O�&gt;�Q��������&gt;E�~O�&apos;č�{&apos;r�6�*�e��v���6�Č##Q�����j�$9�C��Z��b����+p�G�)���ϤMe�O�</a:t></a:r><a:endParaRPr lang="en-GB"/></a:p><a:p><a:r><a:rPr lang="en-GB"/><a:t>��$#3ƣ�&amp;��e��&gt;��JW�j]��m�ق��n��`�&gt;�����6c?��T9nB8���AGH�F�C!�=�ms�_x0000_�i�dzͩ����s���:������&gt;_��AO�#n���C�my�9jW���Ӎ_��}�[UV�1&apos;�4��E��ڎe��]h3C�Ç�&amp;����2f��t��.4������,Z�)&gt;5|&amp;ʘbZ�&gt;��t�B7��</a:t></a:r><a:endParaRPr lang="en-GB"/></a:p><a:p><a:r><a:rPr lang="en-GB"/><a:t>��eL&quot;vXH�vK�Z�k�iyYL��W� V�� ��΍�ʑ*hJG����_��ғ��AH~���Jjxjr&amp;�%]R���ֳ�SSe�TZX���&gt;�F-�o~��hJH��&lt;�?*��:Oɒ���k�_x0000_���_P1_!�����I&apos;����C(B�����</a:t></a:r><a:endParaRPr lang="en-GB"/></a:p><a:p><a:r><a:rPr lang="en-GB"/><a:t>GX�N�ɖa˅%�JxU�S�f�,����</a:t></a:r><a:endParaRPr lang="en-GB"/></a:p><a:p><a:r><a:rPr lang="en-GB"/><a:t>�_���_x0000_?E��E���*S�q����x�����v[e����\���ܩ�</a:t></a:r><a:endParaRPr lang="en-GB"/></a:p><a:p><a:r><a:rPr lang="en-GB"/><a:t>KS�j����.&lt;Q�H��(U</a:t></a:r><a:endParaRPr lang="en-GB"/></a:p><a:p><a:r><a:rPr lang="en-GB"/><a:t>����ı�8���zz�{�r���j1\R�K0</a:t></a:r><a:endParaRPr lang="en-GB"/></a:p><a:p><a:r><a:rPr lang="en-GB"/><a:t>��5hE~]S��?�RO�&gt;��:����]��=�����N�.���_)���)�Scc(r�������!\�R|^���=�]�b���j0A�H_x0000_�$PT�$2n���mƬ�EFI5��5 �)Α����o��_x0000_</a:t></a:r><a:endParaRPr lang="en-GB"/></a:p><a:p><a:r><a:rPr lang="en-GB"/><a:t>*�������럋0����=ѹ6OA��v���X����o}��]=%M,,�AK*5`</a:t></a:r><a:endParaRPr lang="en-GB"/></a:p><a:p><a:r><a:rPr lang="en-GB"/><a:t>� ��E����H������B8�ҽ55��3�@��\����</a:t></a:r><a:endParaRPr lang="en-GB"/></a:p><a:p><a:r><a:rPr lang="en-GB"/><a:t>hiJ�^��,��ݰ��K������_x0000_G�&quot;��_x0000_����O�3</a:t></a:r><a:endParaRPr lang="en-GB"/></a:p><a:p><a:r><a:rPr lang="en-GB"/><a:t>g���^=k��3rT�q�&lt;���_x0000_�X�)���q������h�	�m@�4�|���y�@�i�y�_x0000_�n���H,����+v��4������V���{�1�PW5�4��O�W�i��&apos;�d�=k��_x0000_</a:t></a:r><a:endParaRPr lang="en-GB"/></a:p><a:p><a:r><a:rPr lang="en-GB"/><a:t>�޹����{��Y�׽gԻ&apos;kR�d����=3�ZX��L�Uӻ2X�}���u�jH��S�t�b~��*��M_�:���6�����?�m�����Dm���ɈX�\����ngq��`</a:t></a:r><a:endParaRPr lang="en-GB"/></a:p><a:p><a:r><a:rPr lang="en-GB"/><a:t>�5�8Q</a:t></a:r><a:endParaRPr lang="en-GB"/></a:p><a:p><a:r><a:rPr lang="en-GB"/><a:t>�%G6P=�����NMhMA$��\_x0000__x0000_ᎆ�����a�����@},đBk�V�+&apos;�����V�O~��&apos;vu�m�O�r*����|�&apos;vbp[���$�%]�.W ǖ{�Z�T⧁������ķ�|8��Ђ�</a:t></a:r><a:endParaRPr lang="en-GB"/></a:p><a:p><a:r><a:rPr lang="en-GB"/><a:t>�+P�$�</a:t></a:r><a:endParaRPr lang="en-GB"/></a:p><a:p><a:r><a:rPr lang="en-GB"/><a:t>��`TR��[�5��ᏸ~n�ٚw�Y.��m�.8�抟pbwFGO���}	$��F�Ā�H�u��!`~f�^C�����G��QH�N�O�P&gt;�ָ�͝U���� ��#���uqivO�VG?B~��_x0000_^}��O�iiA��~��~�G���5���_]m�MO��t)7�ǲp��F��o&amp;TR�ĀG8�hK*�&quot;���5�D�&gt;U=Hnڶ֤TԢ�O�f�o_!��8�s�_x0000_4ߌ�Z�*:�_�;�}��Uut�4��OJ��Bˡ�e�#�Ǳ�����B��G��_x0000_</a:t></a:r><a:endParaRPr lang="en-GB"/></a:p><a:p><a:r><a:rPr lang="en-GB"/><a:t>k�����iy����̚��&apos;���ȡ��_�D���F�_x0000_��)ңET5QE�j䧊��PCh[4@��V��q�$W�������+s`vT&quot;1QO!�$q��_x0000_g_3o�N�����5:�︄�$� �yA$2��&quot;��ǹ�(N�pe�P�V���p&lt;A?���k�h�D&apos;��鏋��(=oK���_������r|����?-~E�����Xn����Z-������v���U=�e�i�h�ij�IQ�;(Oh�5�$�-M�	�1ƃ�=F���هd�xD�QKn��5��</a:t></a:r><a:endParaRPr lang="en-GB"/></a:p><a:p><a:r><a:rPr lang="en-GB"/><a:t>ATZkA�?�F�ͣ��`/כ?eb�/ƽ��T�V&lt;����b����B�1�d��Y�{܏f7�u��/&amp;���y�?���	A�_]Jl�Բ�F������h�z���q]��5�V�w2</a:t></a:r><a:endParaRPr lang="en-GB"/></a:p><a:p><a:r><a:rPr lang="en-GB"/><a:t>-׍�)�����3b��+���\��eai��b��QCIX1��/��&quot;+9m倔`j΄��#�&lt;�EW�G9]$��TѼ�3�&gt;g����u�_x0000_�S�_x0000_/��VN��_x0000_�8��ƻڑ��U��Ի�E�s�x�Z~�Ւ�O��^���׽��u�~��{ߺ�^��׽��u�~��{ߺ�^��׽��u�~��{ߺ�^��׽�u�p�_�&gt;���0�OU,�&lt;z�Hį���S�&lt;������a� Ĉ[H&quot;�]�uP�U��_x0000_���T����M��_x0000_�����Bo�</a:t></a:r><a:endParaRPr lang="en-GB"/></a:p><a:p><a:r><a:rPr lang="en-GB"/><a:t>���I(��W�M�0�jB�J��%Q���-@���l6-!�](�dc��_x0000_��瘬�G�+������s^</a:t></a:r><a:endParaRPr lang="en-GB"/></a:p><a:p><a:r><a:rPr lang="en-GB"/><a:t>G�־9��?���Vd��6�� ��UQ62.��rӶ���ɎZ��U</a:t></a:r><a:endParaRPr lang="en-GB"/></a:p><a:p><a:r><a:rPr lang="en-GB"/><a:t>���0ڨ6��`�TM���ܻc��&quot;Y(1���?��;V����w�[	�M�Z_x0000_Zp��gο��V�_x0000_%��X:����M��*�f5�|�����6!���Ԙ�i��ȥ�!��b���C���=M�Jb�:�VfP</a:t></a:r><a:endParaRPr lang="en-GB"/></a:p><a:p><a:r><a:rPr lang="en-GB"/><a:t>�0H��a���ڭa׸G�H�lБN#�q�=Y�����)��zӢz�h�&quot;$qT�l|.G/v[���e�z��?H��M���Z��/��^�_ʟ��оӖyv�(��_x0000_��_��t3�MTP}�5&amp;��M֒�����[���_x0000_���y�-%��7�b*@5��f�T���v��]�E��:�8��_x0000_W�( �`���6@��-va˟����D�D��u8y����K���]�|��_x0000_&apos;ˮ_��?��=�R�w</a:t></a:r><a:endParaRPr lang="en-GB"/></a:p><a:p><a:r><a:rPr lang="en-GB"/><a:t>�����</a:t></a:r><a:endParaRPr lang="en-GB"/></a:p><a:p><a:r><a:rPr lang="en-GB"/><a:t>�&lt;�׽۫u&quot;�䊷�D1�H��t	���o����X�</a:t></a:r><a:endParaRPr lang="en-GB"/></a:p><a:p><a:r><a:rPr lang="en-GB"/><a:t>�ѺS�I�����[O��P���z���ަ����� Y��_x0000_p�Q��_x0000_��F_�#���,9PNܨSP1�����m��Ǿ�V�8���{�q��ѐ��_x0000_J��UIɾ&gt;2E��v&gt;H����u[Q����%��_xŸ�{/&lt;Mq{�H��`1W&apos;�:�صm��4sv*�����T�o�䓽��F|�5s�S��t&amp;/b��^�V��j�fJ�9��J4��,=����p3+����3H(sP�}����R[P�IȊۧZrܢ��d��qo�����</a:t></a:r><a:endParaRPr lang="en-GB"/></a:p><a:p><a:r><a:rPr lang="en-GB"/><a:t>#�#���t7]�=|����z��=aٽ=��[�}{���2&amp;@���jUmj�+�:R�2��k_����~��Hԑ�o�����A:�#���*:�����5}���~&quot;�[�S=�;5�{�*�f����&amp;����S �3ɉS�����{���Hf�v�~j@ �`�|���Jl#q��g�ш&apos;� ���g�Ѩp���)�O$2JO�k����q�K1.���k���\kh:���4��2�</a:t></a:r><a:endParaRPr lang="en-GB"/></a:p><a:p><a:r><a:rPr lang="en-GB"/><a:t>w�N�=����gd��������1��fO��y�[ֶ7�]�T{��Zo�#�;�a��v��-V��#H~T��W�	�Q�b�!n.�������8�Bn�5��^?��M����o��W�_�����ٲ�v��}�W�X��3=Y������k��|u</a:t></a:r><a:endParaRPr lang="en-GB"/></a:p><a:p><a:r><a:rPr lang="en-GB"/><a:t>��i��&quot;�tdna�@�*:�I�����g���&amp;����N����#��ڟ��;l�������S�*0�_x0000_���ݽ)Y��U�5qVÎ��Y�7�Ӽ{��\7��;��W{0~��n��w�ϔ����&apos;;Y��v7����sg�rT��ES��J^?ԊN���ּ_�G�����������W�hw�����޽�=;�3y�c{Tt&apos;ofpX:</a:t></a:r><a:endParaRPr lang="en-GB"/></a:p><a:p><a:r><a:rPr lang="en-GB"/><a:t>���ӏ���@DI$H&amp;W���׺�������?(?�7ď�]c����k�Ϗ{�&gt;;w�������I&lt;�oם�C�����G�jw��-��$sto��׺�����\ݝ��G�����G�&lt;�.ӫ�?���:�w��l*f�,]1A���1ǃ�.)�s!P �P4	(��{�|�_x0000_==χ�U���v����O`|���_x0000_{���I=v3q�ٕ}k�(��y᠖��t&gt;m�,�$I��A[7��F+y���h�e��de77�����?��~��ސ�nɯܽW�=g[��7/`����:g���hrQ�Ĥ��S��U���^���</a:t></a:r><a:endParaRPr lang="en-GB"/></a:p><a:p><a:r><a:rPr lang="en-GB"/><a:t>����sm�_x0000_���#��4m���}7�{��{��g�nƪ�ud�6�_x0000_em</a:t></a:r><a:endParaRPr lang="en-GB"/></a:p><a:p><a:r><a:rPr lang="en-GB"/><a:t>�6WU�SKP�C&quot;�*곔�^��?���3�;�;��_x0000_�߄�	���s�~���;�</a:t></a:r><a:endParaRPr lang="en-GB"/></a:p><a:p><a:r><a:rPr lang="en-GB"/><a:t>�/�n��j�1���zgom�9��&gt;▸`���$�m</a:t></a:r><a:endParaRPr lang="en-GB"/></a:p><a:p><a:r><a:rPr lang="en-GB"/><a:t>*+�&apos;�{�tS���7uvW�y�[?%~�a�������;)�����=/RR�jnNۋp�����������)�m+����*�&apos;����_x0000_p�}׺����h*����b&gt;ct&apos;Kl�_x0000_���1U���U7��;ҽٰkv^Spᤎ�q�E��Nk1�g�Y)IU��5���׺(�����	6o�B��^_����m���}l���Y�Jn}����b3=��1��WI�y**&apos;���*^����α����{��#��{�/��~.~�����ٽ��A�7�x�L��鎇�L�L8���w�m�Z��G)���(h�X������?���@����ϲ����_x0000_����m�����3u��g�6����_x0000_)~;�M�U���{sr��S�h���as�uԂX��vG��A���f;�k|\�U��:��ϓ�4�;R�/[|��\�����6v���׼�6�L����2Rc)��Z���[��8��^�����w���D?��;�뾣�&gt;��]]���ޙ-��]��s����ｃ6㥣�c䧨5�̖.�4�K������u�X �</a:t></a:r><a:endParaRPr lang="en-GB"/></a:p><a:p><a:r><a:rPr lang="en-GB"/><a:t>�_x0000_�׺�ߺ�^��׽��u����ߺ�^��׽��u�~��{ߺ�^��׽��u�~��{ߺ�^��׽��u�~��{ߺ�^��׽��u�~��{ߺ�^��׽��u�~��{ߺ�^��׽��u�~��{ߺ�^���3�o�ӟ����{�UZ�o˪�tU{v�����CW���_x0000_�kֻ�?C&quot;�j�?�Nc�&apos;��ԥ#�7P��Y�-Px�?2T���h�x$a����&apos;���X]MG���֓�]T�Mqk�L��%��_x0000_���W�V��}x���_x0000_�G���=�]�&apos;L������ԕ[�|��j��_k����^��S���J���ay��r�3����_x0000_z:��o5���Ҧ��R�&quot;?.�����G�~|,���a�\���X�%�O�#bQ���1/</a:t></a:r><a:endParaRPr lang="en-GB"/></a:p><a:p><a:r><a:rPr lang="en-GB"/><a:t>�ջ���d����_�/�&apos;�x�����ތ-�Ў�</a:t></a:r><a:endParaRPr lang="en-GB"/></a:p><a:p><a:r><a:rPr lang="en-GB"/><a:t>#�</a:t></a:r><a:endParaRPr lang="en-GB"/></a:p><a:p><a:r><a:rPr lang="en-GB"/><a:t>�}ƿ��V�&apos;������AчϬ-�?��?���m�/˪��m�&lt;�Aqxl�L�</a:t></a:r><a:endParaRPr lang="en-GB"/></a:p><a:p><a:r><a:rPr lang="en-GB"/><a:t>��g��e$i��	UT��u��_x0000_b-��j���O�	��X!�����Y�)fٻ��v�jݟ�kj��/\�z3�!&gt;BvF[7��b$�4������Ƥw?AϹ_x�q}e�������P(3N�f-�yt�w�S�</a:t></a:r><a:endParaRPr lang="en-GB"/></a:p><a:p><a:r><a:rPr lang="en-GB"/><a:t>�i���x����1���ev��:���� OK���t�MV�]@�vv��.���L��~�ޟ��&apos;��ՍIRd#�&lt;m��d��]��ߖ\i�UD����M2ğ&gt;�m�m���Y�c��R0i^�Wը���[d�_x0000_,O�)��צ��4��S���h�Td)��S��-�&lt;�vQ��2�&lt;A��&lt;�}C�0s735��Z��Gt��ʏ�:�Oi�4�tW4�D��Ue�_x0000_�&gt;�0��J�\�ҌJ</a:t></a:r><a:endParaRPr lang="en-GB"/></a:p><a:p><a:r><a:rPr lang="en-GB"/><a:t>F�P������_�ԡ0crQMiA�:�k���?��Qv�t��V{u@I�!�{a�f�������</a:t></a:r><a:endParaRPr lang="en-GB"/></a:p><a:p><a:r><a:rPr lang="en-GB"/><a:t>����Ws�j�A��i�!BK4�T���Bl4�?�ڥ��EI�?�������B�iO�8t</a:t></a:r><a:endParaRPr lang="en-GB"/></a:p><a:p><a:r><a:rPr lang="en-GB"/><a:t>�O�ߋ(k28&gt;��}���,�en�U��_�N�A�!�Q-��L]��J��{����5�:~`�u&apos;�;=��QXj��?���p�&apos;Պ$�@%�&apos;�-�O�L.��h�o�|��O,ׁ��Ms�=�v�8��1�d��B&gt;�O���$���t�^�e���:��^�Sf4���䈰�6Sp��!���A</a:t></a:r><a:endParaRPr lang="en-GB"/></a:p><a:p><a:r><a:rPr lang="en-GB"/><a:t>k{�Ԇ)j0k�~��&amp;�U���wQ�w�~��s�ݑ�˿h���^O�� ����ET�����OF��?1(O���O; ��9���m�&amp;�cO7^?Ĥ��Q���+6�ox����A����Փr��ȭ;�OW</a:t></a:r><a:endParaRPr lang="en-GB"/></a:p><a:p><a:r><a:rPr lang="en-GB"/><a:t>8��F��B���o�&gt;�c��O$Q׿�Z�X~-��ֺ�ߺ���x��ADf ��u^5?Sq��{j`L/N4=?j�K�����O�C�����������~&gt;�/�:rm,_o��c�ڭ�l^w5I�hd�z�A����Y�P}��̡6uۙ�_x0000_�ˬh����߼��X�5�	�&lt;u�Jw����aߝ[S���N#z����%F&quot;,�_w���BT�n.�OIV.4��	�&amp;;`���</a:t></a:r><a:endParaRPr lang="en-GB"/></a:p><a:p><a:r><a:rPr lang="en-GB"/><a:t>y���3��w;u��֕&apos;�H�&gt;����Fr�&amp;���%y�D��!�������߈����U�$��Ǵ</a:t></a:r><a:endParaRPr lang="en-GB"/></a:p><a:p><a:r><a:rPr lang="en-GB"/><a:t>���A�������=IS���h��_x0000_M������Ǻ�O�i`</a:t></a:r><a:endParaRPr lang="en-GB"/></a:p><a:p><a:r><a:rPr lang="en-GB"/><a:t>&gt;@S�N=����׽�Pu�~��{޺�^��׽��u�~��d��x�GbO_x0000_#�帰UbI���=���X&apos;ϭ3�Fo������|R�_x0000_3��&amp;�h��k�-�%f�*�\r�w?Kr/�O��3f���u�Z��&apos;���u����_x0000_��l���v�۟�&gt;J�]��pq���j�8T*c2��� _�ǲ+�_��� �^=�s孨@M+Li���~���t�_x0000_/울t�����M��b�uo����]�C���&gt;l��jo��W����#��l&gt;��\OGVtd]/�6VǗS�Sz��6��9,�_x0000_�E�zji!1}��Ť��X��C{��`#�&gt;,�O��t!ٷ��8�me$鉟4�$��y��u��;�uu?�]��;o�돓��|mIԠ�[��sxŨ����&amp;�Ycԅ�����t&gt;����J�nl���_x0000_�?����?��剻��؝�Oݝ}��`&gt;�y�~��)�T����[���*�ǽ\�^���8����L,���/Esv%z�V�&gt;|MMj3^+�*�+���Y!��</a:t></a:r><a:endParaRPr lang="en-GB"/></a:p><a:p><a:r><a:rPr lang="en-GB"/><a:t>+Z��P��� C֍�-�缿�������5���򗴶���.��I&amp;d�ph�mn��qd`�L��1�ĵ5�0��i[Lc�(�ikJ��O�&gt;�]�����x����O_B_�Ѹύ���儑+(�/��S���@K�&gt;KioͳC��Wiz�P��I�&gt;��i[�ٙ��F�s��_??^����� 	A�W�r���/</a:t></a:r><a:endParaRPr lang="en-GB"/></a:p><a:p><a:r><a:rPr lang="en-GB"/><a:t>pja�_x0000_	$��3rʫ�GĎ�$V0�k�[YE&lt;�?J�&quot;��o��K�a�ՇA�X���h{O�GC��+;��ؿ.6�\6�)տ&quot;v&gt;����q�R�5.�z��^9&quot;1��&gt;L[9</a:t></a:r><a:endParaRPr lang="en-GB"/></a:p><a:p><a:r><a:rPr lang="en-GB"/><a:t>9��a��s,�̧&gt;X�˚lⶸ���v~`��Y��?.�G�i�_x0000_��H迆y��VW�6N��Ef�����~C�0��i�2䶶+5K��:�^_U��_Mt�F�ϳE#�&lt;X��Ƈ����o�ٯ��\_x0000_(��~�2*</a:t></a:r><a:endParaRPr lang="en-GB"/></a:p><a:p><a:r><a:rPr lang="en-GB"/><a:t>5&apos;�S�~Ϳo4����&gt;����7+�ؙ-яlf{|o</a:t></a:r><a:endParaRPr lang="en-GB"/></a:p><a:p><a:r><a:rPr lang="en-GB"/><a:t>�&lt;UY����3��I�����Ha���#��Y�e8����}����s;�$�����ƀ/Ί�j�1�1���_x0000_������_�_x0000_!j����}̇�R��5�%���������)��]	O�Q�����P��_�ъ~�^�)�};�:7������񵘺]��2v���K���6�b�Sn|fw@&quot;��&lt;7��8���|��X�&amp;�q���*S�����p�+��W� ҇�6&gt;]mq�𬯃x�;+ڝE��#vo[m���-���M�wv��8Z|2V��6��[����:�I(ZH��2/$�f�\	(&gt;}�W���Tzքc�\�r�mn�Ci���I8R�1#$	�D�}�ؿ&apos;�JwO���6}w���]������1P����ci������hR�R������(U!��r	?:�_x0000_���F���+@V�z</a:t></a:r><a:endParaRPr lang="en-GB"/></a:p><a:p><a:r><a:rPr lang="en-GB"/><a:t>P!�����_x0000_�?w)!</a:t></a:r><a:endParaRPr lang="en-GB"/></a:p><a:p><a:r><a:rPr lang="en-GB"/><a:t>�_x0000_,궳��TJ���H���?��m� n�O�z�繐�e</a:t></a:r><a:endParaRPr lang="en-GB"/></a:p><a:p><a:r><a:rPr lang="en-GB"/><a:t>?�Z%�_x0000_�]����𣭻�jn@o�I���_x0000_nmob}ؤ��z�/dI&gt;�1���������Z�|{D2G	��&lt;��jz��;��IL��MbTb���`dKʃ���:��	5��</a:t></a:r><a:endParaRPr lang="en-GB"/></a:p><a:p><a:r><a:rPr lang="en-GB"/><a:t>8�5�~|:��u�ڝ��66��q�k�V�ꟖQ�~B��r�r��-��M&amp;�_x0000_��15�</a:t></a:r><a:endParaRPr lang="en-GB"/></a:p><a:p><a:r><a:rPr lang="en-GB"/><a:t>�EP�V�ޱs�#5��Y�u</a:t></a:r><a:endParaRPr lang="en-GB"/></a:p><a:p><a:r><a:rPr lang="en-GB"/><a:t>y�|��uEm�x���k��a���O*�</a:t></a:r><a:endParaRPr lang="en-GB"/></a:p><a:p><a:r><a:rPr lang="en-GB"/><a:t>�d�_x0000_��K�x�y΁��ٛ�df��E��m���m����~T�(��8|ZL��ch�Id� �I{mٸ%���_x0000_-	��_x0000_��Z���z��6/d�Ʃ���Ć��� *Đ*�AU��Z</a:t></a:r><a:endParaRPr lang="en-GB"/></a:p><a:p><a:r><a:rPr lang="en-GB"/><a:t>)��ʯ����+1�)W򧮪2ST���.F�t��q��diX��A������b�Jy����f��n�p���]n��_x0000_V:�`���̈�WS���R�taunKX�_x0000_�������|u�\z�w--�@p)L������F��_x0000_�z���zd�Ϊ�&gt;\�l��5Rm̀��1�i�����|�x6(����?�&amp;�hRx ���5���_x0000_��.^��Z7��P�l/&apos;���ڒ,B��I%����*O����#���Zu�����ର8�?n:��|&gt;uO�u��.�:��u=�Krߎ�)</a:t></a:r><a:endParaRPr lang="en-GB"/></a:p><a:p><a:r><a:rPr lang="en-GB"/><a:t>ɲ���Ps��K���}�s�7��^ɕ��׵�ES�o�&quot;��[�?P��D㩋c�_x0000_qb��YF~�:Է��7�ƿ���ܠ� ����@j�{~���=��~4</a:t></a:r><a:endParaRPr lang="en-GB"/></a:p><a:p><a:r><a:rPr lang="en-GB"/><a:t>	��N�&lt;�r�#(5S�ɜ�_x0000_��K�_x0000_¬���~VĲ+c�oǊ��sR���P�w�}/���_�h�d��{�D���Nm_��Z�_x0000_	1IC���9�p�_x0000_;_�j4M���P��v���c�s��_x0000_zj�p�V�|b墭h�o���ȡ��#��=J�,��CY�kAA��_x0000_&amp;1�q�-�)�7��</a:t></a:r><a:endParaRPr lang="en-GB"/></a:p><a:p><a:r><a:rPr lang="en-GB"/><a:t>�V����ʣVT�e!�[���*��p�WPᷗxv�h�lP��#�=U6���(wE-�*�w�v�l�d��F���ѫ�2�rCs�]MrΎ�X��&gt;T�</a:t></a:r><a:endParaRPr lang="en-GB"/></a:p><a:p><a:r><a:rPr lang="en-GB"/><a:t>W҂����m�f[���I�)����X�R�_x0000_l�_x0000_¸~v�7�\���&apos;�7���w�6oG�.�ٙ���;�I�e�h��(�js5��KJe�F$!I���h�k���ƬS�&amp;���4���1�o�?	�+��Q��hU����Y��)&quot;~��H{B��c���ܟe|j��#ذIM��;*������ru�P՚�jy�b�iRŉ��[T+��]g����Ћv�vkxY4�&lt;j�ֵ&apos;χ�8uX�_x0000_��t�a|�ѩTu�P�&lt;�#]�VI&apos;�ly�����$�i��t���G�����5����$��?��c~��&gt;��!�Z��lr��[������#M��S�����ҷ��W���Ipe��6ϊ��y_�%d�ssco�oz�H�hi�=]&amp;��0_+6�?��?�e_x0000_�9���Χ�F����ô*��[�	���j�T*Z�8������ɸUs��_x0000_��V=��p��q�_x0000_�_�J�:�:�7�Si|ޥ�Ԙ娗!���j���R�+O.6��U�g�_x0000_�_x0000_��Lgr`��q��e+ҍ�%K(�*|�r(��Q�G�Z�$O��&gt;-1އ�1?Qm��=7���kǼq�{f0O���/��IE&gt;&gt;�ϭcf�wZ���og{���ͩ+����£&lt;OA}�hᜳ�`�%x�Q�1Bx筷�_x0000_�W�(3���sܿ&gt;+�O��o��ٵ=s&gt;cja7e?_u���U+o��C3�৒��zy ��PӄQ!��P��m7�%e$�G��&amp;��}	e�6�M&quot;���k�A�</a:t></a:r><a:endParaRPr lang="en-GB"/></a:p><a:p><a:r><a:rPr lang="en-GB"/><a:t>���T�׫��h�_x0000_��]��~��ĳ</a:t></a:r><a:endParaRPr lang="en-GB"/></a:p><a:p><a:r><a:rPr lang="en-GB"/><a:t>n���~?�cGc�_x0000_���y�V{p ���Q���rRq��ȧW��_x0000_�����*Ԧ����|�TU,D�U^�����F6��C�&quot;J�������#R�����?;��F���C�n�&apos;�&amp;����1�[ѝ��w�&amp;s��]���$��g�������f[q�Sb�A���K��c�]�6</a:t></a:r><a:endParaRPr lang="en-GB"/></a:p><a:p><a:r><a:rPr lang="en-GB"/><a:t>{-e�÷$��?O��A�|���/,n</a:t></a:r><a:endParaRPr lang="en-GB"/></a:p><a:p><a:r><a:rPr lang="en-GB"/><a:t>kp��@�V��L���A�_x0000_</a:t></a:r><a:endParaRPr lang="en-GB"/></a:p><a:p><a:r><a:rPr lang="en-GB"/><a:t>��%���su��ͥ����-ߵ�]�y</a:t></a:r><a:endParaRPr lang="en-GB"/></a:p><a:p><a:r><a:rPr lang="en-GB"/><a:t>��6?flF�-���IO���~ڞy����TT�;Љ&gt;��aP&gt;��?��zs�m����eH��F%���8$ACқ�$&gt;2|q���~�㛰�}WD���{og�	��5�y���c�^��8�����S-BS��$V��C��&gt;�����#��3�	�&amp;��&apos;{cߖ�tvѨ=��5</a:t></a:r><a:endParaRPr lang="en-GB"/></a:p><a:p><a:r><a:rPr lang="en-GB"/><a:t>�:@R�P��2S�_x0000_</a:t></a:r><a:endParaRPr lang="en-GB"/></a:p><a:p><a:r><a:rPr lang="en-GB"/><a:t>�x]S��v�X|m��M�h�9��헳����������a�o�_x0000_�-,����T���/�i�dwD5=���ح��_Z`}���Iw}�no�B2B�8(�_x0000_�I�j/_x0000_�PT���%+������?��Vvn�kn���m������T��N��uUG����E��,�N�����y�b��zd_e;ܢ�E]\8�V��_x0000_ �GB&gt;Y�6�Yk����i�^󞴭�lK�_x0000_��̘���_x0000_5�_x0000_�%[��&gt;�������5�ek��zn��o�[�D�޾�t��6�_x0000_t���ݬ�Az8�d���F&quot;�`;PQ����R����_x0000_��~]|���_x0000_��~4�	�Ӱ���ޫ{�č���xD��l���</a:t></a:r><a:endParaRPr lang="en-GB"/></a:p><a:p><a:r><a:rPr lang="en-GB"/><a:t>���x��d���z��|�e</a:t></a:r><a:endParaRPr lang="en-GB"/></a:p><a:p><a:r><a:rPr lang="en-GB"/><a:t>�qk7�-=�ǂleUBO���T�_x0000_�����BH���Q�_x0000_&quot;h�Q�ԟ�������_x0000_9O�L��rǄ6Q��~�</a:t></a:r><a:endParaRPr lang="en-GB"/></a:p><a:p><a:r><a:rPr lang="en-GB"/><a:t>���[���%}�|�A#�z�����&amp;��=4����+W�����ϦU6f�����2�T�*��</a:t></a:r><a:endParaRPr lang="en-GB"/></a:p><a:p><a:r><a:rPr lang="en-GB"/><a:t>EWE���3��&lt;���&apos;R4�\\�I���UE0+���ю�5���ş��I���*~�yu|?��_x0000_��)��?���Zn����|���UX���</a:t></a:r><a:endParaRPr lang="en-GB"/></a:p><a:p><a:r><a:rPr lang="en-GB"/><a:t>]���}vdRW͐���Evϥx���VS@յ`DJ�*�����V/t��55S·Ӎ_x0000_4ˣKݢ��BUZ}*��IU�K.5&gt;����JS�7���g�!���&apos;�v��g��8������c�-�W�z�٢����N��J�g����,����2�������?�!���s��Zk�.f��5 g�x _x0000_���A��J���^�uo��0W���j_x0000__��Eh٭m@��q��w&quot;~mN�&gt;[zm�����i�zg�%A�����ǡ]��^���׺��u���{�{�^���׺��u���{�{�^���׺��u���{�{�^�����׺��pʪ����%</a:t></a:r><a:endParaRPr lang="en-GB"/></a:p><a:p><a:r><a:rPr lang="en-GB"/><a:t>řG����	</a:t></a:r><a:endParaRPr lang="en-GB"/></a:p><a:p><a:r><a:rPr lang="en-GB"/><a:t>?���0�Y���������?�:{|��#�{{kPEn��9���2�]����Tp��T-��JxRJ�_x0000_�����x���:&apos;��ZjA+_���|�sN�[���G��v��_x0000_0o�#nM��y�&apos;Ǫ����T[j���UM��T�</a:t></a:r><a:endParaRPr lang="en-GB"/></a:p><a:p><a:r><a:rPr lang="en-GB"/><a:t>6HR�&apos;�O�U_�jH���m�+xھ j�xR�zy�Л���o=��_	��ʭS��_x0000_�zP�t��4����v&gt;�</a:t></a:r><a:endParaRPr lang="en-GB"/></a:p><a:p><a:r><a:rPr lang="en-GB"/><a:t>UP�c1���)1��%JZx�Q)QP�{j�0���^�j�Z����fЛE��JR���gY�_x0000_���k�G6�{ܪ-=:qd23��׽�ӝu��j�������~��{ߪGu�s�jHd�TH��I�!&lt;�:�5=</a:t></a:r><a:endParaRPr lang="en-GB"/></a:p><a:p><a:r><a:rPr lang="en-GB"/><a:t>$����EX�I��������Fy�����}7qq�e6�1�T)C�a�_x0000_Z&gt;��Ӵ�#�&apos;`�W�����*�pu|~㯮��H�czyi�y�:�cp2���|��ύJG�`G3;���A��z���W�K�)�&amp;�6�����K��ո�OR?U�����/��o�sLb��G?kf��������YX�q��&apos;���w�&amp;�3WW���{^�s,�E��GYF��4���ӗ-G@G�t�pҿK[أ�­˶n�_K��������Yk��`�(�?��������IQa�ԏ��`��Z_x0000_�����V�Lԭx箠g�X�`��NE���&quot;�$��</a:t></a:r><a:endParaRPr lang="en-GB"/></a:p><a:p><a:r><a:rPr lang="en-GB"/><a:t>B4?�oz�]���R��=^���)���6�X4u[z�_x0000_3ώP�IM�̃��&amp;���8q]m߻{�[B���g�U�d��s��w��E��P*)��S�:uSʴ���_x0000_�Xղ5</a:t></a:r><a:endParaRPr lang="en-GB"/></a:p><a:p><a:r><a:rPr lang="en-GB"/><a:t>�-Q�� ��[��g]-#��ł�_x0000_����YGCh�</a:t></a:r><a:endParaRPr lang="en-GB"/></a:p><a:p><a:r><a:rPr lang="en-GB"/><a:t>&gt;\?��d��_�c�৉a*&gt;|��,�R!U���=׃���K+�d�����5��A�D}&lt;~���?�us����Z� �_������Q�J_x0000_=6snA���G�������Un_x0000_�&gt;v|����s�]���u�q|��[{��j:˻zs�6V7{�@��3q���;lSx�Z�IN?!&lt;�#H�(&amp;0	j��)Ӽs�f�v��o_1&gt;_x0000_n?��_x0000_	&gt;At\�_x0000_~P�~�����~9&gt;���RTn.���e�6[rV�EO4^$&gt;�i�Ku�^��1��_x0000_��ϯ楳���ˮ��|��;�&gt;B�M�|y���j����;�I��qP���JZ�����/Q(ZgsT���^꽰_&gt;v�O������c�.��xXO���*i�Uq`��&apos;����J�Ra��Q�9�v�RH��m�ߺ�V3�C�f��r�����D�U�i��&gt;b��ʿ�]��3�3E���l|�����f����sI���\CKB�Q#F�c�^��7/��;���/�e_8&gt;K����O��_x0000_���.��|C��_x0000_*���_x0000_A�-���yl6��,Q,�p�7��m/8iL�/��A�Ouz濓�T|U���ݛO��*�_x0000_8~����WC֛��n�L�&quot;kw���}���n]�����&apos;I,�Ɔ&apos;-������?1��&gt;�V�&amp;��]���&gt;p�</a:t></a:r><a:endParaRPr lang="en-GB"/></a:p><a:p><a:r><a:rPr lang="en-GB"/><a:t>���w�~lDG��=�S2�J&lt;�y�ɍ�^B#]K#B���HtwYt��h�_x0000_�k�?���o�w�xt_��_x0000_������s;���o����J</a:t></a:r><a:endParaRPr lang="en-GB"/></a:p><a:p><a:r><a:rPr lang="en-GB"/><a:t>�ٻ_w�r��o��&lt;-2�f�ۤ��i����O��7���U|.�_x0000_�����+�7��Ǽ�gu���&gt;���ɺz&apos;�&amp;gw�����){�/��~2O�I3�},sS��O+,)����]q��9��~w���wc?��f��_x0000_޽g��Ut^������9�͇��fF��+-=D�:�</a:t></a:r><a:endParaRPr lang="en-GB"/></a:p><a:p><a:r><a:rPr lang="en-GB"/><a:t>J�G��Aw���ܟ�)�q��[�+�{/�8��=a�hp52����N⥛d�z�#�ș� �S+�	�^�Ӱ�#����/Ǫ�ߕ��I��z�c�u</a:t></a:r><a:endParaRPr lang="en-GB"/></a:p><a:p><a:r><a:rPr lang="en-GB"/><a:t>ݬn�M۷�0�fv�ے���&lt;�hm����}׺������p�����������+����������&gt;��voh|q�.���\{�p��F%K1�-�Wx_ʣ�S���o�;��s�_x0000_4�K���ܽ[ӛ��]��_x0000_��Wh��Wv��y�W����t�m�_��Q˔�1�ծ�L�Y$U�^� �}o��4_�g��n����؝Y�˝�|�����k�zt|[�8w�ߟ貘��e=T�(`a-4I�^E�׺5��w��k�_x0000_&lt;.��q����#��l������[��֙^���</a:t></a:r><a:endParaRPr lang="en-GB"/></a:p><a:p><a:r><a:rPr lang="en-GB"/><a:t>�_�qy�Ŗ��|����I���Õ�g��k|R��׺�~��w��{�{�^���׺����ߺ�^��׽��u�~��{ߺ�^��׽��u�~��{ߺ�^��׽��u�~��{ߺ�^��׽��u�~��{ߺ�^��׽��u�~��{ߺ�^��׽��u�~��{ߺ�^���NH��A��鷽��Uv&apos;�����M�����͍���8&gt;K���E[��خ�۹(��$�Q�ݸ�$�,�X$zɥ?���N�����u+Q~�L�_�Uz����P&amp;�������D��̓�����v�#/��q�_x0000_U3��?��_x0000_-����&amp;���</a:t></a:r><a:endParaRPr lang="en-GB"/></a:p><a:p><a:r><a:rPr lang="en-GB"/><a:t>ڿ&gt;6����_x0000_�&apos;}�1U�NG�2PQ՝7�:�kةx�4ܮ���Fu?`+Z.���}l-̐Y���=�8z��uyT��|</a:t></a:r><a:endParaRPr lang="en-GB"/></a:p><a:p><a:r><a:rPr lang="en-GB"/><a:t>/F�&amp;��S�cLi#6@&gt;�,b��9�x������M��_�I�_x0000_/R��ď�$�/㎔�_x0000_������`I�R�!%i����+b�}� 7�?�� �KJ��ot_mg��J�M�ص��G \%�	��!�����#[S*=	�x�Ϣ�̮�Z���^�[]a��h:O�_ǅ�M�}��K�����X�l~���(��9�ZYR7%u��6�z/7��wE��R4J�p4�wijFx�l6}�+&quot;���n�?��+�W�Q��^=�_x0000_��O&apos;�ߚ�</a:t></a:r><a:endParaRPr lang="en-GB"/></a:p><a:p><a:r><a:rPr lang="en-GB"/><a:t>��!$�g���{��</a:t></a:r><a:endParaRPr lang="en-GB"/></a:p><a:p><a:r><a:rPr lang="en-GB"/><a:t>fh�nXkG�%I� ����_x0000_�ܻG-����;���iN���xc���=�sD��Z/��r��M;&quot;-Uf�0I�S_*u�l���ʇEt�を�&gt;)�U�F� �=�g3L�rX��j��&gt;6�a��</a:t></a:r><a:endParaRPr lang="en-GB"/></a:p><a:p><a:r><a:rPr lang="en-GB"/><a:t>.�_x0000_Z</a:t></a:r><a:endParaRPr lang="en-GB"/></a:p><a:p><a:r><a:rPr lang="en-GB"/><a:t>ˬGW��x�~���:xf��o&apos;��_x0000_��RE:�=e%:�VWU�Q�PQ��+����X�t&amp;z��ʇ��Ei���.&quot;�6���#�)&apos;�5 ���y�x�ݵɺޟ��!���iRk ���z�&apos;��&gt;]�ͽk7�{|f�S�bv�&lt;�4�����9�*�d����f����m4���S.�y�[5��j&amp;�@��oQJ|:�����&lt;�������[�I4t�� 7Ť��=j}:�/�_���g����q�&gt;F�</a:t></a:r><a:endParaRPr lang="en-GB"/></a:p><a:p><a:r><a:rPr lang="en-GB"/><a:t>D�ع��W���-�U����wl8�</a:t></a:r><a:endParaRPr lang="en-GB"/></a:p><a:p><a:r><a:rPr lang="en-GB"/><a:t>MuX��i����&lt;����Ǻ���+N�����n�ژO���&quot;��&apos;ҹ@�=GϢw����ﾶ��_x0000_�O��f؛��@�%���{33C-��t��8��~��L����d4M�ZsǸۛ���yL�5d��Z���G��M�L��9���j /J�B4��xy�鞮:O��!#t�h�.�M4�_x0000_�y��Ԙ��_�R��Te��qE��&amp;�vDg���z�-��(6�����B�&quot;�ϯX�SoD����_x0000_��ҿ���.}�����F����ԭ0Ot���X��x�&amp;b_x0000_</a:t></a:r><a:endParaRPr lang="en-GB"/></a:p><a:p><a:r><a:rPr lang="en-GB"/><a:t>�M&lt;��[����_x0000_�?�v��`�F�������#4L��7�_x0000_x��BP�ץ</a:t></a:r><a:endParaRPr lang="en-GB"/></a:p><a:p><a:r><a:rPr lang="en-GB"/><a:t>cx�@=w�_x0000_#��I:��u���{���q&apos;�*�׃��Ƚ�%W�+�~�&gt;��&quot;$J]�*��&apos;�</a:t></a:r><a:endParaRPr lang="en-GB"/></a:p><a:p><a:r><a:rPr lang="en-GB"/><a:t>�t��{7kvN�ݽg�qi[�{le�~��̉,U��)��M��g���xdQ�&apos;�nlw2Xo�銿�J��T�&apos;4�{�[��}?	�A�~���r!^��=U��a-�¯z���M�]؝a���*F��f��,MRs�J�c��-$��-�%&amp;�^Y��Q	a�3Z~^]b3�ϽǶJ�Ve</a:t></a:r><a:endParaRPr lang="en-GB"/></a:p><a:p><a:r><a:rPr lang="en-GB"/><a:t>x�B�G�B2x�1�~~��=��w�&apos;^�_x0000_c��:�F�nu�k�{�^���׺��u���{�{�^���׺�&amp;2���[zT�r	��@���Is��t�����&gt;`�G]��_x0000_	��U� �s��ϵ:�_x0000_��}����sv&amp;���{�=����ە�5���bV����J��h!�t��Y@���.!A��?��{�)upf�ǟ��_x0000_AҸ����[������~�����3����_x0000_���^`��</a:t></a:r><a:endParaRPr lang="en-GB"/></a:p><a:p><a:r><a:rPr lang="en-GB"/><a:t>F&gt;��_x0000_7N7(ژEV���_x0000_?�e?�\[�����_�ֽ������mr?J�N5[�������������z&gt;S�f�����՜��\��_x0000_������{mݱ������;�}U�:�����T��x�������x�I���{fm��YS@�7����ig��mv�J�d`p�?���SZb����ܨ�p=m�SKM&apos;�������&lt;�t���--u</a:t></a:r><a:endParaRPr lang="en-GB"/></a:p><a:p><a:r><a:rPr lang="en-GB"/><a:t>N&gt;Ut�	�w��&amp;R�ce���h���:�S���H�k�Hϭ�~Y�_x0000_�V�_x0000_�w��M��;�����͛�n</a:t></a:r><a:endParaRPr lang="en-GB"/></a:p><a:p><a:r><a:rPr lang="en-GB"/><a:t>��������3W��������T�6&quot;�h)�&amp;jh�ұ���x�.Ỗ)P�W��j&gt;u�z�/���w���TT�$��V�_x0000_��:&lt;����1|�ZyJ���;Gr�^������nU������� ���JD���uj�Zq+-��o�n7����j~�)�p��=m��g</a:t></a:r><a:endParaRPr lang="en-GB"/></a:p><a:p><a:r><a:rPr lang="en-GB"/><a:t>s��&amp;�&lt;���Ҫ_x0000_��F:=�_x0000_#�&gt;��΋쟍�͎�d���p�����6�fM�����e�w%-Ef�Q�������������f���DS���.�W�6wv�l�p%Cj�pEV�N�T�瞈�¯����_x0000_��s7|_�ݧ��2}�����_&apos;��Qm��-%Vj9�5�D�#�C���O��q�n��@#�������i�gf�ŝіU� �-R</a:t></a:r><a:endParaRPr lang="en-GB"/></a:p><a:p><a:r><a:rPr lang="en-GB"/><a:t>H��iBI44�iՄw&apos;Jt�_x0000_�n��]�}s�����q��F���SCQ1h��c+8���ѽފ���X59G�{A�ŢưV�-�Py�y��6��W@!j	�R�)䢵�ֵ;��%��3{�tm~�_x0000_�S�6��*��a�[�1�@��ݻ��ט</a:t></a:r><a:endParaRPr lang="en-GB"/></a:p><a:p><a:r><a:rPr lang="en-GB"/><a:t>�a��2_x0000_�-��#]��*9���`)��΁�ɚ�J���#J&apos;�&apos;�E����7��X[�����Q�۳</a:t></a:r><a:endParaRPr lang="en-GB"/></a:p><a:p><a:r><a:rPr lang="en-GB"/><a:t>�]�U}�K�����o����X��R�&gt;��IO%fC��&apos;�p0Җ1�Ƒ&lt;����y޾!�N(8c�=1єܥh���W$wT7QRM1�d�ӣ����o���{���*���c��/an</a:t></a:r><a:endParaRPr lang="en-GB"/></a:p><a:p><a:r><a:rPr lang="en-GB"/><a:t>n�ޕ��&quot;�� �RKebF)��B��Ėwmo���|�����΃�Zp����`�c�V�)��_x0000_j�Kq&apos;�Px�t�����&gt;�_x0000_1����_*z�]���m+��^��9)�wj�J\�6��BUbĮ�}�\R&apos;�jO&gt;��n�Y������}@��}z�`����&apos;I-�燙B*��</a:t></a:r><a:endParaRPr lang="en-GB"/></a:p><a:p><a:r><a:rPr lang="en-GB"/><a:t>2����o�K����E��#�;�q�qd1��w�{z�I�Dn|6Ц��&apos;FdP�IQ7�QĀ�G���nJ��?g�oD)�$�5-�j̧�b3��&gt;]���&apos;�f|���ߝ������{s]M��F�em,U��4�KA���&amp;�쨩��i QOe.n�ĵo�݄*AL�0�&gt;U�t��n�4j</a:t></a:r><a:endParaRPr lang="en-GB"/></a:p><a:p><a:r><a:rPr lang="en-GB"/><a:t>1%�C�с���Y���&gt;��?�Y�_x0000_���7?Mn���_x0000_A�|t[��-��_x0000_��m-$;�!�J�M��G�1]̮�g�Y��H�}��&quot;$f���kJ|���_x0000_�?���u|���;���k�L~o��n���n�&lt;4[�66���a�9S�����k�wk���x}�����/�k?����#_�i��Ǉ�ϫs�ju)�&quot;SG�)+D	V����3F?q��[�+#���&gt;^gB�DM�1�ʼ=��0&gt;/N��_x0000_���~~�_x0000_1&gt;ʯ�⽋ѝ�b�}�����&amp;?�k��KIOv����TTY�t��zW�ʃ��ߘnmPD�\ָ�|�G�ٞ��ܫ</a:t></a:r><a:endParaRPr lang="en-GB"/></a:p><a:p><a:r><a:rPr lang="en-GB"/><a:t>��u �:��!Hj�_x0000_@�_x0000_����9�˯�`a;{�~��1��R����w��j����QV�]E����,qcj20���eX�A�}�9��]R2k����_x0000_����H�m�}���*�E_x0000_Ҹ��N���7�ʯ;ٙ����w���}��r��.wcw���qm���ɹ�9�㡦�R�\�h�F����C~��&quot;&amp;R	� ���?�ӿ�Xb�@˧&gt;:ֵ�</a:t></a:r><a:endParaRPr lang="en-GB"/></a:p><a:p><a:r><a:rPr lang="en-GB"/><a:t>t��N��V�s�|h�b}Y�z�V3��N��;�</a:t></a:r><a:endParaRPr lang="en-GB"/></a:p><a:p><a:r><a:rPr lang="en-GB"/><a:t>���oj����&quot;`Fؓ%���(�_x0000_w&lt;���W#%�ٜY�������T��#���Ҥ�my���nb��Z�ucI,Щ</a:t></a:r><a:endParaRPr lang="en-GB"/></a:p><a:p><a:r><a:rPr lang="en-GB"/><a:t>�!EhM??���延{g�R���L�q�xw���oyk2{r��qG=tq��_x0000_�]ʖo�������4����=q����B��UW_x0000_�&gt;`Չ8�W�Η	f</a:t></a:r><a:endParaRPr lang="en-GB"/></a:p><a:p><a:r><a:rPr lang="en-GB"/><a:t>�Z�-��t�x&lt;�_x0000_k�_SϲPUH����������^�UCU};��UQTRTG�K%=tmMW</a:t></a:r><a:endParaRPr lang="en-GB"/></a:p><a:p><a:r><a:rPr lang="en-GB"/><a:t>;�|��YV�8����+E�_���7�1YU�8`��/^��e�l�����}��[o��ƛzl�ي�{v�~��5�ȷF�̮oQUEQ_x0000_2S����5�p�qs��n��XѩJ`ON��M�\E$�{�����u|S��SMS&amp;��2IS(��?����k`~�c�_x0000_�.���C�䏝z�vԷ��QAN�:$�_x0000_8���_x0000_��1ֻK�~T`w���{|�bm�]��+�B=�6</a:t></a:r><a:endParaRPr lang="en-GB"/></a:p><a:p><a:r><a:rPr lang="en-GB"/><a:t>m�&lt;��T)/��`��ַ��������</a:t></a:r><a:endParaRPr lang="en-GB"/></a:p><a:p><a:r><a:rPr lang="en-GB"/><a:t>@��3���tM�l�n_x0000_��,_x0000_�|�#� ��g���&lt;�����_x0000_-z���|O��_x0000_m��#m�7��~��o�*1�K(�&lt;l8�k�5�]s�Kr?6_x0000_{U�n7V�j�@(1���Ӥ�쫷D�h��S�SUjT�u1�</a:t></a:r><a:endParaRPr lang="en-GB"/></a:p><a:p><a:r><a:rPr lang="en-GB"/><a:t>1@G�F/����_x0000_�3�һ��P�������i�s�Pn</a:t></a:r><a:endParaRPr lang="en-GB"/></a:p><a:p><a:r><a:rPr lang="en-GB"/><a:t>�V��O.����є�dXij�E��Y����thv���&lt;�|�i�_���;J��&gt;x�{�</a:t></a:r><a:endParaRPr lang="en-GB"/></a:p><a:p><a:r><a:rPr lang="en-GB"/><a:t>Tv�Pq��</a:t></a:r><a:endParaRPr lang="en-GB"/></a:p><a:p><a:r><a:rPr lang="en-GB"/><a:t>�]M��_x0000_	�_ۃrU�6��o�{o�Ti�_x0000_�6�Q�B&amp;.����3D�N�HE�Uf \��P9�T�vT��G���h�NE��d�X�	&quot;����aϮ&gt;�w�O�^����龺&apos;��ۻ���T�P��q�(�~��GPsõ�x�:K�V���� �($�M�: o��O�ѕ�-Aj;���_x0000_q�</a:t></a:r><a:endParaRPr lang="en-GB"/></a:p><a:p><a:r><a:rPr lang="en-GB"/><a:t>	��A�ߙ&gt;?����?|��n��Wͺ�;�lv��{/.����_x0000_�dL�HӢ�5E&quot;X�O��-�)�����#&apos;&apos;�Gz2�6��mD@d/��z|��?��!�W�Q|.�[yn��|Q�݇������m��&amp;��\��������c#�P䣉)\K#��ߋ�n��r�</a:t></a:r><a:endParaRPr lang="en-GB"/></a:p><a:p><a:r><a:rPr lang="en-GB"/><a:t>�����j�㳐�</a:t></a:r><a:endParaRPr lang="en-GB"/></a:p><a:p><a:r><a:rPr lang="en-GB"/><a:t>wTe�)Ė��.��;?�&apos;��C���d|����p�����wVҦ���%�*�;��&amp;���4�Jj� �@�6����`��1�P|����z�H� �����$q��R�/O�ˇ���Y�T�����yc�u�o]�޹</a:t></a:r><a:endParaRPr lang="en-GB"/></a:p><a:p><a:r><a:rPr lang="en-GB"/><a:t>�ˇ�=����A��e�݉���q�����8c�z���6x,�Wn��3\j5&lt;I&apos;�i�:�v�_x0000_)��̋wu���W�{p�&gt;��y��$�=���xذ�L�����2�O$���][�ŭ����p��gv+�+�+������s �+�W_x0000_d�S\ Ҕ��d~|C�?��)������}a�����J=Ϲ�wfn�9��k�̊m˒�fX�dD���Wԓt�׳�4��\d�A�Ҝ�F�=�����B���$��MF�b*I��8���_x0000_���_x0000_.?���������O�ۣuf&apos;��ғ�޶���,�u�-����\.�A�JjI&lt;m#3���=�����jI��1O���z�����cxoRMI�u����$i�_x0000_=Gφ?��q�/�oE�u���-��{7u��������r���������q�w�����]SM&gt;R������M�ٹ��ER&quot;N?���ҘyRՐ��gι&apos;8�Gp�@�_x0000_�{��ž����8_�;&apos;���sA�v�����g�x�&gt;�5�����MI[�g�Y��6#�.�y���Nx-A� ���_N�m˦�uJ�45-B �|iJ��p8&quot;ʾS|O���s�7E|��J��|�m&gt;J:9����,c��n���i����,4�Q����(��{/����@�_ȏΟ�</a:t></a:r><a:endParaRPr lang="en-GB"/></a:p><a:p><a:r><a:rPr lang="en-GB"/><a:t>���{݊_Z�5A�1Z�*0t�&amp;�X`����_x0000_��+�쭳�s+�pd�F��n������R�C��98�8w�%���!d��_x0000_����^�WS�ȹ�8^���Ǡ�|����j</a:t></a:r><a:endParaRPr lang="en-GB"/></a:p><a:p><a:r><a:rPr lang="en-GB"/><a:t>C�j&gt;D�O��Q�����6om�=��{Ofm�������a{bn�D����YIMEm6_S���F&quot;���i�̯uʢ��x�P�	�Fk���Fɵ���UJ�jPF��T��5Ꮅ����I����=�Q�:װ~F|t�����Vlͭ����jRI]1�R���&lt;�����J �`��a��)�O�O�Ez^rb��+R��¾��</a:t></a:r><a:endParaRPr lang="en-GB"/></a:p><a:p><a:r><a:rPr lang="en-GB"/><a:t>����)|W�_x0000_��,?����w�j����2�0�=ߗ�Sl(*��&apos;���̆��H�H&quot;��tsãp&amp;��0��#_��l�&gt;�]ˁ&quot;��_x0000_(���Z����X��Xi ���hᡂ����!</a:t></a:r><a:endParaRPr lang="en-GB"/></a:p><a:p><a:r><a:rPr lang="en-GB"/><a:t>R�8��a���(b���Q�(uI�Q&lt;��P��8~�/��B�+D�!��$����Z���M:�.��_x0000_��+?�=�ٽ�ٻ�r}�ۛ�s�V���wvk���;�,��ܘ�z��S�%L�Xi�YcԠ���oW�	Wφ@��: �9v9���T-P���O-T�</a:t></a:r><a:endParaRPr lang="en-GB"/></a:p><a:p><a:r><a:rPr lang="en-GB"/><a:t>_x0000_��[�����</a:t></a:r><a:endParaRPr lang="en-GB"/></a:p><a:p><a:r><a:rPr lang="en-GB"/><a:t>Z(�()Z��E��x᧤�</a:t></a:r><a:endParaRPr lang="en-GB"/></a:p><a:p><a:r><a:rPr lang="en-GB"/><a:t>s+��94�@���@Z���8)���_x0000_/�МF�Xx3`�j_O���T�׿�O�a�]ͳ��jl.�쭑�8N��Wd{�pd��\&gt;hn�k+0��ZE�EE#�	�ث���y-�o�4�R�C��A;n]]�eX��ϡb+�&gt;~]\�fl=������|C���]���&gt;������F-&gt;�ݴ&amp;�-KA����Z�BBO�O#�|S4</a:t></a:r><a:endParaRPr lang="en-GB"/></a:p><a:p><a:r><a:rPr lang="en-GB"/><a:t>T5��_B��x�lM���@#49c��c���	�Z</a:t></a:r><a:endParaRPr lang="en-GB"/></a:p><a:p><a:r><a:rPr lang="en-GB"/><a:t>�Ӯ~HtF��\/kuu}~Klewp�.:��|�:����As^�y�qH�.��ԫc7˩#1�g����:�|���$�@:�_x0000_N�3�_x0000_to&gt;t�_x0000_/O��_x0000_�{�qO�`�g)��UVGao����؝e��U������b�M-RG�1�Q�52�%�*��X�f�Q�A�}��?�^���*n��iVr	$�	4�S��h�e&gt;T���_x0000_��_x0000_�ͳ7�;�{����ڴ�8댎Ke�\ul_x0000_����[V�W�	Gj��)mAM���+���$�}(8�t��4O�</a:t></a:r><a:endParaRPr lang="en-GB"/></a:p><a:p><a:r><a:rPr lang="en-GB"/><a:t>�2�xS�ҿ*�Y_x0000_Ԟ�g���$�X�++:�m��y��Eӝ]Mԝs�z[zdz�i�V/W��Ò���*�����]��f��=�o_x0000_��uN���_x0000_��$�����b���PkZ��r�K-_x0000_ӌ</a:t></a:r><a:endParaRPr lang="en-GB"/></a:p><a:p><a:r><a:rPr lang="en-GB"/><a:t>�y&gt;$�K��}/�����]��W���|���vF���yl6baW_��f��,a���S�����qk{.��ng�z~|_x0000_����l,���D�¿�\�1�ے@��F_�������{޺�^��׽��u�~��{ߺ�^��׽��u�~��{ߺ�^��׽��u�~��{ߺ�^����</a:t></a:r><a:endParaRPr lang="en-GB"/></a:p><a:p><a:r><a:rPr lang="en-GB"/><a:t>:��5^c��&lt;׊)u�ʜ���O_x0000_�̋�hӍI��2C�)�8���#ְ�=r��_x0000_1?懰&gt;}ԯ���4������(�;�d���wB��ϋ۴��*�J�_������v��|6���藔v���y�f�X����#��տR�1S�R����i��)i1�PEO�������1p�_x0000_��B�@l��p��۝�=ɠSE&gt;��M)�u��ɲ۬6k���5_x0000_i�|���O�W��_x0000_��oÅG����Ss7��L���_�?�&gt;�2j:[����W��z�������V�z�� ={���G�X�:[��^��8�yUY�@5�8zu���_x0000_z�{��#w&quot;���2܏�s���_x0000_P�h��$��_����a���M�؈͠�����ZV�-��v�</a:t></a:r><a:endParaRPr lang="en-GB"/></a:p><a:p><a:r><a:rPr lang="en-GB"/><a:t>x��QO*��5��!�Zi��R(���V/Q����ߞ��2N�&apos;Sp�?�NM��Ty�q��\z�O��s��_�~?��j�&apos;����{=�0��</a:t></a:r><a:endParaRPr lang="en-GB"/></a:p><a:p><a:r><a:rPr lang="en-GB"/><a:t>Ω���_�w])���ZJQ5&gt;2�F+34���ZY����&apos;��ܷvH 1&quot;�kBI�������#�	6]�t���[�]^!BB�lԚz��띹����&lt;HuRT�$�H�-��W*�!.J�������}�6��:�4��X�qu�\�</a:t></a:r><a:endParaRPr lang="en-GB"/></a:p><a:p><a:r><a:rPr lang="en-GB"/><a:t>I��kO�1�������^����3���&quot;�_$���b������x�GЏ#����T���-�%-�(�F���X��1sr�=�5��:٧��J~����_x0000_�c���UE1!&quot;�{�,f�ԫ�����n}�s��rś�~��j��RE�i�HG�:��_x0000_m��l���5Z~\:ؿR~茭�fI=J��uԷ����K�pʥ�</a:t></a:r><a:endParaRPr lang="en-GB"/></a:p><a:p><a:r><a:rPr lang="en-GB"/><a:t>��L��H�D���v������*�2��Ժ�l4���&gt;�{�������]+��z����y��?�f͞��M�G�w�ߒx�p!bL�]�e�t�(����-TI�.������-���-��Pi�I�f��W���W2�</a:t></a:r><a:endParaRPr lang="en-GB"/></a:p><a:p><a:r><a:rPr lang="en-GB"/><a:t>���im��Y�����@[�a�װ����{3��W���R��������Uw��V��_x0000_�O��ݴ�f�1lgE�H�ԛc�Rg�</a:t></a:r><a:endParaRPr lang="en-GB"/></a:p><a:p><a:r><a:rPr lang="en-GB"/><a:t>du_x0000_Y`��ҥ�_x0000_I�*�q�S���4��¸� ��_x0000_&gt;�~p�Io�;�P���4����bh��ƺą��po$~�=C���x���p u(</a:t></a:r><a:endParaRPr lang="en-GB"/></a:p><a:p><a:r><a:rPr lang="en-GB"/><a:t>�&lt;�Ƒ;a$���.t��!Ŵ�n�M�_x0000_&gt;��^PB�|��A&amp;��\���|k�������Wݺ�\|��dVWX�H՘yϯ�=^��_x0000_����uBʲ#K)Y���&quot;yƤ��+4w����W�����^�qY��b?Ll�Ct���*J�d �����$�#�u</a:t></a:r><a:endParaRPr lang="en-GB"/></a:p><a:p><a:r><a:rPr lang="en-GB"/><a:t>o#�&amp;?ө�KY�6?�{�^�3�*����(��t��y��H���x���(VX�(��لi�ƍ�%�����ߺ�]����;���*�*YU]Z��[�G����{�idR��F���~�)*��V�ߺ�Q�Z�����uH�u/��ԧ���� ^?����^�@�W�HY�3�* �I�F&lt;��_x0000__ߺ�\�Tٍ�r��Y�LO�{� zm{~}��uಡvX�dK�	!��중���{�����{�&amp;)_K��1���D&amp;`�E���ߺ�^��[M�`_x0000_�HU=7���,E�����{�+K7��B�Ѵ�FR�,dh�f�9@�</a:t></a:r><a:endParaRPr lang="en-GB"/></a:p><a:p><a:r><a:rPr lang="en-GB"/><a:t>~���׺uO������}��u߿u���{�{�^�����ߺ�^��׽��u�~��{ߺ�^��׽��u�~��{ߺ�^��׽��u�~��{ߺ�^��׽��u�~��{ߺ�^��׽��u�~��{ߺ�^��׽��u�~��{ߺ�^����?�u^&apos;�7����O���A�[4q��|s�V�_���pN;5޽�Y���b�*�T�P��Y}Dp=��5����_x0000_�_x0000_��򛡺H|L��F����_x0000_�Vd�P��A��֊�Spy��t��F��^�֩c^�k���C�w���fD�_��{�X������]��J��5�</a:t></a:r><a:endParaRPr lang="en-GB"/></a:p><a:p><a:r><a:rPr lang="en-GB"/><a:t>A��o�����s��f��T��&gt;ڢ����1�?�Y!���)���_x0000_X���˫تs-MD�[�&lt;�n8�!#��gs$��͉?i5�����������k������_x0000_��=�k��ޞNo�[���]?=7/��8/�=�Y�MJb+�*�3����{?�PN���_x0000_���t�u�O_9����ͫ���d��_x0000_�?z֒&apos;S���%�{��!�S9�U�����=�u�O4�_x0000__x0000_7L���@�x�d�&gt;G�A��L�7_�ɞ�o�u��7ɏ�*#TO��ݚj#V0�&lt;��w6J�V�n�,�X��Ƚ��n�y��ep�?*���,���+Xmގ���R&lt;�R���`������~o��/�Pg=w��^n��{5���g���n}�뾀��w^����t�z�GB�25;z\�67tZ8�d�)5M</a:t></a:r><a:endParaRPr lang="en-GB"/></a:p><a:p><a:r><a:rPr lang="en-GB"/><a:t>��4�-c9P����������O�?o��/�?|�v6��]�懈R��`q&apos;55�]��o���n��&lt;</a:t></a:r><a:endParaRPr lang="en-GB"/></a:p><a:p><a:r><a:rPr lang="en-GB"/><a:t>��_���9�󗧅V-����������G���nR8�^�K;�����`�g����ج</a:t></a:r><a:endParaRPr lang="en-GB"/></a:p><a:p><a:r><a:rPr lang="en-GB"/><a:t>��`e�s���G����ǀ��X����</a:t></a:r><a:endParaRPr lang="en-GB"/></a:p><a:p><a:r><a:rPr lang="en-GB"/><a:t>��6�}x��?�ġ&lt;�;��J����_x0000_&gt;)�Q������n�����i�G[���L&quot;Scw�[���K��U�	����CMT?�G�y</a:t></a:r><a:endParaRPr lang="en-GB"/></a:p><a:p><a:r><a:rPr lang="en-GB"/><a:t>�pc埳Ϣm�a7��F�	`k�A�</a:t></a:r><a:endParaRPr lang="en-GB"/></a:p><a:p><a:r><a:rPr lang="en-GB"/><a:t>hhpj:�Z�t���L;�</a:t></a:r><a:endParaRPr lang="en-GB"/></a:p><a:p><a:r><a:rPr lang="en-GB"/><a:t>��$����_2�u�v퇭�!��RH(��׉�����xjI�j�FKw^[ط�	��?��]=;˼��;%�[�s��������Wo��yl���</a:t></a:r><a:endParaRPr lang="en-GB"/></a:p><a:p><a:r><a:rPr lang="en-GB"/><a:t>��{//�l�!X+(k�����rP��r�/���������&gt;`�w��b�JtTÅ~m�������;&gt;�h�]02i��|�B!u��&amp;�ĥuʲG㌹�ye�T-�Ub_x0000_�V��s�N�p{�O��1������ߏ�aK ����hO&gt;��3�~�׺��ߺ�]`rY�P҃���bG�}���$D�2i�����A</a:t></a:r><a:endParaRPr lang="en-GB"/></a:p><a:p><a:r><a:rPr lang="en-GB"/><a:t>౥�����U暶����)jr�0�Sb�i��Y]����ӤQ+��9PI&lt;{W�X�{p��ο��I7���ں\�3��a�?�FZ��3�o�N�B������xE���ۛ5��_</a:t></a:r><a:endParaRPr lang="en-GB"/></a:p><a:p><a:r><a:rPr lang="en-GB"/><a:t>.H*�P�Q�˔�8�?�	�efȝ����,ĥ?՟�������}��,?ډ|�|��[9�_x0000_����!��]{޺�^��׽��u�~��{ߺ�^��׽��u�~��{���^��׽��u�z��f����#�Ab�ifq换T�%��_x0000_��K��6�</a:t></a:r><a:endParaRPr lang="en-GB"/></a:p><a:p><a:r><a:rPr lang="en-GB"/><a:t>�!,L�/���i?��O�{+����aU�[��N�r���6�X��&amp;n\,]����ѣư��x��Hnu,E�_x0000_�ckP�O�C�iJ����m7-K��J�K��M�����r5W_[X���d�#[��</a:t></a:r><a:endParaRPr lang="en-GB"/></a:p><a:p><a:r><a:rPr lang="en-GB"/><a:t>�ƨ1��_x0000_��S��mǰ������z�,�E��P���z�펔u�z��{���^��׽�u�~��{���^���׽��u�{��{ߺ�^��׽����׿u�����׽�u�z��{���:��u��]{�{�^�{��w��{�{�^���׺��u��]{�{�^���׺��u��}{�{�^���׺�����]{�{�^���׺��u���{�{�^�~��w��{�{�^���׺��u��]{�{�^���׾}{ߺ�^���׽��u�~��{ߺ�^��׽��u�~��{ߺ�^��׽��u�~��{ߺ�^��׽��u�~��{ߺ�^����jܭ</a:t></a:r><a:endParaRPr lang="en-GB"/></a:p><a:p><a:r><a:rPr lang="en-GB"/><a:t>�!���c�`�+3y$��b褨�b�6k��E�m�?^&apos;�&apos;�W��	���_x0000_/Z��_x0000_&apos;:i��-�Q��V���������1I&lt;��&apos;M�r͒�.8�?�g�;���&quot;�</a:t></a:r><a:endParaRPr lang="en-GB"/></a:p><a:p><a:r><a:rPr lang="en-GB"/><a:t>���&gt;&lt;�V�_x0000_WW��</a:t></a:r><a:endParaRPr lang="en-GB"/></a:p><a:p><a:r><a:rPr lang="en-GB"/><a:t>)rQmʇs3!�_x0000_Y���&quot;��z�.Mn�O����M�׺��я���xd �Y��x׷��\���7�{rK�B�b-����+�ea*��!�������?U�������Cr*�j�)OC����VJQ�8�A4���Rz�,U)�zH����S�EM�����+4��ܗ��m����ew�_x0000_֣���Q�=���55�&quot;?����W����#��W�F��=�E3G��ꅢ���|�ǒ�3���R٤�i���=���o�����&lt;E���w�&gt;�l&lt;�ؒ�]�P&apos;P��)�5|Ǟ:����g4&gt;C�_x0000_���5ƞ��ε	�[!Q���f]!2֠</a:t></a:r><a:endParaRPr lang="en-GB"/></a:p><a:p><a:r><a:rPr lang="en-GB"/><a:t>�V������#$7-Ϲ�����oQ=��5�μ�s&apos;��{��mhj����#x-��ۓW�ry�r�`r����撞����#W���O��4��Q��h-&quot;�m�k�ǁ��u��W;�����&quot;�\oE�n|��=��;�����a:��0��=�wvg=��.��x����j����a����!�^��_x0000_K�*V�1�ч�y��#����Z</a:t></a:r><a:endParaRPr lang="en-GB"/></a:p><a:p><a:r><a:rPr lang="en-GB"/><a:t>�۽k�!������ݔq�fp�U��1��_�����ﭮ�&gt;����qܹ��m#wSB���F����u	���Ku��(��B�M5����W=����?��������/~|��� :�~��b�w��M�=[tW�(���ia)���Y��</a:t></a:r><a:endParaRPr lang="en-GB"/></a:p><a:p><a:r><a:rPr lang="en-GB"/><a:t>�z����*�Z��X�d`��YJT�_x0000_#֬��\�0{;[��.�Ԫj�i?�.�Z����_x0000_,���l�f������ğ�{��d�����J��_x0000_���ϰv�ɷF�}v��ܟԄҭ��j|�:��E�m㧤�&lt;o�Վg�H�h݉���_x0000_v�l-S�$�&apos;&apos;�S���{4��m���DO��/�#�F��z��7¿�W�TuY�����%G�`���c�_x0000_.O�</a:t></a:r><a:endParaRPr lang="en-GB"/></a:p><a:p><a:r><a:rPr lang="en-GB"/><a:t>O��&quot;���Ê��ֽ�]�ٕ�{y�{��)��{�=SI=&amp;ފJ���V�T	!V_r/&apos;Y�Y��Ȓ�F�$w&lt;����#��w)�so�??!�1ZzV�������R$;#�|�h��Қ~��S�cS�Ӈ)�AK��DV�(=��XZ��pٯ�����Ch�}��0U�i�A&lt;&lt;��O�W�U���;����&gt;!�v~��[�mЛ/�~G|f�#��-�}��q�~���m^�0SH�T����#����H�E#٭��\�\�A��&gt;~��垂���̑�@���@��ή9���(�5W�|u�S{�r���.��+�����-x6��17`VU sk�נ2f\���&apos;�;���Pf�Ti&gt;A�_x0000_+Ο�?qv�A���J�[�%`�vn�c�ָgQs�{��#�ښ��3�����*a�;��:hўjh���zl*���t���?�G����^�j����ݨ���_x0000_�&apos;��I$����񃮠b�8��T��6�}n}��uf_�cwtPm��ޝ���_x0000_%�&amp;</a:t></a:r><a:endParaRPr lang="en-GB"/></a:p><a:p><a:r><a:rPr lang="en-GB"/><a:t>���S�ۍ������lRc�:(���8��b@�Z�}׺0(��*JƮ�HB�5��j?�&gt;�׺�.��}�:�~vV:��?hu�J�&lt;���ߔ�I�ro��_�pu�C�h7/k}�8h�R���**�x+���7��B������&amp;��=��7f���������~����9~���K&amp;��u��W��9�5�OCEP��)z�x�u�?���?�,�kl͟�힔��9�]�w�j�g��&amp;׭,iw�Gm�e��|=E��</a:t></a:r><a:endParaRPr lang="en-GB"/></a:p><a:p><a:r><a:rPr lang="en-GB"/><a:t>J�_#F]{�tMj�C�b��u�����ƚM�v�W��&apos;��ё�{D`�</a:t></a:r><a:endParaRPr lang="en-GB"/></a:p><a:p><a:r><a:rPr lang="en-GB"/><a:t>�[��k,�V�8k���,1-�4�_x0000_��tt~^�_x0000_3�_h��-�&apos;d��b|��Y�7��9l&lt;�pwic)���d�V��t&quot;�i)f�z���!�N�r����?Ư����WXw�e��m��_쬤�&amp;z����~����Ǯ5�4���_x0000_��O3�I[L�KCSK&lt;�����5�&gt;��~��}{;�������-�;�tRln�������_x0000_��˹�x��+gv=d���6��6J��j�*��]����O~��w��{�{�^���׺��u���{�{�^���׺��u�����ߺ�^��׽��u�~��{ߺ�^��׽��u�~��{ߺ�^��׽��u�~��{ߺ�^��׽��u�~��{ߺ�^��׽��u�~��{ߺ�^��׽��u�~��{ߺ�^���6e��H����&gt;�OU$�v�*VG��_x0000_���K�_x0000_t�¯���8��ft�F���6����u�.M��E��Bi����.���Iwi���C_�J�}Z:j��f�b���Z��.=����iԦ{��?	�˪��-M��o���c9�����b|Qx�&gt;+�qy)��-�z�~����Aw2����;�Nթ�v�3����z���{yn� k  ���|d}��������$py+���׏p*�H�t� ��PS��_x0000_�q��}ۧz���_x0000_y?��������~�zp:D_x0000_&amp;��|��Z��c!�3�K1��}</a:t></a:r><a:endParaRPr lang="en-GB"/></a:p><a:p><a:r><a:rPr lang="en-GB"/><a:t>7�&gt;�Ǘ���bb�e�_x0000_�[�X�/����&lt;��p���TMM�4�Č�u�ޡ�W}���@b6�_x0000_��L���QCѴ0����	���_x0000_j����$P��\v��W�3T�&lt;�~]F|��,&apos;#&lt;�5��dlS��:���`uT]K�[���D&quot;��L.C�7��&apos;��ޙ9�q�g�JH�T$�����z�����V�ǿ�5�q���m�&gt;��	ev�&apos;�v&amp;	,@`*(��ri�C��S��-���/��</a:t></a:r><a:endParaRPr lang="en-GB"/></a:p><a:p><a:r><a:rPr lang="en-GB"/><a:t>V���ʂW��LS��nH�8�H�a���?�z8�&lt;�[�Mêx�|��ys6A�K��	l:��X&apos;O������.&apos;�7�I#����e</a:t></a:r><a:endParaRPr lang="en-GB"/></a:p><a:p><a:r><a:rPr lang="en-GB"/><a:t>�(煾Er.���hu�G�#P�{�Z��I5�&lt;�ğp/������g?Sf� �</a:t></a:r><a:endParaRPr lang="en-GB"/></a:p><a:p><a:r><a:rPr lang="en-GB"/><a:t>BЩW</a:t></a:r><a:endParaRPr lang="en-GB"/></a:p><a:p><a:r><a:rPr lang="en-GB"/><a:t>�A����=l��Go$��l7��{I��7�f��&apos;V�����zˠ]$�f02xf�����_x0000_�{{&gt;]$a�~����ŭks��O��f#�H}}�D������q�k��K��}�3�-���~���</a:t></a:r><a:endParaRPr lang="en-GB"/></a:p><a:p><a:r><a:rPr lang="en-GB"/><a:t>߷p��i�&amp;��;Stcis8,�;����0�+�ɤ���&lt;�D�������_x0000_ˎR���</a:t></a:r><a:endParaRPr lang="en-GB"/></a:p><a:p><a:r><a:rPr lang="en-GB"/><a:t>2��_x0000_�R�c�&lt;A�]�?���-��9��;B��k�gŬ�Ó�B�OU�ز���&lt;�</a:t></a:r><a:endParaRPr lang="en-GB"/></a:p><a:p><a:r><a:rPr lang="en-GB"/><a:t>T`��</a:t></a:r><a:endParaRPr lang="en-GB"/></a:p><a:p><a:r><a:rPr lang="en-GB"/><a:t>���TD�SًM��\��3��tD`ܬ5�J�� �_x0000_����g�Ϗ�s�7~䓧�U�����;~A��bw^7#E�*�����&apos;N*pOR�@l��$�_x0000_�V?</a:t></a:r><a:endParaRPr lang="en-GB"/></a:p><a:p><a:r><a:rPr lang="en-GB"/><a:t>�3�@�F���,~$&gt;�?�Խ����A��RH�.k��y}�Z�-M5u6N�x+�u��QE���</a:t></a:r><a:endParaRPr lang="en-GB"/></a:p><a:p><a:r><a:rPr lang="en-GB"/><a:t>~��x�/H�M.�h��?K��9�)6��n�5)��5�]]L�^[n�	���p4� 0���u�Zkhãʷ-</a:t></a:r><a:endParaRPr lang="en-GB"/></a:p><a:p><a:r><a:rPr lang="en-GB"/><a:t>8y�bZ��I������_x0000_��n�P:�2�t�N�8��񯯿}m����n���\�4���G��C5[,T�ew�Q��1�=G� ���ګpn�m�g�i�W�غ�φ�f��_x0000_ 	�]n����{�F&gt;���k�W3S�&apos;^�ڨ�v���B̩��/+�H�Y��M�����Kgʻ�̈E�(H�Nf��½7?s9[l�F��Z���D��8-LeF|�=z��|���)�]��_�</a:t></a:r><a:endParaRPr lang="en-GB"/></a:p><a:p><a:r><a:rPr lang="en-GB"/><a:t>����mn��z���A7�!CJ�8[&lt;�F8��Uq,}5�e��`��kr4��?���|�̜�0Hc,�PQ��_x0000_�T�x�[ |U��Կz_nt_Ka�ۘz���=œx*�Gb�:�3[�{�BF*j�)�c�8Ҋ�F{Yt�����&gt;��q�齟��!���U;�g��#�j�(FG�]��^���׽��u�~��{ߺ�^��׽��u�~��{ߺ�^��׽��u�~��{ߺ�]���uI��*z�Ƕu�\�u}����񵇷��wt���kî��:��u���{�{�^���׺��u���{�{�^���׺��u���{�{�^���׺��u���{�{�^���z�]�+o��ǽ��&quot;���o\�}�]�4������C��GW(˖u���^��:����l�z���&apos;h:�J���?��\q�B�!�7p4&lt;��V�����C�Su׺�A���Tu�z�}{ߺ�^��׽��u�~��{ߺ�^��׽��u�~��{ߺ�^��׽��u�~��{ߺ�^��׽��u�~��{ߺ�^��׽��u�~��{ߺ�^��׽��u�~��{ߺ�^��׽��u�~��{ߺ�^��׽��u�~��{ߺ�^��׽��u�~��{ߺ�^��׽��&gt;��U�����K����kW#&apos;�C��0G���=���N�R��s�8v�e��</a:t></a:r><a:endParaRPr lang="en-GB"/></a:p><a:p><a:r><a:rPr lang="en-GB"/><a:t>�L�?�Z�$�1K�[ �Wڝ�+�[9zsCB&lt;���Ķ�{�3�����u-{)��M�c�5��G&gt;�][o�)XV�}Jo&quot;Op�ŔsPr+��:�ߩ\u�&lt;���F#���w�44���_x0000_���9aA��F���������2Y�s�5��t��t���O�D[����N�����f�y�j����4ԛ�2�$ES_.��~� �:mϱV��|�(Kht�\g����t�6�M��dQJxr�ʾ?�:�گ���7�������_x0000_rۑ�cMA��J��RE#���Æ���P�;%VBx�� �=���Rʇ����B���᪱��E.�C�^f�Ϳ*Y�%��A$Q�~i2����}zK�o�?�S���O�� ��]my��!�fg �j!)�i�=p�x��Ay+e�_x0000_PCu�*m?�¿�d��&lt;��f�l�-�D֞�ѱ�H�K���K	GMn/��)*C�mn��QR�Xj%%��&lt;�A�]���%D~ꭤ&amp;;%SZ��~(�b��Xm�E���?q4�i妆c^����Fy�J&amp;����V��B��v͊&lt;,�5�4��6��Z5c�ʔ�~T-����K��鹟	+Ɗh?�G�۟������ƐyT��w�N�s�:g�����h�Y��e�@�4&amp;Y�f��X�&amp;jZ&lt;�%E&quot;K&quot;�$n�_-5@6YF���;m;�_�q-�B��ӹG_x0000_&gt;�^c�m�a�ѹ[�]KV��� �o��z �[���hnlV���7O��p��ln�7]�d?{	�))*l�T1;F��,�5�&lt;��X	{k�R�������Y�}w����=}�J��;~�M.����a�5�-*N?CV)�.�4oI$[����y�&quot;9�U#2+9+�xjE�z��˸��I*�</a:t></a:r><a:endParaRPr lang="en-GB"/></a:p><a:p><a:r><a:rPr lang="en-GB"/><a:t>dW���ʝlE�_x0000_	���zO���l���WN����)?߻���E~���j���X�B��Iq�&apos;�I_x0000_�O0�Eʶ����g������Jp�hkQ���}�r���&apos;&amp;�uP����&gt;`����SE�)⦣��G���R�A���i�&apos;_x0000_�J�_x0000_T���ǻ�/:)���Jp�_x0000_/��0�KV%�$��|s���O��[P�!\��-��W�_x0000_X&lt;K�����&gt;���)�*�uagm�+_,uL�M�ڟ&quot;���v՚�6���S�|k+&quot;h��#:C5�f�TD��,�4��:)b=�|��&lt;�RGp�u\��)�зϦ��oK����h��|��ue.e�F�H�;3\�`�� �K\��b}G���M�����_x0000_W�RZZ[\Z+�qO��ת��n�Y�o������g���d���wsGbQ�A4�_x0000_GV�yT���4��V�</a:t></a:r><a:endParaRPr lang="en-GB"/></a:p><a:p><a:r><a:rPr lang="en-GB"/><a:t>���A������߶��~�T���uo_��������}��B���y�`N۷�q���	,}_q��~y����&gt;��u̚fm&lt;#��&gt;�����&apos;�:ן]��^���׺��_x0000_}����^馯F���2��E</a:t></a:r><a:endParaRPr lang="en-GB"/></a:p><a:p><a:r><a:rPr lang="en-GB"/><a:t>�</a:t></a:r><a:endParaRPr lang="en-GB"/></a:p><a:p><a:r><a:rPr lang="en-GB"/><a:t>G�$�ŝ�`�&lt;�[��u�&gt;���.��O�������?Z|y�&gt;������i1}��ۣo��6�p�RvWE��ka��w�&apos;���h�ȽLr�d��=׺\��_x0000_��9/�?�I�)&gt;R����6���oav��ʊ</a:t></a:r><a:endParaRPr lang="en-GB"/></a:p><a:p><a:r><a:rPr lang="en-GB"/><a:t>��=M�wnF</a:t></a:r><a:endParaRPr lang="en-GB"/></a:p><a:p><a:r><a:rPr lang="en-GB"/><a:t>]�����3F�LFCg�$�4���i���u�N����������1�</a:t></a:r><a:endParaRPr lang="en-GB"/></a:p><a:p><a:r><a:rPr lang="en-GB"/><a:t>ߛ3�g��/��}o��o-����+�g�}i��p�p/=&gt;F��i*��3�D��P(�u�7��_x0000_{����I۳����|g뎸�~�3����Eѝ!��v��z������l�������Q</a:t></a:r><a:endParaRPr lang="en-GB"/></a:p><a:p><a:r><a:rPr lang="en-GB"/><a:t>vI&lt;�i�&lt;���Z7C��W����iݽ���&amp;#�{��6u7W�D�����1t�b�ښJ���XM�QT1��k�&gt;H�J�i�TJ�#&quot;7��I��_x0000_�~l�I�ox��{&gt;�펛�|N��{�s�v^v�.���}�b�9��{�S;n�v&amp;���:GP�ay�̃�{�&apos;�.�z{��{���&gt;Muoȝ��{�~&gt;�h���gqw^{x&amp;f��cE���ԯ��a?�Ԩ�1]5E�R��U������n���j,^6��YZ������4�</a:t></a:r><a:endParaRPr lang="en-GB"/></a:p><a:p><a:r><a:rPr lang="en-GB"/><a:t>u��*�`��&lt;ߓ�����_x0000_~��{ߺ�^��׽��u�~��{ߺ�^��׽��u����ߺ�^��׽��u�~��{ߺ�^��׽��u�~��{ߺ�^��׽��u�~��{ߺ�^��׽��u�~��{ߺ�^��׽��u�~��{ߺ�^��׽��u�~��{ߺ�^��� ]ga��g&apos;Q&amp;��U����ǽ/��G�:N?����Z�,��f��n}��*i{��w	�lNu���Ԋ�f��T �$zy�A�1�����_x0000_��O� r�!H��+�_x0000_Z�����GM��^�_x0000_���&gt;��_x0000_cay	F~C�=H�������N��E&amp;��~�j��LWA�_x0000_)�����3�_#d���d�=&gt;/�</a:t></a:r><a:endParaRPr lang="en-GB"/></a:p><a:p><a:r><a:rPr lang="en-GB"/><a:t>�TsŽ�sØ�fP�I �_x0000_���n�y�0K�_x0000_���|]�@[i*_x0000_+�*_x0000_�G��p�&apos;�:0$^�_�</a:t></a:r><a:endParaRPr lang="en-GB"/></a:p><a:p><a:r><a:rPr lang="en-GB"/><a:t>����}k�D��_x0000_������n���9������O�g�}�`m��kzJ\2s��x���</a:t></a:r><a:endParaRPr lang="en-GB"/></a:p><a:p><a:r><a:rPr lang="en-GB"/><a:t>�Xsa�${{~i�p�F_��Ṷ�����W�í_x0000_wmFW��M�Je&amp;]�ܿ��q-��N���_x0000_��YX��}�O,�!�{��_x0000_��q�_&gt;��WOi�i&lt;��p��=o߷��6��;Sf�D�Q����6��Ja���cb�*�_x0000_�t{������(�M��\��&gt;�Me���C�,��������o`X</a:t></a:r><a:endParaRPr lang="en-GB"/></a:p><a:p><a:r><a:rPr lang="en-GB"/><a:t>Fڇ�1�}�_�b���a=�|��z�F��*���iB�ۇ�(S�[��������I�u���JҸ��z���O�8nY�w�IMF���_x0000_ (6��ӂ�c�OS�*(ZV�MR�\̬AA$Z�{����&apos;�Xy������_x0000_�ǭ�O��s��_x0000_{�C�~�Фe��^�{�T���׺��u�8�_x0000_�,F����K���PG�5t�&lt;hi���������s��+?)��e���#����6��PE/��D��n�2�TŊ�T��q����S�_x0000_4n=�fm�([�&apos;����7M�/��(��_��_^}Rnk�D����WU��^�.��;(K=M?Nw���M�\��=EV</a:t></a:r><a:endParaRPr lang="en-GB"/></a:p><a:p><a:r><a:rPr lang="en-GB"/><a:t>�����(�n���}��&gt;�|KN*�</a:t></a:r><a:endParaRPr lang="en-GB"/></a:p><a:p><a:r><a:rPr lang="en-GB"/><a:t>&gt;&gt;&apos;�:����c�Z�!��&lt;�^=&amp;�������-��3lv-m�?��J�URH�N���O�QJ��@��佘���_x0000_�Ь���$f�%R}^޿��OR ��o��iv��&gt;���uX�{��m��M$��0����	�v���n=&amp;�ɛ&apos;�/���_x0000_�]Vn�h#��^6�ЊV�?�����_x0000_,/��&quot;?�_�X~�ڕ��쮩�1��Jy�Z�Qыoc�%(Jʊ�	�Du�&amp;+��.�5F8�������4���Q�_x0000_6�~�����|t�I����s�v_�6������s�NQ��P0����%�Ƃ�z�u4�_������e_x0000_�#�p8�?h����rʲa�����_x0000_V�q���IK44��AMOE��~:���1%&amp;:��TG</a:t></a:r><a:endParaRPr lang="en-GB"/></a:p><a:p><a:r><a:rPr lang="en-GB"/><a:t>/�@)��_mKrSϥ��knI\</a:t></a:r><a:endParaRPr lang="en-GB"/></a:p><a:p><a:r><a:rPr lang="en-GB"/><a:t>��_x0000_�������[�B&lt;�\[B��:��&apos;:��u���{�{�^���׺��u���{�{�^���׺��u���{�{�^���׺��u���{�{�^���׺��u���{�{�^���׺��u���{�{�^���׺��u���{�{�^���׺��u���{�{�^���:�\��_�?���M+AךwT0���wceb</a:t></a:r><a:endParaRPr lang="en-GB"/></a:p><a:p><a:r><a:rPr lang="en-GB"/><a:t>�0Ef�Y���E� }��n5��JF��rG0O�I��TH��i�m��#�l ٩�H1���:����� ~��g]���R9��M���·��ө\ё�rH&apos;�x�$����ufH0�h8��u���.����P�I&apos;�&apos;�q{\{~_%���M�$��</a:t></a:r><a:endParaRPr lang="en-GB"/></a:p><a:p><a:r><a:rPr lang="en-GB"/><a:t>)�rIz|�GɨFdtD�H�\1�R�ju_�Ƕ!��V�?���Zay���z��O&amp;�I�CJ��\\�~�Ὤ�%\�&gt;](�[VApN_&gt;c�/��)�U��H�t`���_x0000_������J����c*q�_x0000_W������r8ֵ�}uȽ��AR��,���ȩ������պ��u���{�{�^���׺��u���{�{�^���׺��u���{�{�^���׺��u���{�{�^���׺��u���{�{�^���׺��u���{�{�^���׺��u���{�{�^���׺��u���{�{�^���׺��u���{�{�^���׺��u���{�{�^�</a:t></a:r><a:endParaRPr lang="en-GB"/></a:p><a:p><a:r><a:rPr lang="en-GB"/><a:t>�6��ƿ�q���N�	�+a�.�`W5�?N9&gt;�X���N���Kr�������_x0000_����S	�&apos;cv(�!���i�Dp�7��7�0�e&gt;_��Y�R`9!Ӆ���լ{���ƫ�_�z��O�?�?�#������3nl;vm}˳�0������yd3CG���@�T�(h�X���I�pG��\�&apos;�l~������EN�:u^�7��&gt;t�=���vng�kd_qcZ�4	,�mD�_x0000_q�K���?VOb������_x0000_K�_x0000_@���nCٛp�9��_x0000_��Xv���0{g��xZ4X�1�:X0T���,����2�N�^�_x0000_�_x0000_C�&amp;��W�����NT08q�שyghB�m˥TQ�X��Yf���t�!�H���!X#</a:t></a:r><a:endParaRPr lang="en-GB"/></a:p><a:p><a:r><a:rPr lang="en-GB"/><a:t>��B�ʷ]&amp;��{�Y��#[u�xy�����.��g��\�,n�����yJ����:���w�Rg��롓辠�J(]�S�Q`*��P�&gt;}�\x���M</a:t></a:r><a:endParaRPr lang="en-GB"/></a:p><a:p><a:r><a:rPr lang="en-GB"/><a:t>JZ��܍.-v�V��s��(�O��SӨ7����ۋ�!?eO�ϪW��S�W���YMIP��J�Y�)ɚ��U�Ñ{� �F�X��Q$d���=c�p�g|�X���gVP�����a������7�A&lt;u��s�_��GC���_x0000_����CR��G��iI&quot;��o��B��3�d�Aſ��a��;</a:t></a:r><a:endParaRPr lang="en-GB"/></a:p><a:p><a:r><a:rPr lang="en-GB"/><a:t>��ix�Rg�b�&quot;���=m�5Y�pK�k���?����p?i�`����?�����_x0000_������������G&apos;��]v��t�&apos;�/��Ʋr�d�~��m����_x0000_��VH\(����}�}�</a:t></a:r><a:endParaRPr lang="en-GB"/></a:p><a:p><a:r><a:rPr lang="en-GB"/><a:t>w��+�n���4#�:Ku]Q������4�6Dx��H�E�����-_l���z�v��&amp;/��A�3�/g���GlY�&amp;��~�ے�*�KK��4����3X�o�����_x0000__x0000_�u���:�_x0000_���_�k�_������ݵR��,u^</a:t></a:r><a:endParaRPr lang="en-GB"/></a:p><a:p><a:r><a:rPr lang="en-GB"/><a:t>v��l�{*T�_x0000_-A�����9���Fv�)a�C��V��K�_x0000_�����=�~�=r�n�׽��uѿ�ߺ�P�</a:t></a:r><a:endParaRPr lang="en-GB"/></a:p><a:p><a:r><a:rPr lang="en-GB"/><a:t>l呛K#(,��3���Ԥ�$��_x0000_�}}׺&amp;�������i��φ�_x0000_��m=e%|ݏ��kbgw�VB����s�</a:t></a:r><a:endParaRPr lang="en-GB"/></a:p><a:p><a:r><a:rPr lang="en-GB"/><a:t>V�Y�Џ��e&lt;���u�O~�_x0000_.��|3����vOP���&apos;�����={��1��s{�wn|~cm�Wl:��e0�&lt;�T��R|H����Ջ�ƾ��ѳ��ߏ&apos;���&amp;���Tm^�ٻg`�2�*U�4*zu��@l��K��$�&gt;�׺	6O���Kכ��7�����hn�����ٻ�mt���e��zw�p�c�CT�d�o�4���&amp;F�������5�wt���ѹ�/t^���$Y�oM�z�i�z�iIDՑͶ6��|uB�S&lt;�=,j}ob��t(uWA�B�*�螱�ޚ�LT�c�&apos;\lݽ���3����p{r</a:t></a:r><a:endParaRPr lang="en-GB"/></a:p><a:p><a:r><a:rPr lang="en-GB"/><a:t>HCՒ�Q-�����K)�^�&quot;�߀�</a:t></a:r><a:endParaRPr lang="en-GB"/></a:p><a:p><a:r><a:rPr lang="en-GB"/><a:t>�C��]��~;�_i垺\�bl.�ػ_xTM�r�) �ah��fgj����:�~}׺8����_x0000_c���׽��u�~��{ߺ�^��׽��u�~��{ߺ�^�������ߺ�^��׽��u�~��{ߺ�^��׽��u�~��{ߺ�^��׽��u�~��{ߺ�^��׽��u�~��{ߺ�^��׽��u�~��{ߺ�^��׽��u�~��{ߺ�^���v@�+��_��]os~�zoI�5yu���E�:υ����ֲ����_x0000_���4�Y����yU�jy��@�+~���5��M?o�R�&apos;Z\+���B��</a:t></a:r><a:endParaRPr lang="en-GB"/></a:p><a:p><a:r><a:rPr lang="en-GB"/><a:t>���?���C�������Ch������t*G��W�Ϗ��ƲK0�X���X�</a:t></a:r><a:endParaRPr lang="en-GB"/></a:p><a:p><a:r><a:rPr lang="en-GB"/><a:t>V��u?͋s��\|j�_}-��R�B��?-�3���ꞹ$&lt;ؒ~������`sFmG�5#B&gt;jz����:��&quot;���0*uu_x0000_*��\���S�</a:t></a:r><a:endParaRPr lang="en-GB"/></a:p><a:p><a:r><a:rPr lang="en-GB"/><a:t>����|�6j��S���Cо��A&lt;:�X�_x0000_&apos;�v��&gt;/�5gT������z��_x0000_�P%O��_x0000_&apos;��$����C���K���q%�SxSob�BF]������tI�R*Y�ƀ)�?��Gm�OKW��z�TlmO�N��N_�Jm��X�Vn_x0000_��n�\{�6�VL�ɱ,�HTS��}9�+�?oA&gt;C��R�m�3���$��b</a:t></a:r><a:endParaRPr lang="en-GB"/></a:p><a:p><a:r><a:rPr lang="en-GB"/><a:t>I�8����</a:t></a:r><a:endParaRPr lang="en-GB"/></a:p><a:p><a:r><a:rPr lang="en-GB"/><a:t>��2��:$�cc�9UX�{X�9�_x0000_x����,֗cK�5A��?����d[mv7�Ӷ�]�v���</a:t></a:r><a:endParaRPr lang="en-GB"/></a:p><a:p><a:r><a:rPr lang="en-GB"/><a:t>�Ϡ=B�}n&gt;�?�ƽ��K��� \�&lt;A��_x0000_�R!�0OF�p�T��B���?���_x0000_���&quot;2�Q�q���y4���|�T���&apos;�T�=�&apos;�nT���.w��=W�94���wc��E���k���)�ۻ�0%���@�)�d��wo�V�.��2�U:��F_x0000_(�N=b.�auɗ��%���B���&amp;��2�5I��ǭ��&quot;7�f�6�/ ����q鳩�[�Č.Zԏ�Z�c���� �.l��w#q��45��C��㏭�����N22�u�?�ϿW���O^���v=�IRy�ν��u�&quot;����������sW���_x0000_H�t�xq�S��&gt;cp����A6G��_���_x0000_�&gt;Лs#,��+�O�q鷾�&apos;�D[�</a:t></a:r><a:endParaRPr lang="en-GB"/></a:p><a:p><a:r><a:rPr lang="en-GB"/><a:t>�8,3N yҝp�-�P�k#O��pcH���_x0000_�������/T����a��5�µ����.�</a:t></a:r><a:endParaRPr lang="en-GB"/></a:p><a:p><a:r><a:rPr lang="en-GB"/><a:t>����TF�o���p�-o���Z|-_�Ւ)&quot;&quot;St\�B�`�i��</a:t></a:r><a:endParaRPr lang="en-GB"/></a:p><a:p><a:r><a:rPr lang="en-GB"/><a:t>�rET�</a:t></a:r><a:endParaRPr lang="en-GB"/></a:p><a:p><a:r><a:rPr lang="en-GB"/><a:t>�,�&lt;}/�V�Q�~_��_�K/l�A��_x0000_��?��s�3���K�U���k�g�,K�Q����_x0000_?^��n�&amp;�&apos;��gZ�o���{�k*_x0000_5���^�=u�������׺��u���{�{�^���׺��u���{�{�^���׺��u���{�{�^���׺��u���{�{�^���׺��u���{�{�^���׺��u���{�{�^���׺��u���{�{�^���׺��u���{�{�^�^=r���m�4�&quot;͠��Ӱx,�	�o�t|����o�����y�O�s��f���p��v�n��b�5��d(#���ץ#c՚�*y�1U�}bb ?��_x0000_g���ME��_x0000_&apos;�A�_x0000_W��ZN/��S��.����ϣ�Q�t=/Mv�i⺳|I���-��a���W�o��%U��X����I&lt;���ieR,��{{�Eqh|�)� ��N�[=�x���\�p�����w^��lͫ������ۻ�u��*&lt;*&lt;n��I���e�Cs+�&lt;���a-���[�(��9�~\:�/�Z��ݚ</a:t></a:r><a:endParaRPr lang="en-GB"/></a:p><a:p><a:r><a:rPr lang="en-GB"/><a:t>~^���WҿfzЗ���(���������_x0000_����G�=ӆ�{B*Λ�Wev����O+I=meV3�&apos;H�H����{_�q�RΤ���|O�נ��n/�����k�QI$��TW ([B�_x0000_8?����k�6�upK������1=�y�^&apos;��m�J&lt;�b�6aMMo𨄰</a:t></a:r><a:endParaRPr lang="en-GB"/></a:p><a:p><a:r><a:rPr lang="en-GB"/><a:t>xQ���tG*�wc�����E@�9�ǏL����|�M�	F��\��P;I�4�8T�i����~�!�s;ߣ��ǳ��5�5x������V��Qӱ�|mNO+��N��Eb�,A&gt;�2Y[��	p�hs\����Wv�Њ�F+O�W�}�O�k�;kvnc�_x0000_0͕�7�X��&gt;��=�����=��W?�e��9��33��$���5�iN��u���w�Z�&quot;�9������lߚБy���h�4�pi���ǭ������?��W�e���mc��̕X��&apos;H��܅�)a�HQ�&quot;�\�.!kk�-ߊ1 ��?�z��.��;��@� �����3ԡ�?�������w�{�{�^���׺��u���{�{�^���׺��u���{�{�^���׺��u���{�{�^���׺��u���{�{�^���׺��u���{�{�^���׺��u���{�{�^���׺��u���{�{�^���׺��u���{�{�^���׺��u���{�{�^����[���7e�;���H���ˊ�휤6_�($���6�T:�5}���Y\cBxyפ�_f��2ΫO�?��u���|�W���+�n�M.��^���a���\euA�z�k�������ߦ��`}�����xB�i���}����v���P���T�&lt;&lt;ǟWS~](�&gt;�e</a:t></a:r><a:endParaRPr lang="en-GB"/></a:p><a:p><a:r><a:rPr lang="en-GB"/><a:t>H�/c�7Q��WE(_�u9�Sp~$ի�I�Ϟ=:�ڎ��_�_^=��q!Z���}4��BB�(�����:��?����.ow.&gt;��n�[kIǉr�c�P��:�r96&gt;�1y&lt;�ç#Hl&quot;h�Π�Q�_*y�׽���J�+HL�h���)Bߧ�^�\4l���O���߶�O�&amp;�c�����LaZ��`˼�/ObT�夒&amp;o�y Hx�1&lt;�O��T�Hy�&apos;�e3Ío@�~�&apos;��R�o/��h��U^����*�z�Y&gt;�4�t���]XXx�{�K�e��+Z���zu�M���M�q�&lt;:T|&gt;,;{�&apos;�����&lt;�}_����=�`.�`�|G�_x0000_�ӏPϼ(RH��|:�E����_x0000_&quot;��ξ}@�o��f#����*�_x0000_��&apos;��&quot;؁�ss�_x0000_N��f�����_x0000_H�_x0000_�[g#kMD�X����c��</a:t></a:r><a:endParaRPr lang="en-GB"/></a:p><a:p><a:r><a:rPr lang="en-GB"/><a:t>�P��0��_x0000_g�����������TS��\uT_�#kI�?���l}8o���=���Q�u���o�z�v�&amp;�֧�y�G�w#4k�(���_��H�$�����a���Y��[&apos;cn��I���Gq+�.sm�e�&lt;��oc�e�</a:t></a:r><a:endParaRPr lang="en-GB"/></a:p><a:p><a:r><a:rPr lang="en-GB"/><a:t>#	���_x0000_W�Rf�&quot;&gt;�4���_x0000_���)��+⪠�?,9n_�rD��O��2&gt;����{�������_x0000_/����$��Dq����:%��y��K�n٥̓�~��Փ��wO�?��ى��/�&gt;([,��#�1C�@�:�oT�vѾ</a:t></a:r><a:endParaRPr lang="en-GB"/></a:p><a:p><a:r><a:rPr lang="en-GB"/><a:t>H���]]�[H#�y��MϷ� P����\��u�~��{ߺ�^��׽��u�~��{ߺ�^��׽��u�~��{ߺ�^��׽��u�~��{ߺ�^��׽��u�~��{ߺ�^�������ߺ�^��׽��u�~��{ߺ�^��׽��u�~��{ߺ�^��׽��u�~��{ߺ�^��׽��u�~��{ߺ�^��׽��u�~��{ߺ�^��׽��u�~��{ߺ�^���~��l�電(��Mɗ2X��`�ԧ�n����˯=(=hz����P?����B���g���G����}�s�O#˩B���&gt;�[Π�&apos;ο��_x0000_&apos;S_(�jiwaO䁇��S�(�M�i���o�U_x0000_}?�~~��]��&apos;�:�@O��j�_x0000_,��q|��y=�&quot;�������t�X��u&apos;B��A���$��Gܔ	`�o���$��_x0000_��_x0000_&gt;��$2_!a�����qE�9���_x0000_P</a:t></a:r><a:endParaRPr lang="en-GB"/></a:p><a:p><a:r><a:rPr lang="en-GB"/><a:t>��f�`��������v&lt;GU����&gt;�w�/��^�u�&gt;��^�S�?Q��O�+�,�n��[s��*����c�_x0000_�|D���n���O�ϡ�_x0000_&apos;Z5nJL�x|��{yY������h���*��$���&apos;�x�:��}V��_��~���w-����|B�����������s���ou��l�6���ۊ�6��[�$l�6c�_x0000_�p�W��,���,U�#�&gt;s.�r���1Z�y���&gt;F��.f�So�!�P(q_���t���I�ZDީYG,�G��	��	Jna$7��N�qGk+��������&quot;���������{vٌ�&lt;G�&lt;�b��������6���u&gt;�Z|fZ����4�2l]�IJ�,�&lt;n�F����d �i��y��i������}5��_�޽������j���CJ����q�@p� Ӈ�O��S���_x0000_�{���8��:+��n�H;Wgm�V��۩��%�*�i�j�-B���:-�TS��r[Y6h�+&lt;��J��y���bv�=�߽K�]�4,���}�x��_��z}-x̀��#��+)�$���XX�#���jf�iZ�_x0000_�����x����O��5��G\}�t��׽�u�~��{ߺ�^��׽��u�~��{ߺ�^��׽��u�~��{ߺ�^��׽��u�~��{ߺ�^��׽��u�~��{ߺ�^��׽��u�~��{ߺ�^��׽��u�~��{ߺ�^��׽��u�~��{ߺ�^��׽��u�~��{ߺ�^��׽��u�~��{ߺ�^��׽��u�{{��8�_x0000_}��0�1�֟˭�4˨��O5&lt;�j}M��&lt;���F���Ac</a:t></a:r><a:endParaRPr lang="en-GB"/></a:p><a:p><a:r><a:rPr lang="en-GB"/><a:t>�9���y&lt;&gt;�^��E�1&gt;c�������!�Ի��i*6���;��_L�G�A���ko*:LL�~���~)?#�}$m�L.-_x0000_��_x0000_7���,�܋�����W���u�O�m�aXگ�O������w7���~���QY �v�&quot;��u�z�F&gt;M�/����}��b|�&lt;5W�</a:t></a:r><a:endParaRPr lang="en-GB"/></a:p><a:p><a:r><a:rPr lang="en-GB"/><a:t>�&apos;��&amp;����/:��ʵ����_x0000_�C�$</a:t></a:r><a:endParaRPr lang="en-GB"/></a:p><a:p><a:r><a:rPr lang="en-GB"/><a:t>��G��h�_�o|y��ֽuX��״�q$�����R�Z=�AK�&amp;*a&amp;Ŗ�[��m</a:t></a:r><a:endParaRPr lang="en-GB"/></a:p><a:p><a:r><a:rPr lang="en-GB"/><a:t>jsA����G�y��;wV��0�l�E#���_x0000_�_x0000_���O�_~F��*�������Y��������&apos;��f�2��[m4ԩ9_0�M�Z�yve@@�`�񠡧�Ɵ���j����3T�_x0000_�:�&apos;�	�������_x0000_�M���}|q�߈���</a:t></a:r><a:endParaRPr lang="en-GB"/></a:p><a:p><a:r><a:rPr lang="en-GB"/><a:t>����*w</a:t></a:r><a:endParaRPr lang="en-GB"/></a:p><a:p><a:r><a:rPr lang="en-GB"/><a:t>F���S���ō7`��=������	��hX�R#�X��m���h����_x0000_�G�=z,�qH)騠�O�����hs��ҥ��_x0000_�l��ʍ����&gt;D�R�9�x���]麶�Pu���pSG�Z�~���2�����&lt;O:Udaz���0$�ǲ�&quot;ܣRQ�A��J�ji�~]Zϴ�E�EJ������4,P�@n��]a����^��5��m��۽{���y�{����iE��t�QPTU�*��ҡ��[�R����K�k�ס���m��5G_x0000_�E)AJ�y�k��6��A�X��?�7J���z�^��׽��u�~��{ߺ�^��׽��u�~��{ߺ�^��׽��u�~��{ߺ�^��׽��u�~��{ߺ�^��׽��u�~��{ߺ�^��׽��u�~��{ߺ�^��׽��u�~��{ߺ�^��׽��u�~��{ߺ�^��׽��u�~��{ߺ�^���^�׺��$�M.��l��*24~1#�-��[�_x0000_T��o�x�?�	��}z�щ��̨����Z�1�-W���Yҿ9��rG�?#�����i�ٱ�g��p`�5fN:`K�S���q@t���U*�ч���k���K��V����x�`�DR�)4�a�ߣ���O,UPUR&lt;Jl�R���::���+K&lt;wW�xe�x���x�ui-�܋(�M8pgYyŽմs۟�T����Y�����Ҭ�A�*���Rlq���޽��{�{�^���׺��u���{�{�^�ڸ7WS��ڨ�Mw�7�1�ed���T�_x0000_ǎd��f��ޣ/���f�`�OL.���:���&amp;$}�SS��a�gF;�F���_x0000_��&gt;�+g��կ���S{��:�z�7�,�[Wnu}8$}^�*R�_x0000_����`�{1r?�t�	�����%�_x0000_W���ٿ�����_x0000_��&gt;)D��Kɸ�s&quot;��_x0000_�Z��%���\���G�o�H0�_x0000_�?����</a:t></a:r><a:endParaRPr lang="en-GB"/></a:p><a:p><a:r><a:rPr lang="en-GB"/><a:t>�V��O͟�����`������0[�G���z�&gt;��_x0000_��_x0000_|=��&amp;?�kk6��_�9���*7���qCpZJ��9#�u�2�%��A&gt;��)�z�e�� �t��U�_x0000__x0000_�4��~��i��,���@�哝RIQ՘��Ir��+}�}��Gncq�?h�H{�A����D��S���(����J�	����$�M�Ԫ��^��|��</a:t></a:r><a:endParaRPr lang="en-GB"/></a:p><a:p><a:r><a:rPr lang="en-GB"/><a:t>�����&gt;՞�#vb9�z���|�ؔ��&gt;8i{��pF�_x0000_Ӓ</a:t></a:r><a:endParaRPr lang="en-GB"/></a:p><a:p><a:r><a:rPr lang="en-GB"/><a:t>o��6��E&gt;_�įPV�ܙ_�w���?�_w�/���_x0000_͇�ǵǤǏ\���u�~��{ߺ�^��׽��u�~��{ߺ�^��׽��u�~��{ߺ�^��׽��u�~��{ߺ�^��׽��u�~��{ߺ�^�������ߺ�^��׽��u�~��{ߺ�^��׽��u�~��{ߺ�^��׽��u�~��{ߺ�^��׽��u�~��{ߺ�^��׽��u�~��{ߺ�^��׽��u�~��{ߺ�^���l�}�h|S�G�S�{��sf�f7He���J�&quot;_x0000_��}�ʅ_x0000_�u��GϪ��S�|m_�q���</a:t></a:r><a:endParaRPr lang="en-GB"/></a:p><a:p><a:r><a:rPr lang="en-GB"/><a:t>��O��_x0000_�2�-a��X�7%S�]OX�{~}��u2&gt;����=N�o,;	_x0000_��&gt;x�?�Շc�d�Qs,�p0J랤3�c������]�D�H�ҕ��_x0000_c�9&amp;�k�L)V#��Ϫ��L��p�_x0000_̿��_�����Z�M[�e&gt;��Pl��[��J0���n=���^��l�:��@��N�$�=E�U��</a:t></a:r><a:endParaRPr lang="en-GB"/></a:p><a:p><a:r><a:rPr lang="en-GB"/><a:t>(&amp;�Ҝ&gt;~]\ҍ*��X�����Y+</a:t></a:r><a:endParaRPr lang="en-GB"/></a:p><a:p><a:r><a:rPr lang="en-GB"/><a:t>���� �#�׮C�?��x���/���������=R�}���R_�(�������_x0000_����@?K���}}��#�ϋ�2�_x0000_��s���&gt;��N���ɫ��k��#|��-K0&apos;���D�oyɈ��q���)\�s�^����On�&apos;Ţ��r8����h��#�����;�5���$����,ty(c������PM�jZ��_x0000_:bXͤ�������Ӝ�֣�~��h�Ӗw�c$&quot;(~G��c�������{IA��Zai�o}K(ŷgmH�����|e�V*%N&quot;Aijdo����)�@��h�zMH��pxcW�Yɾ�r����ĸW�ĵ�!Z�����C���uw�ܮ#��d�y����f�g�U��|r&apos;]Q�-@�E2��_P���}���K��_x0000_M4�?����@�yk��$��^�ܠ�G+��u(�f��Q��Blf�</a:t></a:r><a:endParaRPr lang="en-GB"/></a:p><a:p><a:r><a:rPr lang="en-GB"/><a:t>�j?E��E��J�K��^(4&gt;Y�}0/�Vaoj��Ƭ��S�9V�*�}�;�j��Ct��X����d�&lt;,;�t�ݧP+j��5d:m]G:�S�-s����	��&apos;{m̭�2�  ��5�\(SJ�$�&apos;Ө�ܮZKȾ��&quot;-pM[R�b��sTJ�</a:t></a:r><a:endParaRPr lang="en-GB"/></a:p><a:p><a:r><a:rPr lang="en-GB"/><a:t>���h���|���ߕ�a��]�Y���㶩�����5:P��Z&amp;_x0000_�?4����UqOJ߻{��6˻��!t�:X1��g���|ۮ�[kvz�jFQ�T�1�|���`CpW�</a:t></a:r><a:endParaRPr lang="en-GB"/></a:p><a:p><a:r><a:rPr lang="en-GB"/><a:t>������ʬ�MɊ�T�*j4�}�gB��,�1�&lt;8u׷����z��{ߺ�^��׽��u�~��{ߺ�^��׽��u�~��{ߺ�^��׽��u�~��{ߺ�^��׽��u�~��{ߺ�^��׽��u�~��{ߺ�^��׽��u�~��{ߺ�^��׽��u�~��{ߺ�^��׽��u�~��{ߺ�^��׽��u�~��{ߺ�^��׽��u�~��{���^��@^�*�#�F�ʬ������_x0000_��I���d +�=�^�||}���?n�$�������̫�&amp;�_x0000_G]�&apos;񝕘�{j0�f➉O#ɓQ�=�9v�RF���us��rn!���q�P���ݼ;{�y�;�/\�����wsU��c�4}���V�Ju��E�OW�&quot;V�\4�b���9�ɠSJ�$q���:]�[�3T������B�_H_�Y�%�+ߍ�%�|av�2O���%D[��V,����n݇��$��:��w��&amp;�&amp;�QQ^#�p����$�u�[[��1�</a:t></a:r><a:endParaRPr lang="en-GB"/></a:p><a:p><a:r><a:rPr lang="en-GB"/><a:t>Q�+���PޚGD����_x0000_&gt;���%�~|&quot;���_#p9=���l�n�˵��f`7$��y�v�桯�ih玮����̺[I*��	���_x0000__x0000_j8d}�T4�藙o�#�f�[N��!N���|ڪV�#]=���_x0000_��n�߱&gt;Mt^ʮ�Ź�</a:t></a:r><a:endParaRPr lang="en-GB"/></a:p><a:p><a:r><a:rPr lang="en-GB"/><a:t>[Q�voLw�&quot;\�Sv�ȹm����{K^�ZiKTƖ6����B_x0000_\׷��х)���ČS��R_x0000_9�z-�M�~.���P����[H���SJ�z����|�˃�W�]|���_x0000_%���Cl��s�㈣�?&apos;���]���[v����)O-��Y&amp;�H���i̳.���J�����DS@���A�?m8�V�������&apos;�f�~��?�Y��}v�G)���;�|�L�|�k檶����25D�P�tb�T�X�$؟`}ʦ�V&apos;:��?��C�_a�ۣ�?f���QZ�JG�k�՚�T_x0000_�)]�	���ty�~�׺��u���{�{�^���׺��u���{�{�^���׺��u���{�{�^���׺��u���{�{�^���׺��u���{�{�^���׺��u���{�{�^���׺��u���{�{�^���׺��u���{�{�^���׺��u���{�{�^���׺��u��}{�_���=�lk&apos;��&quot;LfFL &apos;_</a:t></a:r><a:endParaRPr lang="en-GB"/></a:p><a:p><a:r><a:rPr lang="en-GB"/><a:t>�号Ӣ��S������&gt;��nJ(�t��k#ٽ���W�}�#A�D��`��KE%M9�_x0000_?���\&lt;6��ֵ?��f�h�lPd^5�Y��OʝP?�ߙ�^�̯���г��{u\[7`�=�V(0��k�%v�ۭ�Տ�β�FG�⪂@���#�W���F�M�uxj�)=�,�@�Ȧ����uȼ�_x0000_a�@v�bwY&amp;u�F�)_x0000_e��BE|Y���ʲ��4r�&lt;B�^8��$w�9?�Iq�H��q=�R�)=o�g���hwd��D�䦒]T��MG�:�n��U�Kk&quot;�M@�&gt;���4%�&amp;0F�Q�_�Ei�����1���]JV&quot;u���g6(n.�����)���2z蓫N��kV�|l�������	�鞬���������vAP@&lt;�zJ���a��ϋ�f�a�)p��?f?o^���+�������߿�T=7e�p��YAl�5���𓀬�I�ڽ����(W���D���	�9bw~����Z2��I6�e���?*(P1TEEQq����|�ް�	�z��L�������_x0000_)��X�T�m��J�@-S�+lcU�МW_�R�O�x?C~=�w�2�</a:t></a:r><a:endParaRPr lang="en-GB"/></a:p><a:p><a:r><a:rPr lang="en-GB"/><a:t>��l�&amp;iq�`��k��&gt;�?w%��(�|$�~&amp;gW����z��1�ʫ��*O��</a:t></a:r><a:endParaRPr lang="en-GB"/></a:p><a:p><a:r><a:rPr lang="en-GB"/><a:t>q�́J���%��P}�G%�!�5�%�B��n��?i���u&amp;{:�6kx����hz�&amp;�lV�?���Q�&gt;�e]��s���_x0000_�ө�&quot;xG�&apos;�������d_����_x0000_��W��wFw_Ow&amp;�*_x0000_�}M�~F%la���V�����&gt;��zd]�A9�H�B���X��87��!_]����$�-�֎M�����Ko���-�$�����.���q��_x0000_VC@�:�)�J&lt;uԅ���b� ���?K{/�p�SΣ�A5[I�A�����_x0000_#�h���拲�P��?�Wʌ�����ۛWq�q���ca�ɿ�͕Z%��O�A��:nNd� ���_x0000_��!�Ԃ��oE�PӮ~�ֺ��u���{�{�^���׺��u���{�{�^���׺��u���{�{�^���׺��u���{�{�^���׺��u���{�{�^�����ߺ�^��׽��u�~��{ߺ�^��׽��u�~��{ߺ�^���E�6&apos;��?�~��v?O~��{ߺ�^��׽��u�~��{ߺ�^��׽��u�~��{ߺ�^��׽��u�~��{ߺ�]����{���n[�����`ێu���*Jؙ*:���0��&apos;U��(%��:q</a:t></a:r><a:endParaRPr lang="en-GB"/></a:p><a:p><a:r><a:rPr lang="en-GB"/><a:t>X�_0����/����G��D��$�K��d��א��_��^��_x0000_/S��Cl�ׁ-�_x0000_�?�z6;p_qa|�3��G���X�~����_x0000_��&amp;�\8cAQ_��;�#`}|&amp;?�Rz���T�_���7�0�{3���]��%��&gt;g�/䒴���=����n��?h�3�_x0000_?u�f����_x0000_����9�}I�܋^�܏������_x0000_ ��ˮ#�?��x���0=M��ƽ���5��T��`�_x0000_/T��_x0000_</a:t></a:r><a:endParaRPr lang="en-GB"/></a:p><a:p><a:r><a:rPr lang="en-GB"/><a:t>&amp;F��&gt;|������m�Pw�i</a:t></a:r><a:endParaRPr lang="en-GB"/></a:p><a:p><a:r><a:rPr lang="en-GB"/><a:t>�_x0000_$($��i�����e�_x0000_��A�r�_x0000_p����iu��W�~my�c���ن��&gt;�������}�W)���)���n</a:t></a:r><a:endParaRPr lang="en-GB"/></a:p><a:p><a:r><a:rPr lang="en-GB"/><a:t>�3�?af&gt;_2z4��#��	��%,;���&gt;;usQž��0�&amp;j����}��������DSQQQ;K+�7��~��k�n�I���z�}��y�pd�^?*�_x0000_��]^�_��zA��l?M�kdZ_��x�v~m�}:d���+}��劭)��-�!��{���.I��5&gt;U4��u����^�_x0000_jD��.�8��_x0000_Do��=�������_�]߹;��4�%�{tV⤨�Wm��ף5��5B��s{t(@?r����;~�_x0000_ʒw_�$���Hu�&lt;��^߻?+�\��Я�cG�3C�uy]3������iٛ�ag��1�v�;qW���&gt;Sf�+�0��u6YWH�S����_x0000_��V�qb�7���Ɣ</a:t></a:r><a:endParaRPr lang="en-GB"/></a:p><a:p><a:r><a:rPr lang="en-GB"/><a:t>¼}i���v;��&quot;V�ޤ��=�j=4��_x0000_P	����$R�t*`�54�4��n�a�*$����ǲO��Y�#B&gt;�}�ѩ�n�T�!y���k�]R�\���_͟��Wk�����vj����n�w��GC����DuyY����5*OT��7��#t��,J��#�ҟ0&lt;��X�ϻ۱^�cA�=j����G[T�����|���H��$��~��2%�ˈxR����	�咳���u��������T�:L+��~�����u���{�{�^���׺��u���{�{�^���׺��u���{�{�^���׺��u���{�{�^���׺��u���{�{�^���׺��u���{�{�^���׺��P����{�{�^���׺������{�{�^���׺��u���{�{�^���׺��u���{�{�^���׺������{�Z�_x0000_��������^����϶�f|O﯋[�j:gsu�Wmc3�ԒW��M�</a:t></a:r><a:endParaRPr lang="en-GB"/></a:p><a:p><a:r><a:rPr lang="en-GB"/><a:t>�_f���(ȖU��)�*��3~�ov������T�HwK/���x������O���_x0000_�|����~�ܝ��뢷V�����;�_x0000_k흭���Ǹ��&apos;,�ۋ����b������A&lt;�Ɔmf�</a:t></a:r><a:endParaRPr lang="en-GB"/></a:p><a:p><a:r><a:rPr lang="en-GB"/><a:t>0�naV�JT1� O�u��ܟT�+��L���9���G[�L��`������</a:t></a:r><a:endParaRPr lang="en-GB"/></a:p><a:p><a:r><a:rPr lang="en-GB"/><a:t>&quot;����1OGGJ��R8�TPaY�29��.?��J�6q[Z�X��p�8+��&gt;6���ҿ�g`����V韑�YCYC���I�l��z��F�avn</a:t></a:r><a:endParaRPr lang="en-GB"/></a:p><a:p><a:r><a:rPr lang="en-GB"/><a:t>I��z)`��(g,�^)&amp;��v��Dt?/�b�X�&lt;Ͳ�ʼ��G@$�j�����mD7�%?��lM�X�e��&lt;�x�w���݉Y����5Wc2�V�-@:��M�`�~Dn�+�)���dt]�qZ��+�P@��&quot;z7?��&quot;��Q�0���zu�����U���z3;[���_x0000_`��[F�U�*᧡��]��j����&quot;�xԟW��b���#���N~��z2��M����U)N�p	�E����6��ڛimM��6�+j�=���mm��0�qc0�wim�u���b��ʑS�&quot;�u\�O�����w��&gt;Þ�</a:t></a:r><a:endParaRPr lang="en-GB"/></a:p><a:p><a:r><a:rPr lang="en-GB"/><a:t>��l,��qPV��_x0000_�ҁC[���س��7����N�.r�^�׽��u�~��{ߺ�^��׽��u�~��{ߺ�^��׽��u�~��{ߺ�^��׽��u�~��{ߺ�^��׽��u�~��{ߺ�^��׽��u�~��{ߺ�^��׽��u�~��{ߺ�^��׽��u�~��{ߺ�^��׽��u�~��{ߺ�^��׽�u�~z�\�������}��N�p�����r�����eV]G*�&lt;N�7�*�����[�����tK�f|���i�m���2Ǹ�trc�Ol�Z�|Ob�hX��OO����D��Yt&quot;0��Ll�- �H�EKҟ`�|�ϳKim�a�8�i�f���pkQJu?�����P�8����릱3�Q��&gt;К(���AM��č�C~MV�x�q����_�D	��_x0000_���;�l�.�3�H�ҟ�O��G��H����~`|vC�;�kv[�&apos;JI7^:�)���u.�܆|T�2��&lt;3ȃ���E�_x0000_�6��eD</a:t></a:r><a:endParaRPr lang="en-GB"/></a:p><a:p><a:r><a:rPr lang="en-GB"/><a:t>-É5Zԓ���d��}0$�C@��P&lt;��E���*�R���|c��JY�������7�%�p�.H��Oa����0Ip+�^����7�l�_x0000_E�_x0000_��=���:_y����6o�/�;��wN2�M�z��#I�]���o&lt;0�K�FgR�5�W�e��ɲ�b��.u�,yp���5���t��[+��ú�⾝]�������o3@��(ug�&gt;��l���F���:���e��������&lt;����Hj�$���[Ȑ:������= {S=�����S�)��u���������M&quot;;�U�����i��x��%�=s��(�����]i1����1uDl�A���C���?3�&lt;���_x0000_���}��.�Pu�r�.�??��,�B����D�}��}�8#S�/nQQ�?�+3�}�/��ﶬ?�C����~�H�G�1�_x0000_Ƶ��_x0000_��cE_�?滹&quot;��~#l���,�</a:t></a:r><a:endParaRPr lang="en-GB"/></a:p><a:p><a:r><a:rPr lang="en-GB"/><a:t>�_�����,O��=��}��g�%#�7�_x0000_&apos;S����jr5��_x0000_�u��</a:t></a:r><a:endParaRPr lang="en-GB"/></a:p><a:p><a:r><a:rPr lang="en-GB"/><a:t>�7��7�_x0000_y�_x0000__�*��A�/�:�]�9?g]���/���_x0000__i���J�X�2t)h+����1�q�P_x0000_���u���n�?ݸ&gt;��.�_�Jz�_x0000_��9�F3�?�GĚW�H�ܛN~n#�j�����(��TXU�b��m�ų�H���m�&apos;�ׅ&gt;��h�T3&quot;q��V�XNrI���=����S�X��1_�5�]W��|��~I:ͳ	&gt;w�9�h~���-����~��2O�oQk�-���w� �W��������_x0000_�-�c|]���{�U���׺��u���{�{�^���׺��u���{�{�^���׺��u���{�{�^���׺��u���{�{�^���׺��u���{�����ߺ�^��׽��u�~��{ߺ�^��׽��u�~��{ߺ�^���a�o��_x0000_��������M�_x0000_O����D#����Mݺ2����͓�p��_���Jt�t����$1�����D������=����[�&apos;b����uˏ�{ۢ�ݯ�G�#��M˸Z	�%�`�����HD�#&quot;?��W$j�W�8xt	�!e��+ǩI��{����u��@Ҽ!���d</a:t></a:r><a:endParaRPr lang="en-GB"/></a:p><a:p><a:r><a:rPr lang="en-GB"/><a:t>�Uj/⼄h$�b������u�9��u g	�WV+͆���</a:t></a:r><a:endParaRPr lang="en-GB"/></a:p><a:p><a:r><a:rPr lang="en-GB"/><a:t>��{�^���ˮ��� �Ǭ��\��������G[����L&gt;��7Pc�5H ��Ҷ�Q��Hb���tc���[�љ@$e#�2ot,���@6&gt;�׺��_K-��X_x0000_�H�V����M��׺���{�{�^���׺��u���{�{�^���׺��u�S��d�&apos;��&apos;Yr���6�_x0000_�9�aê��&gt;r��8?g�GVPd:W��*�B7Rc#�t�H�&quot;�0]�X��ԩE�؊!�I_x0000__x0000_���!4m&amp;�54_���_x0000_Q�t��G�Qnk�T�_���_x0000_&apos;B}%R�V��V��P�1S֗��R���G�{K�.����F�(ݛ��O���)�d�_x0000_��	��R?�&lt;h��2����`u�t��3Q+~�o�m�&quot;�	���Rs����?�@&gt;ΣK5���_x0000_W�`��Q�}-����t���O^Q���^��?�&gt;�(��/�J������c�_x0000_�	����y��UG�,]M���U({{</a:t></a:r><a:endParaRPr lang="en-GB"/></a:p><a:p><a:r><a:rPr lang="en-GB"/><a:t>&lt;��մ�د�\�GŨ���D&lt;����8?�Z6�L���O���%D�ݵ&quot;��J���</a:t></a:r><a:endParaRPr lang="en-GB"/></a:p><a:p><a:r><a:rPr lang="en-GB"/><a:t>ySC�n�H?�=�W+��`;�ӆ#��.�z�y�ހܨ�R��V&quot;</a:t></a:r><a:endParaRPr lang="en-GB"/></a:p><a:p><a:r><a:rPr lang="en-GB"/><a:t>c��Y��3��?�ۦ 蟅]�iG��˶��w�[�&quot;�%���Ǔ5u	k�!�zx#F�N�����6�w%��O���~Ã鞳���^�`X&amp;�U�qM:MIԺ�N4�S9����d��:I8���_x0000_��(�����L�;{���\[�(&amp;�3��\j</a:t></a:r><a:endParaRPr lang="en-GB"/></a:p><a:p><a:r><a:rPr lang="en-GB"/><a:t>��Ǯ(�%��&lt;s¬�T@����nd���[��&lt;��{q ە�gz��#�N��=J	낳v)&apos;��㜀}:���̃h�m�ؾ�랴�?$~N����6�����ɖ�9�x��_����\��X瞉4$10i%Rm�D�NO�xQ�I�yӏ*�/�Q�6{�s��i*j���_x0000_~��C���w�Om�_x0000_/��xy��b7;�,A�q��L�qo����1��v�Eʒ㎕V��G&apos;��&gt;-���T�)��S����m߂��_x0000_�7y�.�������Bt&gt;���&amp;ۻ2�&amp;��</a:t></a:r><a:endParaRPr lang="en-GB"/></a:p><a:p><a:r><a:rPr lang="en-GB"/><a:t>9c��������!$1R��j�*�</a:t></a:r><a:endParaRPr lang="en-GB"/></a:p><a:p><a:r><a:rPr lang="en-GB"/><a:t>a	�؏o;^�jb�VV�;)�^���o;���3#���O��R+���̳��TH��������7��~�Ȕ\��y��~u�]�xm�(���Ï��/6��G��_x0000_oc˫�����׽��u�~��{ߺ�^��׽��u�~��{ߺ�^��׽��u�~��{ߺ�^��׽��u�~��{ߺ�^��׽u�Ϳ���[Q�ӯ[�G�j[�o��zߟǽ�i��\~޽�_x0000_&quot;���׽�u�{��v&gt;�H=lxu����_x0000_O~ֿ&gt;�M:��c�_x0000_�{�`�U\9��G]{�Nu�z��{���^��X/�&lt;:��~ֿ&gt;�Z����_x0000_���=�Pn����~��{ߺ�^��׽��u�~��{ߺ�^��׽��u�{{��{�`:��.���޵�ϯW��w�_x0000_x�_x0000_x&gt;��q�:�aJ�U��@R兏�~=����j����=s@�(6�ou�$u҆��rL�!�v�	���s�?�{��s����,���,�&lt;z�c�L%��0�</a:t></a:r><a:endParaRPr lang="en-GB"/></a:p><a:p><a:r><a:rPr lang="en-GB"/><a:t>��ߏv�RI�9&apos;&gt;�����r��ϏYK���@ߗ1ܓnO��t[mG�MY��zjKˠ�PW�=b���D}Z�_��=�k��,SX�;�y&gt;&quot;={޺�^��׽��u�~��{ߺ�^��׽��u�~��{ߺ�^��׽��u׿u����׽��u�z��{ߺ�^��׽��u�~��{ߺ�^��׽��u�~��{ߺ�^��׽��u�~��{ߺ�^��׽��u�~��{ߺ�^��׽��u�~��{ߺ�^��׽��u������]#g��u�������ꮥM�u�+��H.U�U,�*��ߟ�?��w��P��&gt;Ji��*���&lt;���Ԉ#��F���X�j�a�[�Q�_x0000_�yb�K_x0000_����y�</a:t></a:r><a:endParaRPr lang="en-GB"/></a:p><a:p><a:r><a:rPr lang="en-GB"/><a:t>�ఞ�uǦ��4�r][���`�P</a:t></a:r><a:endParaRPr lang="en-GB"/></a:p><a:p><a:r><a:rPr lang="en-GB"/><a:t>�&gt;Y�Oο.�����1��%��=�����ڨW�M談.�q[�x!�C)k���4��f</a:t></a:r><a:endParaRPr lang="en-GB"/></a:p><a:p><a:r><a:rPr lang="en-GB"/><a:t>`y�V��ft&lt;�/�?g��/���q��(c��ݥ�L�p4_x0000_j��a�U�������n�~)�.��a��v�j��QRɻi�O�����3J�E���11��ɱ��M�d�#\�A������M��}�jDm���^�S��2���y����(,�d�����3�~InIj</a:t></a:r><a:endParaRPr lang="en-GB"/></a:p><a:p><a:r><a:rPr lang="en-GB"/><a:t>M~��n=�C���oT�M]��f�]�&lt;�E�{o^ᵬ�/� ���N�{iBj)\�t;ٽ��:�ݕC����Y�s���ς��M)��9��YZB��ޔ�o��,�t�*rۀˤ�}��H��e�?�\�&lt;6������E�=��2&gt;�	��-,���hh��($�0{_QqMQ��XcҼ��2S�4L4��7�dͿ�7�N�ڝ~�&apos;$Tgˡm�.�?G*k�P�9�?1��</a:t></a:r><a:endParaRPr lang="en-GB"/></a:p><a:p><a:r><a:rPr lang="en-GB"/><a:t>�3��	i%�i��һ�I�������I���}(D&quot;8��}�w��Eh��]cP&lt;?�������k�}��=+�}�2�+���: ������_x0000_���Z��d����1%�#�N�sCR!`ou�򻲂@��ǐ�����?dS��:��r���$2,£�Z���Xͻ�(��i�l�.�*�����_�G���ut��/N��:�f�o,������&apos;Lvva�?��=�Z\��}�R�</a:t></a:r><a:endParaRPr lang="en-GB"/></a:p><a:p><a:r><a:rPr lang="en-GB"/><a:t>~? &quot;:�_x0000_��S��a&apos;0Z[�\D��wS=c߹�����_x0000_���N�K�_x0000_��ҙww�j�Y��|��M�K ��}5</a:t></a:r><a:endParaRPr lang="en-GB"/></a:p><a:p><a:r><a:rPr lang="en-GB"/><a:t>L��j��mǳ�lӐ��</a:t></a:r><a:endParaRPr lang="en-GB"/></a:p><a:p><a:r><a:rPr lang="en-GB"/><a:t>�kO�g�ON�ۘ���4(�ޙ�:�z�U�_x0000_���.N�G�`Y�1���:����S�:�_���c���N��ӻ</a:t></a:r><a:endParaRPr lang="en-GB"/></a:p><a:p><a:r><a:rPr lang="en-GB"/><a:t>�ś�</a:t></a:r><a:endParaRPr lang="en-GB"/></a:p><a:p><a:r><a:rPr lang="en-GB"/><a:t>�r���f��_k�@z����zG���_2���_x0000_$փ�v�4`���z���&quot;0�H�On�0?�D�����s���[&quot;��G�_x0000_S�˖%Sa����iշ</a:t></a:r><a:endParaRPr lang="en-GB"/></a:p><a:p><a:r><a:rPr lang="en-GB"/><a:t>L�(#�!&lt;��K����_x0000_���{Cl</a:t></a:r><a:endParaRPr lang="en-GB"/></a:p><a:p><a:r><a:rPr lang="en-GB"/><a:t>��)��������?�ӵ&apos;�?祉V����љvO���k�L��a }-�A���&gt;��������N~k�_x0000_^��.cK�m���ַ�z,o����z�^��׽��u�~��{ߺ�^��׽��u�~��{ߺ�^��׽��u�~��{ߺ�^��׽��u�~��{ߺ�^��׽��u�~������ߺ�^��׽��u�~��{ߺ�^��׽��u�~��{ߺ�^���.�_x0000_8φ&apos;&gt;Lc&gt;wW�E�����J�~Em���z��__���K���U����EYlj)������{�uX*&gt;~l�����F�_x0000_&lt;_�u���=��;�e���{�</a:t></a:r><a:endParaRPr lang="en-GB"/></a:p><a:p><a:r><a:rPr lang="en-GB"/><a:t>��/������gg�����[������,r���&amp;�Wh�׺5��ٿ/�����3��������o�]��3��h��������^��,�N��nm�M]K��b1�M*SS4���^?��Oy���޺+����۝���U�[�&gt;~w�sk�</a:t></a:r><a:endParaRPr lang="en-GB"/></a:p><a:p><a:r><a:rPr lang="en-GB"/><a:t>�������J��_x0000_�]�rb#��w���</a:t></a:r><a:endParaRPr lang="en-GB"/></a:p><a:p><a:r><a:rPr lang="en-GB"/><a:t>2�]YF�</a:t></a:r><a:endParaRPr lang="en-GB"/></a:p><a:p><a:r><a:rPr lang="en-GB"/><a:t>Q��q|r�a���b_:�?�6��i=m�k|v?Z���=��[|�z�;�vV��ǫ�;ea1���u��h&quot;�%Up0��&amp;6W��&quot;�_�_v�R�/�S~�|���^��_��!�����ˍ��=�����r��C#��j棟T.ʅ���������]��i_�;�6&apos;�.��Yϑج&amp;���&gt;c�?����۽%A��cwcvFW�ڷD��mFܪ��ય��Jԏ�Q��D���m/C*OM�6�gQ&lt;.`zv�)�J������AU?���{��SRxY�s�g�wc</a:t></a:r><a:endParaRPr lang="en-GB"/></a:p><a:p><a:r><a:rPr lang="en-GB"/><a:t>���*�M�����{�i&quot;��܀H$�]$}G����ߺ�]�R�Զ��������{��Du����0ee6�ف��u���A��}&gt;���=��uב9�o�S�����{�+23iSr&gt;������a�{�^�*j*u_C���-����{�f�_x0000_�d#��=��$)����ԙ&quot;�Y�e�1�-NÒ���c�&gt;�5D$���</a:t></a:r><a:endParaRPr lang="en-GB"/></a:p><a:p><a:r><a:rPr lang="en-GB"/><a:t>��&gt;�QO�kқ�_�W��CS]Y���n|x���x��h�3�kp����}-3��N�</a:t></a:r><a:endParaRPr lang="en-GB"/></a:p><a:p><a:r><a:rPr lang="en-GB"/><a:t>U�D�c)��$T*��Pɴi%,_x0000_?������</a:t></a:r><a:endParaRPr lang="en-GB"/></a:p><a:p><a:r><a:rPr lang="en-GB"/><a:t>�s���,���pE��N�п</a:t></a:r><a:endParaRPr lang="en-GB"/></a:p><a:p><a:r><a:rPr lang="en-GB"/><a:t>�}</a:t></a:r><a:endParaRPr lang="en-GB"/></a:p><a:p><a:r><a:rPr lang="en-GB"/><a:t>��$1;�rM,T�b�ӳ2��1��^�k��6Z?���_x0000_[{MkY���_x0000_�����um�eJ�Y)�^�_Ϣ����͎�O���2MoD�s2��mù�9��_��Ġ��G�����_x0000_���_x0000_&apos;Q������f�����$Ƅ�J�O���-�3��p����_x0000_�o��t��]c����_x0000_��r������Ŀ`�_x0000_/U��)Z��;���_m���H�x��_x0000_����ߐ&gt;���_x0000_Q�I�?��&lt;�/�z(�cf�������]7�$v�ki7GȮ����,�e��O&amp;���y�x&gt;�+�f_�-��_x0000_���_x0000_W$��*.v�uSH?c����������pX�f</a:t></a:r><a:endParaRPr lang="en-GB"/></a:p><a:p><a:r><a:rPr lang="en-GB"/><a:t></a:t></a:r><a:endParaRPr lang="en-GB"/></a:p><a:p><a:r><a:rPr lang="en-GB"/><a:t>��`qb���_x0000_�j�q��{�	&amp;�_x0000_��V�_x0000_%:����jUk�JT�_x0000_��_x0000_�M؅�AൽC�k�=�SU�����&amp;��z��6��&gt;�゚���x���~�����_��i��&gt;�o�(c�U�9�_x0000_����4�T�vy���l�v�c��gxfd�u8</a:t></a:r><a:endParaRPr lang="en-GB"/></a:p><a:p><a:r><a:rPr lang="en-GB"/><a:t>�*�榲�����b�:tuV�����v��5��-iOA���xۆ�~����</a:t></a:r><a:endParaRPr lang="en-GB"/></a:p><a:p><a:r><a:rPr lang="en-GB"/><a:t>\3�?�����V�,�9��6v���I�_x0000_��߲=��k�����N~��Чp�K{H_x0000_�F&lt;�\V5YO��,C\_x0000_R�BV����C��v�����_x0000_�?zn=o�^�C׺��S�u��_x0000_�~��C׺�ߺ�^���׽��u�~��{ߺ�^��׽��u�~��{ߺ�^��׽��u�~��{ߺ�^��׽��u���</a:t></a:r><a:endParaRPr lang="en-GB"/></a:p><a:p><a:r><a:rPr lang="en-GB"/><a:t>l�#K����F��ڈrG�z�\��!���K��S�D5�_x0000_���_x0000_c��iO���L��^���Ħ�ֲx�?$N���f</a:t></a:r><a:endParaRPr lang="en-GB"/></a:p><a:p><a:r><a:rPr lang="en-GB"/><a:t>��������c��XZ��[���8u�</a:t></a:r><a:endParaRPr lang="en-GB"/></a:p><a:p><a:r><a:rPr lang="en-GB"/><a:t>M�r� �����O6?�w�9U��_x0000_�=y�h�����_x0000_�S�~���1�&lt;#��׎G�5�]r�N��^���={��&gt;���Yc�� u�������fU�U?K���G&gt;���t�#���c��#�غ��!�tC,�&amp;��Sp������?oU�äxt����늺��Kh+#�%�eG�&quot;�bM�~=�ˤ�d�N�^���{�~8�_x0000_x�_x0000_�{�Z���͕��e�SRYa�i���|]���ʣ�O��߆}���C��q��XfV]@x�+.��:�W����PӪNbx^���u�]3׽�u�z��{���^�_x0000_��_x0000_��{�^���u��]{��_x0000_��&gt;��׺����_x0000_�?�ǿ</a:t></a:r><a:endParaRPr lang="en-GB"/></a:p><a:p><a:r><a:rPr lang="en-GB"/><a:t>��D�؅Mv6k���5k��o����:ui��z�Z8�V�P�4dux�0�_x0000_�� _x0000_��}����Ģ�_��_x0000_7\�</a:t></a:r><a:endParaRPr lang="en-GB"/></a:p><a:p><a:r><a:rPr lang="en-GB"/><a:t>&gt;�CbQ�r�n&gt;�_�&gt;�SC�MMT^pgD,�&quot;(v�ܢ���,�.x�n&gt;��qcê�N�� ZIG���x�T���</a:t></a:r><a:endParaRPr lang="en-GB"/></a:p><a:p><a:r><a:rPr lang="en-GB"/><a:t>��ȷ�+_�]T����tnS�7�H�`��a{��Ͻ��O�^��8�G��*��fZ?�6&amp;�^��Oz�zfeX��NO�=t��&apos;�Y���&quot;��y&quot;���8�[����_x0000_i���a�L����&lt;�J~�׃+z���ʰ��o`E�_x0000_��N��\��뿧�u^���{�{�^���׺�ߺ�]�_x0000_��_x0000_�����W����_x0000_{��w��{���_~��&gt;�q��={�?�ߺ�\U�J?�����^�</a:t></a:r><a:endParaRPr lang="en-GB"/></a:p><a:p><a:r><a:rPr lang="en-GB"/><a:t>?�����{���\xu�&gt;���_x0000_NM��z&lt;z�=w��s�T�U{ߨz�]_�����{�\Qǿu����_����׽��Tu�~��w��z����u�{������{�{�^���׺��u���{�{�^���׺��u���{�{�^���׺��u�����!���_x0000_N&gt;�ӃǦe��(G�4� �,}7���Q</a:t></a:r><a:endParaRPr lang="en-GB"/></a:p><a:p><a:r><a:rPr lang="en-GB"/><a:t>	#�\���#�}�Dd�-�A�d�e��~u=wn�����+QG���-��w�an8��=��1S�(�f��#R�GJ�id������,�\��8*Ӣ-�}�oU�.�r|��0h���_x0000_Z����d�Ϋ���G���L��bJ=��8d_%I��a���_x0000_�%��H(I����{y�;{1@ԧ��Iye�9��X#g���2��j����b�^�&gt;*C���޾��[��B���cCG�w�\�I��t</a:t></a:r><a:endParaRPr lang="en-GB"/></a:p><a:p><a:r><a:rPr lang="en-GB"/><a:t>Z!rJ�K�����}���5�W&gt;��&apos;�Fx�&gt;�^�m�R�wWw��H�?������TK%L�z�g��:c&lt;zM��[!�����^��u��Mxd�~Ϸ�v��=��c��W&apos;���[��o&apos;?Ekqa�_x0000_���f��bMN?g��kr��%�\zyW�{Qպ��u���{���m�����u@��z�t�bn#�W�����q{_x0000_�;t��N���UK1��)k��ҫ���?R?o���\O�3�����[�Sl��S\T�vc���&amp;��v�ҏmm��JM�������u;�=�٦����:�HW����&gt;~�b＜�$�v���P���oF#�:�:uX�-��;�w�ƉIN��HG��_x0000_s��5�����&gt;����i%�9����|���*��c(s�7�ln�u:�i���QIT�8sv�ہ�&gt;�#މV^o���5�D�_x0000_��|��%�#���`�_x0000_��a~8���噆��b}�y��Tǲ6�&apos;l2 &lt;&amp;U��6�&apos;���k��_x0000_C����_x0000_�#�zɿo�h6�Κ���Կ��=lNQ����~5�J�؋�ǰm�����?㣡�M�k�=v&gt;�[����޹@m:2���-�_x0000_$F��=:���?&gt;��O�)��#�����_���Q��f�)&gt;o`���7pр.�����ͥ/��7���=��c�H�_x0000_��t0�r&gt;��_�n�el���X�����_x0000_X{O��_x0000_�����-��^���Sj�_x0000_��|�(&gt;0I�o񆈃���@�4�k������_x0000_��_x0000_������-���mǢ���\��u�~��{ߺ�^��׽��u�~��{ߺ�^��׽��u�~��{ߺ�^��׽��u�~��{ߺ�^��׽��u�~��{ߺ�^�������ߺ�^��׽��u�~��{ߺ�^��׽��u�~��{ߺ�^���B�_x0000_4/��#{�s�]�M�����w��z�Ӱ��g�nJ~��]�����w�Vv+m�/N�P��uV�E`e�x}׺ ?)�&lt;9/��8߈?%�/�_¿�;�zl���&gt;�������7~���</a:t></a:r><a:endParaRPr lang="en-GB"/></a:p><a:p><a:r><a:rPr lang="en-GB"/><a:t>����&gt;7G�J��8b��&apos;R&apos;�X&lt;o�]%�^�k�_��:&gt;|�?z���Ku��.������c��W�7V�������?j��&amp;?)�����r���9�@b�C��@�O����P|#���{G�{��|�?6�&amp;���7&amp;���G�u�^�ɋ��6ۙl�5G�9��V��T�&amp;�2�4w��~��4��o��ݝ���}o�/�=)�~�����ۭ�2�Mɛ�v6ɩ؛���Gn�`�t�Y!8��A��Ȋ�KUr&quot;_u�W�qۿ�_x0000_�?���ēeŶ�a��������W!��c�{����F�x���ҥ%Rd!�I</a:t></a:r><a:endParaRPr lang="en-GB"/></a:p><a:p><a:r><a:rPr lang="en-GB"/><a:t>4��1o?�&quot;��tm�����z�b[�~|�������~�F��=�3��??�wO����;��|ᱽsչL=#mz��CIS�J�ɣ����I���7��[3RF�D��j�Li�UDq�t������u�/�����_m�W|��_��-����-�Б�V��*V�M���;�o�^V��c�o�U�$o&quot;�&apos;�#�{�6�ͪv��w_:JiT���Ŝ�_QoP�g�aͽWo��ߺ�]���ũ���_x0000_;��ZV�_��l����Kmȃ�-��ߺ�]�_x0000_��ԩ�g���k�l��_�9F���ՇK��q��{�5?��;�wl��t&amp;O�{|Z���}Z姆��,�׺����O��6</a:t></a:r><a:endParaRPr lang="en-GB"/></a:p><a:p><a:r><a:rPr lang="en-GB"/><a:t>e�c��\]���?�ei��8��ߺ�\�?�O�g��|{�QǏ)���B+�f�oH�_x0000_`=��u)&gt;1�_x0000_&gt;</a:t></a:r><a:endParaRPr lang="en-GB"/></a:p><a:p><a:r><a:rPr lang="en-GB"/><a:t>D	�E�}�U�G��^�����uv�������X:β�n��nwu_�O���O�k�?J��oe|N�}�j��w�|6�ݙ</a:t></a:r><a:endParaRPr lang="en-GB"/></a:p><a:p><a:r><a:rPr lang="en-GB"/><a:t>zR�	)e�/G#t�4`d���X�J���P��.�������7�|��խ�]E�=i����A��7�Kv6����jh�U��t��TI���)�a�aOOG5�&lt;T�Ȍ[�&quot;�|i_x0000_�4�ҕǟG2�|�L\j�� </a:t></a:r><a:endParaRPr lang="en-GB"/></a:p><a:p><a:r><a:rPr lang="en-GB"/><a:t>k9�_x0000_�o.���0���_˟�&apos;��z|���Y��ǚ�L6W</a:t></a:r><a:endParaRPr lang="en-GB"/></a:p><a:p><a:r><a:rPr lang="en-GB"/><a:t>���s2��_q,x��efF��f&amp;�����$��\�9�{��c��p����i�nc���k���Z����+V��~ &lt;�(</a:t></a:r><a:endParaRPr lang="en-GB"/></a:p><a:p><a:r><a:rPr lang="en-GB"/><a:t>�_x0000_��c���椌h���@�?�d�����ե&apos;�����}��~�cǹ�_x0000_���_x0000_����(��G�`ud�J�������ce���7l���_x0000_�S�]kϬB�&gt;�m��޽$m%</a:t></a:r><a:endParaRPr lang="en-GB"/></a:p><a:p><a:r><a:rPr lang="en-GB"/><a:t>�����c���a���_�4��lnV*��_x0000_��B�����O��2��u�_x0000_</a:t></a:r><a:endParaRPr lang="en-GB"/></a:p><a:p><a:r><a:rPr lang="en-GB"/><a:t>?��700��5�����~��T�����Y2]���(���x2}k�2;�_x0000_����_x0000_��w�ɔ�%�B�~��_x0000_��/�d]و��wS��8��z��J�ӭ�3F�̫�N�����&gt;�VDi,��9����\m���S��������P=_x0000_�du����/�?����_��x�&gt;*�G݅��s�p�_x0000_7���Gwɖ��&apos;�N���v�F;Y���&apos;=,���c�4�e���JH�V�%c:#������s�_H�������}�c;m�Y��XQ����(:�,��Z��E��&apos;rl.���j0��ųr��9����2_x0000_����sLO����zFi�ğ���+��.Ē86o�.���H.)*;��_x0000_���4r���{N�|�5S��_x0000_���nM�Ec.��cѢ���쥎�i�p;��P</a:t></a:r><a:endParaRPr lang="en-GB"/></a:p><a:p><a:r><a:rPr lang="en-GB"/><a:t>Vm��#=Ir&gt;�s��d$�x&apos;�mg2�F�N�[�Ǎ��?�Ӭ���RSԤ��ji�F_x0000_rȬ���&gt;ђG&apos;��Tfm+,���	uP�����v�$���&apos;���Z��m�螝�Щ����B�����z$hH&quot;amT�SR�)�����_x0000_Own�C)֖=`0e�ο�\�#��_x0000_�_x0000_x����H&lt;6�s�u�v�]{ߺ�^��׽��u�~��{ߺ�^��׽��u�~��{ߺ�^��׽��u�~��{ߺ�4��/�6fE��3&quot;�YT\�� &apos;��</a:t></a:r><a:endParaRPr lang="en-GB"/></a:p><a:p><a:r><a:rPr lang="en-GB"/><a:t>��Y��՜h��&apos;k��ڿ�A����UgB썕��g�</a:t></a:r><a:endParaRPr lang="en-GB"/></a:p><a:p><a:r><a:rPr lang="en-GB"/><a:t>l5&lt;ۣf�w!�e�5U��f�_x0000_�Љjj�o��|Ua�J���DD6;$���+�����P�=7~b���c��V��MCTP�(�ɥ)ֵ��WW�%��$���g�ݷ��4XX��_x0000_s䣊�7X%���Z�G�x�q�Xa��m�i$������wEz�������P�}Z_�?�V�^����u��~���&amp;��!K�������[�*e�ic�xm�W[]IM��͓���H���b�d�5�_x0000_/�#</a:t></a:r><a:endParaRPr lang="en-GB"/></a:p><a:p><a:r><a:rPr lang="en-GB"/><a:t>R1Ċ�&gt;@���|�p&amp;&apos;p$���C</a:t></a:r><a:endParaRPr lang="en-GB"/></a:p><a:p><a:r><a:rPr lang="en-GB"/><a:t>W95=nC���PPe1�</a:t></a:r><a:endParaRPr lang="en-GB"/></a:p><a:p><a:r><a:rPr lang="en-GB"/><a:t>,�;%GM��g1�</a:t></a:r><a:endParaRPr lang="en-GB"/></a:p><a:p><a:r><a:rPr lang="en-GB"/><a:t>z�Ng��Z�gU	��MWL�=&lt;�Ht!���u�6���	?/��I��?��+Ԓ?�!c�}ZTh�{�d���h���2���_x0000_c����\v�_x0000_V�`q��&gt;�3�iC�:a΃����l͢��U���{����_x0000__ۋ8�U��8�I&quot;��&amp;u�?��C��&gt;_��	�Yܟ-h�</a:t></a:r><a:endParaRPr lang="en-GB"/></a:p><a:p><a:r><a:rPr lang="en-GB"/><a:t>g��d�6�S9&amp;</a:t></a:r><a:endParaRPr lang="en-GB"/></a:p><a:p><a:r><a:rPr lang="en-GB"/><a:t>�2��q&amp;�i����&lt;��s&quot;ʖOW&quot;��ٝ�_Z�V���Z��_x0000_:s�&amp;֪MN���*_x0000_5?˪��M��c1��;������&gt;��$���nƥ����[v�ek9*�����!�ŋ��Ïǵ���%��.���</a:t></a:r><a:endParaRPr lang="en-GB"/></a:p><a:p><a:r><a:rPr lang="en-GB"/><a:t>g$�}�[�גI� ��X&lt;p�~ζ���B�CmZ�x�,|t��X�I��n=����e��</a:t></a:r><a:endParaRPr lang="en-GB"/></a:p><a:p><a:r><a:rPr lang="en-GB"/><a:t>#�</a:t></a:r><a:endParaRPr lang="en-GB"/></a:p><a:p><a:r><a:rPr lang="en-GB"/><a:t>z��TY����&apos;�ql�</a:t></a:r><a:endParaRPr lang="en-GB"/></a:p><a:p><a:r><a:rPr lang="en-GB"/><a:t>��:nWV��S�c�ٿ_x0000_	��dH�1�_x0000_mol��ٴ_x0000_��?���Ga�c��^F� �F��E����D?W���_x0000_��X�����-����^Exz��=Z9Uղ1�*?oT����_x0000_��W�Ku�C�5G��;�{�ͪ�����m|�W�z\�OCK;N�i��H#�A[m��5i:_x0000_`�����oF��5kCA�*x׍)�H���64��_x0000_����U�+���_x0000_�Mڸn�����</a:t></a:r><a:endParaRPr lang="en-GB"/></a:p><a:p><a:r><a:rPr lang="en-GB"/><a:t>�~\����1$����Ncc�Ƭ����m�ն�A#j�1A�&gt;����˻̗�&lt;2��A&gt;@i��o�&lt;[�_QкK��������V��P�����m �����E��H��\�o��Š,o�����</a:t></a:r><a:endParaRPr lang="en-GB"/></a:p><a:p><a:r><a:rPr lang="en-GB"/><a:t>��&amp;��xu���l	Rд�?����&lt;��U&apos;�:A�F�H{0��3�(��ϻ_x0000_J�&lt;:����Bj+�Q�}�p��I�vv�X�q���1w_x0000_�oO����5��]U�PT���v��_x0000_�v:��������mC�@pN������H.J+��_x0000_?�:�bm!��mE�&lt;H����0U?��H�_x0000_c���&lt;:m�g�</a:t></a:r><a:endParaRPr lang="en-GB"/></a:p><a:p><a:r><a:rPr lang="en-GB"/><a:t>�5�i����X���z�EY���e&lt;�z�</a:t></a:r><a:endParaRPr lang="en-GB"/></a:p><a:p><a:r><a:rPr lang="en-GB"/><a:t></a:t></a:r><a:endParaRPr lang="en-GB"/></a:p><a:p><a:r><a:rPr lang="en-GB"/><a:t>��l4ץ3��@��~]d�U���.�U6�����F4z�V���V�_x0000_7��OY���3����?���ݝ�I�U;W3��6�.:�#�����YC��k�pQ����m�my(�H����GA��tm��8e^�UI �B��?��M�����w�g�����/��y޼��&gt;xW�ܑn�L�[TԽu59�H~�Ti��owܭouG �+��_x0000_����7����k�Gu</a:t></a:r><a:endParaRPr lang="en-GB"/></a:p><a:p><a:r><a:rPr lang="en-GB"/><a:t>?����Vȋ��8�fmN����I&apos;���Q;�r[��H�������Kx���B�⢞��\��4������� ��Q(p.o��ݺ�A8y���W��0��@���c�=iu���[[�uw^���khP��N��u���v�zv��5�&quot;��d��8�&amp;�e��5�E�����*ۙ�@;uR�Ҵ��i��Q��9.7#:���Θ���^�W��-F��	t����Gv��)&amp;jh՚�V�P�ې/��K&quot;�r��$~�q�_x0000_c���w[X�K(j_x0000_|�xW���o�̖��Z|hٿ&quot;�z��snn��u��\����XĨ۵9�st����F�H_x0000_ۓ��o�7�xJ�H�i^&gt;��.aބ1@�X)_#�A�Oφ:+_Ƀ��e��f���r_p=!H����~~e7$۞�t�Z�c�c���`� ��H�b��s�M��-�^;8~&gt;T�&lt;��=r��-���?2q�������\J͠��*��*��~�����{&apos;1Tk�?1������������]6�`�����@~�</a:t></a:r><a:endParaRPr lang="en-GB"/></a:p><a:p><a:r><a:rPr lang="en-GB"/><a:t>��������E4&apos;�S�C�1��_x0000_M���\ʁ�����o!?M</a:t></a:r><a:endParaRPr lang="en-GB"/></a:p><a:p><a:r><a:rPr lang="en-GB"/><a:t>��_x0000_o�21����|&apos;�_x0000_W���H��㺁~]U������*</a:t></a:r><a:endParaRPr lang="en-GB"/></a:p><a:p><a:r><a:rPr lang="en-GB"/><a:t>�O�ꎥO�����1���hB�q�Y�s�ҪO�`��2?3��J����</a:t></a:r><a:endParaRPr lang="en-GB"/></a:p><a:p><a:r><a:rPr lang="en-GB"/><a:t>�[)q:�4[�U���_x0000_@��*x#���z�5��]�X���5�q4����Q�c�K8#�u ��6�Gpt�_x0000_�S��8</a:t></a:r><a:endParaRPr lang="en-GB"/></a:p><a:p><a:r><a:rPr lang="en-GB"/><a:t>\�ѵ��5�֊�C��0�?ط�d_U��צ��D��&apos;��_x0000_��-$��?���ޥ</a:t></a:r><a:endParaRPr lang="en-GB"/></a:p><a:p><a:r><a:rPr lang="en-GB"/><a:t>����i1q_^�1em��F�E�_x0000_�r����tC�|=:�i������]x����]b:#~����_x0000_��ڡpƝ5�4떓���`�$X��?����T8�ex���l̤v����âa�G���?��&gt;��a�Yn��v6w%�6�V/g�}��&lt;�#�zȴ�i��ĺC;r�A_x0000_�Sgc5�a��=:C���e��&amp;�?&quot;i�8y�&gt;ޞ&gt;������`������9��[w�l�͗��&lt;��8��n��P�3�C#������,G��nl��`&amp;Ht�T���V�w��!b�B5�@|�QQ�O\�m�$��_x0000_�6�_x0000_y?�~}�,M���k�</a:t></a:r><a:endParaRPr lang="en-GB"/></a:p><a:p><a:r><a:rPr lang="en-GB"/><a:t>�벌�AV��u$1�*ֹ�{Fn߳�|�R�Ϯ����T��T�����o{Y��_x0000_?��F�o]o�_x0000_Y��_x0000_9-����Z����F=OM����]_x0000_	(�˩���*M�� {N�W���՛��ھ�~_�]qbjrP��֬�}!{�_x0000_Y.O�{�h]D�����_x0000_@��&apos;����x����T� RA�rX @o��O�Z�iR�~]c%2_x0000_��$� W����{��_x0000_���BF\��V�䏐��7Ǯ�	`#�wV�2��G{[���ێd�v��:�vq�k��W�I����Ȩ*��2��B�cC��z鮇K�.,Y\��љ��.O�x��$&amp;�a��t�3&apos;��:��uկ��{�[M�?Г��o�eH[K���ze�0��S����땿��o�h��1յp���ݫ�t�SJ�׿u^��]{�{�^���׺��u���{�{�^���׺��u���{�{�^������D/OAǪ���^Ez�M</a:t></a:r><a:endParaRPr lang="en-GB"/></a:p><a:p><a:r><a:rPr lang="en-GB"/><a:t>�S.�2�0��7�z�i~�OѼ)$��Z��=��� �O�Sӧ�&apos;	d|1�ʸ�_x0000_)�����?V`��Q���_%;����~5�zǧ��w���565�,MtjY��d����4p�)N�����kl#,�A��#��&gt;��{�0s&gt;�xw����4.X�*~&quot;&gt;}^�aQ��i�b���:jXDP�G��h�4ĐBaTXs�������������Y5��[&amp;�_x0000_Qip1ڣ?h��렊�Π!v7��UM�����x�X����{˂�_x0000_^A_x0000_�i$�κ���Ϗnx�����ُ�V�`����~�d�CYi�OVh���ӂ+Ơ�u�z�W����+��B����p�Jʪ��X����@*��-���}}��T�4�慣�������.�La��%�i.W�G�&lt;��:��8���.QkR37�BPyP�����|�Y�2�\M*�Q�Uȭ~J�ꦾo�_x0000_4^��j�Y�^W���Xe�E.6�������e�ػ}�tF�8!_ �i$@�4��&lt;��OI�akZ1`0S��E&lt;��f���gf�k�Q��&gt;��x��6+���yd�3���r�y�����9��VO�����b|�.�Y�P���l&apos;���ڶO݉��rĭ</a:t></a:r><a:endParaRPr lang="en-GB"/></a:p><a:p><a:r><a:rPr lang="en-GB"/><a:t>���+��7���s%��O;��R�������r�G��[�!�4�)�?����H�C��RE3Ǉ�h�if�����</a:t></a:r><a:endParaRPr lang="en-GB"/></a:p><a:p><a:r><a:rPr lang="en-GB"/><a:t>�_x0000_�go�Y��E:�+u�#;Vޢ��e�u��y�k��%��xy����:������h4ԁJT�.�k���y�T���8�M=zٿ�����V�csUG���*�-�7�lY^ب��Ջ�q$B�\Z��&gt;�J�mv�Ty{}I�[xW�:�_^��J�d�|4Z�T_�S���K.����_�</a:t></a:r><a:endParaRPr lang="en-GB"/></a:p><a:p><a:r><a:rPr lang="en-GB"/><a:t>J�_x0000_���E��N_x0000_(���t!�tGO��_x0000_]{h�=�z</a:t></a:r><a:endParaRPr lang="en-GB"/></a:p><a:p><a:r><a:rPr lang="en-GB"/><a:t>\@�&gt;�/��{3�?�?/��t�_x0000_qW���_x0000_��o�W{ax�&lt;~q�����_x0000_����?�O���_x0000_մ�_���&apos;�^}Z��;ր����_x0000_m�,_����Gi�����t*[�_x0000_Ï&gt;)�&amp;7�A�n#�:E�d��_x0000_</a:t></a:r><a:endParaRPr lang="en-GB"/></a:p><a:p><a:r><a:rPr lang="en-GB"/><a:t>C܁e�������A�x�ڿ�������a�c�豸��޺�^��׽��u�~��{ߺ�^��׽��u�~��{ߺ�^��׽��u�~��{ߺ�^��׽��u�~��{ߺ�^��׽��u�~������ߺ�^��׽��u�~��{ߺ�^��׽��u�~��{ߺ�^���&apos;B�!����I��A���&gt;�׺Ĵ�u�)bnY����</a:t></a:r><a:endParaRPr lang="en-GB"/></a:p><a:p><a:r><a:rPr lang="en-GB"/><a:t>\~&gt;��׺�ML}�����P6�rE��t�_x0000_����f���vxu�ſ7ˤ�_x0000_@���^��b�O�G�_x0000_1��\`����}T�o��u�:o�wQn����q}�����/�vnbz�z̛cqRn��3c$�`�W��Ԁ�bѨoM��^�b��jH!�&quot;�EN�¢8(PF�5q#���Y_�O�u�&quot;��yb}+���_x0000_��ݿ����O~��{ߺ�^��׽��u�~��{ߺ�^��׽��uA��r+.¤U��	���ʉ&quot;��3�����&gt;�p�`���_x0000_����-��&gt;l�&lt;2@�_x0000_/G��z�m���ߒ���O&apos;v�n���M���Gɓ���~�j����Yk�ǌ���S[T)~�UV�YJ�c	M=$xɨ���? z��͒��o����2Y��&apos;_x0000_�Pm@���X��S�F��+��;�56�`�J�^8ر���_x0000_��ԥ�5�s�!�����o�4�4�PT�_x0000_��+���0�_x0000_�G�~�W�P�tb��b�9��_x0000_���s]�&gt;��&gt;Ǡ����_x0000_��:&gt;�n��</a:t></a:r><a:endParaRPr lang="en-GB"/></a:p><a:p><a:r><a:rPr lang="en-GB"/><a:t>���[�\�a�z����G޺�X�����-x?���ê��pӘ�T��Z�;�y��k������</a:t></a:r><a:endParaRPr lang="en-GB"/></a:p><a:p><a:r><a:rPr lang="en-GB"/><a:t>������&apos;�α������&lt;E�D;������N&apos;,��_x0000_�5��S(LO���X�(��q�i�.t77���}����ܛ�Ds�k���?��m휢(�X�_x0000_�u��\��5]*V�5tR��Z���V:tTS��E���ƛ}O׎}�5�`��&apos;���JV�N�V������ڑ\P��_x0000_P_����?!��0��&gt;g�=t$MVfD�i]&quot;_�/!Qo���ov�~]h��}�$7���=��sl͟����xp;�lb7&gt;:*���_��q���U�y�&quot;�&quot;%���wk�r��\l§Շ��/�v���5o&gt;Ƽ)C�8Z�T⤾���*�j�!�w���?|Qm81ZO���_x0000_�=7��og|Ѿ҂F����_x0000_�]��O.��I��Ǐ�����?��������mM�M�w���&quot;��Z����S{:��5٩&apos;�O�T�3?��������_x0000_�U���_x0000_��Qa�$�t��N��&lt;��9i2؜�JG&gt;�q��*��i�_x0000_[؆p��;���?���{1��&gt;�~R&apos;/�/^���_x0000_5~�H����C��jK56����WB�=j��ܰ�JU��Q��۝v�a�N��_x0000_�}����`����_x0000_�C�l?)?�OQB�n��译8:%!���c����g��Y,[&gt;���_x0000_io�D0�n� #��?�������q5C=�̹���~����fs�Z�r���G5�Wp��J=������ꝩ&gt;�SPdp;��	)ᨨ�K��UV�Dԡn�TR�_�	�G�=]K�m��Ujy�\i�N��H�\r��,&lt;TB�k��L`1�#U��$�{.���&apos;n_x0000_��zm���D�����&apos;�����ﳧz��u���{�{�^���׺��u���{�{�^���׺��u���{�{�^���׺���﷨�&lt;��FwqAOmV��{�t�Q�x����%Fv�+��IN����e�bJ�l���_x0000_V+�~�#G`�r�x�BB�|���t5��o�����Ϫ��K��OO/u�F_*�T��w~떯?5VF���j�cG��fR�t\HMX��HpQ����x�I����&lt;xq�=&gt;\*:��m��[���Fы��&gt;.6˦����&amp;k��f��e1�	r��;KYW�y`�2�*��������o.a��x�3�q���ԣ��;UՊ��i�f���k�RE&lt;i֡�_x0000_���?!6���X�s[��7�ϗ5������;������b�ԛ�)Y�d)��ᖡ &amp;x��-&gt;����ʬ�-jk�}I�_x0000_?��Ssڴ\�UA�����+���oW���O���]�#ge�Gnt�w�:Vorm�˘��L]\m����U�����U.:���PAe����!���CR?��^��.�4�v�����&gt;\=z���T��~��y���K�_x0000_z*�mz~�;=^�&lt;۳��+�b�~QJ*�sX����ū���M�E�q�ݏ���^f����Ѫ&lt;�PO�ǟ�wL}G�v�NQ��p��$N#Y*&gt;�UZc1�:�� kX؞=������֟��W�M���N�:i��|�_x0000_&gt;���?�T������7g:�f�ٝ���܎{^6L�#t�ў���jF�R��S��;oG�&quot;�5������]_O�X3��m�p�&gt;���(���3|��_x0000_8T�:��L������@_Ƅ�����=����F����6��Z���_�2����֠𙯖]	�~i|��#�`��m�&gt;5c�&lt;�CCq�]Ǔߐ��[|E4������EI�8���{{��LP�~���Cbܓn��ݠ�j�#��/&gt;�C#�_x0000_������*���{�~�������G,{&amp;��z�*A1�X��&gt;��%q����Rs�Q�����_x0000_���_x0000_�����;�/ڿ�]vDbd����uR�b���p�=.3vb)F�u���RK=$�7T�X���c}�s����G�ϣͣ}��Ħ�0�ɧ��y���0&lt;|����_x0000_�u����_x0000_��n�ٔpU�M&amp;�z���T8���N�KAMCJL��Ҭ52����ij�_������v��0���_x0000_�֬�������u�_x0000_�~�޻*�8����6���MN%*2I���yh�]p�.YG:\�</a:t></a:r><a:endParaRPr lang="en-GB"/></a:p><a:p><a:r><a:rPr lang="en-GB"/><a:t>,�d��_x0000_�^�@��O�삭�&quot;���&gt;Ϋ��)��~,�_x0000_3�{/�s+G��}��xn���E��v/_�+�Sc�S�y��j�$jZ�9捴�v�K�����-�ҟ���r�b�eb���夯��?g�՘�_x0000_�9cY�|������Y���&amp;��آMW �ݹ6���;̱� ��|�G|�$l�L�</a:t></a:r><a:endParaRPr lang="en-GB"/></a:p><a:p><a:r><a:rPr lang="en-GB"/><a:t>�LVp��|��_x0000_�A�1�����9�^�����-�y���͵���d��r���0���IH���A��SǶ�ؤ0,�E����4&lt;��v&apos;�_x0000_���(�:ϭ�1y��~��,���1�5-kb�%(��E�U���=�:RU���_x0000_��X�[op�Y4�b�W���^��_x0000_���</a:t></a:r><a:endParaRPr lang="en-GB"/></a:p><a:p><a:r><a:rPr lang="en-GB"/><a:t>&gt;M���~��/���yt��m����=6,�o%Z�qV��d���%D��UPe���m#���6Vx�T���@���&lt;+O��?�W=�?%�V�K��_x0000_13�m�_�vWCT|��ۘ���vM����޲a��Xi��XF��P#���ٽ��c���o�����</a:t></a:r><a:endParaRPr lang="en-GB"/></a:p><a:p><a:r><a:rPr lang="en-GB"/><a:t>�������y�w�_x0000_</a:t></a:r><a:endParaRPr lang="en-GB"/></a:p><a:p><a:r><a:rPr lang="en-GB"/><a:t>I�A�~M�{��p}k��ۺ��fv�옶&gt;��]uC���H��V��Jڍq�EM�����NdeJ���?&gt;��779Z	</a:t></a:r><a:endParaRPr lang="en-GB"/></a:p><a:p><a:r><a:rPr lang="en-GB"/><a:t>���_,�G���5�.�_x0000_��gϟ��/��K|~�|~�����q׿7v����e�*���</a:t></a:r><a:endParaRPr lang="en-GB"/></a:p><a:p><a:r><a:rPr lang="en-GB"/><a:t>~�����[OD�1.@L��Z�G�Yvw�x�E1Q��_x0000_���OϦ-y�M��j�8U�qP�8y����1��,(p8.����ܻ�wmt7WRm����o�;%��m��j\.:vS��SP*%��)�U$9�d�&gt;g���q�ߘy��ٕ��&gt;d?���燖Mz��o�S/4O�W����?�x��ANd),��YG&quot;	k?</a:t></a:r><a:endParaRPr lang="en-GB"/></a:p><a:p><a:r><a:rPr lang="en-GB"/><a:t>���o��RO</a:t></a:r><a:endParaRPr lang="en-GB"/></a:p><a:p><a:r><a:rPr lang="en-GB"/><a:t>��_x0000_�A�΍%$e?���u��w�ˣ��|#�e�i�L�7W^wM&quot;�pV��m�1��</a:t></a:r><a:endParaRPr lang="en-GB"/></a:p><a:p><a:r><a:rPr lang="en-GB"/><a:t>Be�_#������ic���uf���I���WZ�z����A���F˟�|��ת��_x0000_�t�����24R���p��L�����ˤ�0������_)�I0v�I�_x0000_&apos;E��&lt;W�a�h�~��N�_x0000_�j̪���_x0000_��E�_x0000_�9�O4�_x0000_��_x0000_��&amp;�}���n������1������C��_x0000_��_x0000_W���_x0000_�#�_x0000_j\����l���N�����۟��[�/�G_���_x0000_���fk|����vҝ�}(����Y���+%)�5`Q7���_x0000_����_x0000_����&lt;M,��5����!!Wn&quot;��&gt;�K�{����_������6;�)6�#����~%:����+�)�hu.��A&apos;������q�2����~n��/c�Y˖����]D������%�</a:t></a:r><a:endParaRPr lang="en-GB"/></a:p><a:p><a:r><a:rPr lang="en-GB"/><a:t>dv�b���m\q��h��?�	XW��yH!�&apos;}�_x0000_��������v�&lt;�?�&gt;��角Ɲ��/�u��;�wΟ�?�����~Pv$;Gn�S]��{j���7�cnZz_�_dm�KR��N���&lt;�1�vK]�������&lt;�u n��aj�@�ָ&lt;?��׭f7g�,k������f�*���ӆ��&amp;k;ڛcif*)��e���c�yZx���!l��I���W�h�Q����_x0000_�N���To�S��?W��?��_x0000_���1��z�bW�Ι�i��j��7�PQc�7�	�e�ۣ-N;%&lt;w$S�)�U�ZE�\�;�����1_���_x0000_ ��i����rx���_x0000_=���˭?����M������hSo</a:t></a:r><a:endParaRPr lang="en-GB"/></a:p><a:p><a:r><a:rPr lang="en-GB"/><a:t>��%���9sm���K&gt;U�;SA�M瑪C�����ť���G��}:4ݷ!i���H���V�]�_x0000_</a:t></a:r><a:endParaRPr lang="en-GB"/></a:p><a:p><a:r><a:rPr lang="en-GB"/><a:t>n�_[��{��sm�YazF�g��~���6����xo䭛�����U��,43�dk�*)��=,��}��,�ת�����}: ���f��{M&lt;���Y���D[�_x0000_</a:t></a:r><a:endParaRPr lang="en-GB"/></a:p><a:p><a:r><a:rPr lang="en-GB"/><a:t>��Y��/p|1��G_M]m׋�]���zRE Y_����QӼ�N���X�d����SN</a:t></a:r><a:endParaRPr lang="en-GB"/></a:p><a:p><a:r><a:rPr lang="en-GB"/><a:t>����q�QD* ���gV������_x0000_/_��:w�)��s��^�����X�}-&lt;;�7���K]��k�����j��QYZ��9��eB�&lt;�=���?SO���ל��</a:t></a:r><a:endParaRPr lang="en-GB"/></a:p><a:p><a:r><a:rPr lang="en-GB"/><a:t>mԖ�(0h8Q��Zq�k^���?�^�_x0000_w���۽�񋷺[c�+�hN���l&apos;i�ݥ�E�l��ڃAPi��d*����C�0���)�[�����=m����</a:t></a:r><a:endParaRPr lang="en-GB"/></a:p><a:p><a:r><a:rPr lang="en-GB"/><a:t>x����}���[b�</a:t></a:r><a:endParaRPr lang="en-GB"/></a:p><a:p><a:r><a:rPr lang="en-GB"/><a:t>�w���=��73vl]��n���pU	[���g5AG���E�x�PUGW�4jE���@T�g4����n��_B�\Td���A�dW�b�c�������7�x�w{ᣤ;�����	C��+&quot;�CC���R�)��</a:t></a:r><a:endParaRPr lang="en-GB"/></a:p><a:p><a:r><a:rPr lang="en-GB"/><a:t>Ѵ��F�Xï��</a:t></a:r><a:endParaRPr lang="en-GB"/></a:p><a:p><a:r><a:rPr lang="en-GB"/><a:t>�o�d�K�L�_x0000_�t�y��%P�/Pi�5</a:t></a:r><a:endParaRPr lang="en-GB"/></a:p><a:p><a:r><a:rPr lang="en-GB"/><a:t>}�����ƺJ|�}���5s.cow&amp;��7��d�,�</a:t></a:r><a:endParaRPr lang="en-GB"/></a:p><a:p><a:r><a:rPr lang="en-GB"/><a:t>���1����7�f9Q����_x0000_�:L��~Q����u�_���f��_x0000_����n���#U�ڲcӰz�{bWkv.��3T(pU9,1���zj�Ɋ*�ʈԤ������_x0000_.�Z���S�_x0000_@��V&lt;�gr��yW����?�J��W�)g���s����_��mv��~&amp;����Oc�o\��mL�^	*�=]fЫ�d*jeYM+&apos;��_x0000_c*���-���������3�/$iB�j�=})ƹ����������~.�����W���p�&apos;�~Ol����l=��3�J�=ǆ����_x0000_��Y��R��H�oG?�zЗ���422��Z��(?Ϥ��xc���b:qZ��O������������^�����zϫ�Җ��z��S$8lLH�@ �$�jڊ�F����	�*�ㅚ��6�)�����OLq�R6�Z�n��hdP�x��TR�_x0000_怐+��\�O�W��}�����񓹻�EY&lt;��&gt;���IK��)Lq�v�=.R�)��1]MM0j�X�+�@?������_�C��</a:t></a:r><a:endParaRPr lang="en-GB"/></a:p><a:p><a:r><a:rPr lang="en-GB"/><a:t>]	���W�_x0000_{�yavg|uog|]�;[&gt;�z�j�=��ʊ��&gt;��������#�w!�^I����lz���_gV���m.H�2?��h\VW���sX,�79��49|w	]M��e��XMN+1��җ�x*azy&quot;v�\{܉m��=�/���CK�nb��ʿ��\���_x0000_�:|9菔��Or�W����~����kp�����n���#�*���g&quot;���dW��������W�sZ��??��w&gt;j���</a:t></a:r><a:endParaRPr lang="en-GB"/></a:p><a:p><a:r><a:rPr lang="en-GB"/><a:t>*����������_x0000_</a:t></a:r><a:endParaRPr lang="en-GB"/></a:p><a:p><a:r><a:rPr lang="en-GB"/><a:t>��w�_��gM��Ro�9}����w��޸��ܘم&amp;k��F&gt;��.�S�	j&quot;�CM)R�O$c��ʳ�t�ʦ��ޒ�s�I4$/j�_:���_x0000_&gt;}���_x0000_</a:t></a:r><a:endParaRPr lang="en-GB"/></a:p><a:p><a:r><a:rPr lang="en-GB"/><a:t>�I��.��ۏ��-o��9���`;�qm����읱L�ݞ�[�z��T��ji*ii�d�_x0000_2���]�Vh�����_x0000_Н9&apos;9[V�</a:t></a:r><a:endParaRPr lang="en-GB"/></a:p><a:p><a:r><a:rPr lang="en-GB"/><a:t>?�?�8tA;����Cho|�����ݛO=M?�@��l&apos;TC���Mdp�n��!T�L�x^�Rͦ��N}�.\]L)\���</a:t></a:r><a:endParaRPr lang="en-GB"/></a:p><a:p><a:r><a:rPr lang="en-GB"/><a:t>:M78��˚W�&gt;U~?&gt;�o�g7O���7ln)zBmɳ{G`Q�Woގ����\N&amp;��o-���O-6_�?o%Dry vCUвkͩ�8�ztk�oQ^���g�·&apos;��ΫZ㣧�W��F|E��ߟ&quot;��?�z�g��+��QU�+s�Ըݱ�v�$3U��5u�AOMM%���4p)�R�k{���p����������ݤ�j�ƚxTf��Σ���j��XWƬz\T|=���┤����S��+�_x0000_q�i����G����6�{3NZ�%�Z��?�@ۮu�&apos;�������3�K�I��7�c�.���9��M</a:t></a:r><a:endParaRPr lang="en-GB"/></a:p><a:p><a:r><a:rPr lang="en-GB"/><a:t>��r�7�_x0000_Z�U�̴����AG�]Uc&quot;�\���O/,J��c]9��_x0000_��:[6C&lt;ZXRC��&gt;c��W�E:پ	����Y�ꩪi��`������j&lt;�(��U�U�3�,S�v�h�������(-�O���z�L�jʿ��_x0000_?Y���[���Ǻ�5.����돽�N��]{�{�^���׺��u���{�{�^���׺��u���{�{��׺�ď{�=Q�%�z�M�GL�SR�_x0000_��N����*A���)AǿZ��_x0000_W�V��B�#�N�Q�I�,�</a:t></a:r><a:endParaRPr lang="en-GB"/></a:p><a:p><a:r><a:rPr lang="en-GB"/><a:t>{�s�&quot;irtv</a:t></a:r><a:endParaRPr lang="en-GB"/></a:p><a:p><a:r><a:rPr lang="en-GB"/><a:t>�-n,(���?硙��aOs���������4O����e��n50��\~�\r�?�kq&apos;�����׽��u׿|��G^��M:��_x0000_a�����&gt;즑��N�+��%�=J�*����d��?�1�K%rH��6���</a:t></a:r><a:endParaRPr lang="en-GB"/></a:p><a:p><a:r><a:rPr lang="en-GB"/><a:t>[�����o������&quot;:k���(GT5��OȚ&lt;��~PlM��������&lt;6z����</a:t></a:r><a:endParaRPr lang="en-GB"/></a:p><a:p><a:r><a:rPr lang="en-GB"/><a:t>�4�e�:��$L�MD��]-bd��|���5i��f��e# ���&gt;V�i�풺F���2��I&amp;��83��+�&gt;|��C�^�޻ok�&gt;�L�.;!��.C#�8qT�Ó���дҕ��#H��C��+b���s�EV�Ƒ�=C����0l��ٚ��R��1�Ϡ�%�����T�WKJ�R�,��</a:t></a:r><a:endParaRPr lang="en-GB"/></a:p><a:p><a:r><a:rPr lang="en-GB"/><a:t>&quot;�J� cfV77�7�����I&apos;5����_x0000_���&quot;�[���$~�=z&gt;@de��?rd!vI����.��篡jH�nG%�~��o\6ܑ֚�����э�6�iZW����lď��i$�)��/@b�&amp;���z����fZ�,[��}���w&gt;���O�f4����c�YF|��/�8��z��_x0000_��F�?���f��nW�)��s6�yj;qW�y_x0000_u�SU���~�ľ��gqw��fjz</a:t></a:r><a:endParaRPr lang="en-GB"/></a:p><a:p><a:r><a:rPr lang="en-GB"/><a:t>,���t&gt;޳/�aU�b�</a:t></a:r><a:endParaRPr lang="en-GB"/></a:p><a:p><a:r><a:rPr lang="en-GB"/><a:t>h&gt;C$S垭qBJ����,_َ�������˭uΜ��B8+&lt;��,��W�������d�_x0000_������</a:t></a:r><a:endParaRPr lang="en-GB"/></a:p><a:p><a:r><a:rPr lang="en-GB"/><a:t>���_��8�M�%��صQ�Eo�/�9؛^��E�a�7^~�~}���������B�V�_x0000_pO��۫\D%�*C���jʜ�}9�_x0000_��,T3����%��1�_x0000_W�U����������C���P�@~�`�5�c`�_��~@� ��A��n�����H~k�_x0000_^��?�?��_x0000_���ڶ��[|G�~�ֺ��u���{�{�^���׺��u���{�{�^���׺��u���{�{�^���׺��u���{�{�^���׺��u���{�{�^�����ߺ�^��׽��u�~��{ߺ�^��׽��u�~��{ߺ�^��׽��u�~��{ߺ�^��׽��u�~��{ߺ�^��׽��u�~��{ߺ�^��׽��u�~��{ߺ�^?���������������UI���ߓ;l��͸�{f���?c�OJv��S�����z�M�/���E��z�_x0000_���by�_x0000_z��,n����=N�#Jv{}8�i�_x0000_��i��󪬆���&quot;������</a:t></a:r><a:endParaRPr lang="en-GB"/></a:p><a:p><a:r><a:rPr lang="en-GB"/><a:t>���?�����Vr�kܿ�&apos;�\�</a:t></a:r><a:endParaRPr lang="en-GB"/></a:p><a:p><a:r><a:rPr lang="en-GB"/><a:t>��k�_x0000_n����J(���QaO�����a��G�����pu�w*��?���yb߮���_x0000_�������B@�Ѹ��?���t&quot;��k�g����Ql�+��NG n���H�`�����۪� ��T��o��C�����6*���ߒ]SzP|��_x0000_���S�F��O^�dԴ��2y��`%����M�J#��g��_�&quot;��}U�^��?�����If��{��syBx</a:t></a:r><a:endParaRPr lang="en-GB"/></a:p><a:p><a:r><a:rPr lang="en-GB"/><a:t>R&lt;xu�&lt;�)$�`T�ytCp�+_&lt;�A�z�+�aSwoƮ��,K��.��ݰ25Ԗ��g��x,�5u1D��Zg5</a:t></a:r><a:endParaRPr lang="en-GB"/></a:p><a:p><a:r><a:rPr lang="en-GB"/><a:t>�[P���y�m���}������:O�\S�|���y�Ikcvn�E��0w�ft���&gt;F�({C��w�0�n.��-��X��5+.�ܘ�</a:t></a:r><a:endParaRPr lang="en-GB"/></a:p><a:p><a:r><a:rPr lang="en-GB"/><a:t>��E�G�g52�}&lt;q��&gt;�i˛��Q�)�*�������w�ٳZ�IBi���+��uW����~3m���K��G�sQ&gt;����c���}%�fKd]�H�$0!�Ž�,�������2��g��p�}���bJ��~���e�_��D�^ɬ�Ω�=���Y��oM�M��{uq�6�Md�*xki�k5�g��� �x���I��QZT|�R۸��4tIX����	�Bg�_x0000_�&lt;p}�drT?��_N��ł�V_x0000_|��{�_I�� ���n��3H��u�&lt;�����H&gt;���*���n���}A&gt;!��~^]rP�Ⱦ�c�R#rG�YG���С	?���^���~_���cT�ȉ�+~�H�&apos;�}d�.��aq�����4.�����Ӥ�ԫ����_�yuJ�?)&gt;6�OoS0���K�j̓�C4Y�.�.R&lt;���4)M&gt;=%X�km�^�P����t��ձƌO�	��z��ٱ��nE�1О��_x0000_�}�m)��ɞ�;Wp&lt;���m-���g^�L�</a:t></a:r><a:endParaRPr lang="en-GB"/></a:p><a:p><a:r><a:rPr lang="en-GB"/><a:t>��p	��&lt;�_x0000__�p��(ÏQ����T����~߲��N�?�����.��w�]{�{�^���׺��u���{�{�^���׺��u���{�{�^���׺��u���:ڣ���~�?��hejy��9L�����tբ�6��L��#���&amp;�}Z��̱L�R�(��ky*A$������s_�����{��{��_Xf{��&gt;�������zNc��m�Ս]]�7ˍ�C%EI#��9bL</a:t></a:r><a:endParaRPr lang="en-GB"/></a:p><a:p><a:r><a:rPr lang="en-GB"/><a:t>;Dj~�c���f�k2%h�_x0000_4�Δ��Q��\Z�n�+]T���RW��5�]S�R0�_x0000_�{�K&apos;&amp;���%�F</a:t></a:r><a:endParaRPr lang="en-GB"/></a:p><a:p><a:r><a:rPr lang="en-GB"/><a:t>�&quot;���u���ka*(��{�M����eu�Geb�ݖ����4О ��&gt;�:$����� z�����&lt;�xux_?�\�0v&amp;S��W�=e�f,�ǖ��z9:��!�%�vJ*�\��+�J+�Fhi��O��,���]v� 5��E=|�my��6����΋J�ј�?1����s�Ϥ~ot&amp;����s��^��</a:t></a:r><a:endParaRPr lang="en-GB"/></a:p><a:p><a:r><a:rPr lang="en-GB"/><a:t>H�����g6~Ol����(��z�+;,���㨍����S[���蔃C�_3��co&lt;;��Kn</a:t></a:r><a:endParaRPr lang="en-GB"/></a:p><a:p><a:r><a:rPr lang="en-GB"/><a:t>�&apos;5�+��|�����l����u���_x0000_�!��O��8�_x0000_x�ܗ</a:t></a:r><a:endParaRPr lang="en-GB"/></a:p><a:p><a:r><a:rPr lang="en-GB"/><a:t>h+�@�_x0000_Q�I#ݚ {��+�1��}������_x0000_��~K{��.@�</a:t></a:r><a:endParaRPr lang="en-GB"/></a:p><a:p><a:r><a:rPr lang="en-GB"/><a:t>c�=Գn�r���9��+�g�C�����z���c���r-��ۃ%�_x0000_!�&apos;���?��_x0000_���(�i�M-O�&gt;��������So�m�:`S����Cm��m�2�_x0000_Ǘ���W����_x0000_4������f��N������n��4��&apos;۸Y��c��ީ��5=5vV��#��x]#�%`��[��-l�X~1Q��5�&gt;�,�J�</a:t></a:r><a:endParaRPr lang="en-GB"/></a:p><a:p><a:r><a:rPr lang="en-GB"/><a:t>�-~�s</a:t></a:r><a:endParaRPr lang="en-GB"/></a:p><a:p><a:r><a:rPr lang="en-GB"/><a:t>�OBri�Z���6����_x0000_	������9߈;w�:��z�bg��Ǫ��-Ž��bV콼ۂ�k�,yd����8䆚��a�{x�&apos;��;=�Ye���=</a:t></a:r><a:endParaRPr lang="en-GB"/></a:p><a:p><a:r><a:rPr lang="en-GB"/><a:t>.�E���ԡ}*kC��H5?��u���&apos;��F�����~&lt;PPfr8��ۢ���g㳘�ɶQ]�U��f��RJuxt(&lt;�����ډ��</a:t></a:r><a:endParaRPr lang="en-GB"/></a:p><a:p><a:r><a:rPr lang="en-GB"/><a:t>���z��</a:t></a:r><a:endParaRPr lang="en-GB"/></a:p><a:p><a:r><a:rPr lang="en-GB"/><a:t>�Jm.IV&lt;s�J���+�q�̿�\.�F��sտ1�J�^��N��vGCX���{c��L�9��&gt;�����*Vq�V��&amp;�h�XVH��S$g��o��j7=�]B&amp;$�V��_x0000_�����$�_x0000_�N�����o׿+~kbw�d�^�_x0000_��g��;�/�v���l��|NW)&gt;	 ��2�9)e�j����Xl�УsݡIV(�</a:t></a:r><a:endParaRPr lang="en-GB"/></a:p><a:p><a:r><a:rPr lang="en-GB"/><a:t>�Ԋ�����d���B�Hz(I�I�+ZSz���P������yt6Wse�9����I��{���ۋ���Ӛ��w4qB�</a:t></a:r><a:endParaRPr lang="en-GB"/></a:p><a:p><a:r><a:rPr lang="en-GB"/><a:t>I��*q5D&apos;��:�P���n_x0000_a����~c���l�l�Ý|�z����AaC����W����0-6G�0G�Z�}dZ���_x0000__e&lt;��x[҃��n�9F$�n</a:t></a:r><a:endParaRPr lang="en-GB"/></a:p><a:p><a:r><a:rPr lang="en-GB"/><a:t>�d���x_��_x0000_7Zu8&gt;?��φ���v�[�Cn�[��	�X�V����c��В</a:t></a:r><a:endParaRPr lang="en-GB"/></a:p><a:p><a:r><a:rPr lang="en-GB"/><a:t>��ƴ|Ӈ��_x0000_7_\�5l=����~</a:t></a:r><a:endParaRPr lang="en-GB"/></a:p><a:p><a:r><a:rPr lang="en-GB"/><a:t>�_x0000_��*���Wƻi�b!Mx�j��3�CԻd�6�g�G��#&apos;�㯔��(	���w��=�(�_x0000_`v��[5Z�_/�z�.Hn�c�G�&lt;:���7�F}��,����#�_x0000_���-dWݕR���i��G6���i�2sJzgׯ�����ݙ�o�GW|L�|��Y������V</a:t></a:r><a:endParaRPr lang="en-GB"/></a:p><a:p><a:r><a:rPr lang="en-GB"/><a:t>�p�}������7�訮�tT��ֵ++,�S��Գ�</a:t></a:r><a:endParaRPr lang="en-GB"/></a:p><a:p><a:r><a:rPr lang="en-GB"/><a:t>�,�&quot;����4��;�ґ��&apos;?�}}��o�&apos;w�w���</a:t></a:r><a:endParaRPr lang="en-GB"/></a:p><a:p><a:r><a:rPr lang="en-GB"/><a:t>�_(v�uw�gv�V�7</a:t></a:r><a:endParaRPr lang="en-GB"/></a:p><a:p><a:r><a:rPr lang="en-GB"/><a:t>C���x���tmʭ���</a:t></a:r><a:endParaRPr lang="en-GB"/></a:p><a:p><a:r><a:rPr lang="en-GB"/><a:t>�����°�S?��2�&gt;��#�_x0000_�o���hف9 /�S�� ��G��2_x0000_F���\)���i�9=Sg��_x0000_�Nw��_3����o|����:���R�rUfwb�LVsjuE.J:v- ����C]A��R�i�:�����6�_x0000_��&gt;KBN=s��.�w</a:t></a:r><a:endParaRPr lang="en-GB"/></a:p><a:p><a:r><a:rPr lang="en-GB"/><a:t>��{��2&quot;</a:t></a:r><a:endParaRPr lang="en-GB"/></a:p><a:p><a:r><a:rPr lang="en-GB"/><a:t>4RZ���;H�#�&gt;��.����_x0000_	U螊�}}�wźڽ������l~�ܝ��+pnh�&apos;��cbٹjח)UX�4t��앙����@��q���(BH��4��4����v�![X�yHRX�Br��t��N?��2{?��|�l��V���1�qX����#6��99v�T5�)*�U��x�cVd$�8�c�+����_x0000_W��ߧ���^4�_x0000_%G�?�_x0000_�|G_ˏ�R%*���k���af�K)?Wo�ϲ-�=�Ɯ�:s4B+�H�:�P�_x0000_���*�y������{�4�_x0000_��_x0000_��L�_x0000_D�O�:��W���c�&apos;y��_.�s�_x0000_g��Q�:��</a:t></a:r><a:endParaRPr lang="en-GB"/></a:p><a:p><a:r><a:rPr lang="en-GB"/><a:t>����.f��?�ڝ��_˧w?�$��_�)9���Vbm�&amp;b=�j��}�$鸆�]�/�a�4V����h�lCj#O�ܒ)�#H���U��5O�z�����_x0000_</a:t></a:r><a:endParaRPr lang="en-GB"/></a:p><a:p><a:r><a:rPr lang="en-GB"/><a:t>C55</a:t></a:r><a:endParaRPr lang="en-GB"/></a:p><a:p><a:r><a:rPr lang="en-GB"/><a:t>Q]��&lt;�3��$�$���ڈ�1v#����qk!D�</a:t></a:r><a:endParaRPr lang="en-GB"/></a:p><a:p><a:r><a:rPr lang="en-GB"/><a:t>�~�3�������D���=k���U�_W�_x0000_6�έ�E�_���ͺ�j���9{o��7���*F�]��H�����$�~���F�I�����_x0000_6_x0000_��G���O�������s��L����ޒ;Dkzw�)�w�G�=�]I</a:t></a:r><a:endParaRPr lang="en-GB"/></a:p><a:p><a:r><a:rPr lang="en-GB"/><a:t>�b[�_W�~��mt�][�B��|�&lt;�G|�7�\}\�`�&apos;M+M2��yz���s��|�޿9?�s�&gt;㖳f��a�|u�F[&amp;�{kk�ݧ�V�,���IN����&amp;�u�#I#��$�n�V�Pp���փ���=nw�r��S�?*���k�S��iߏ_�s�����:�_x0000_�{���_x0000_{v�Nء��;sp|��۹Z��U�F�Tl����x�*z�sCLbiQUV�z����u,h(+�!�\�W�&amp;�m��9RH�t���g���Po�%��e��~v�p�&gt;E�{K���^�힋�^���ћ�d�E��n-�/���6����j)�IL1��7��5.Am 0&apos;Δ?��@�z��n�f�jc21M?�S��������S���_x0000_��t�Z�b�v�����wB�~�=�G5f{��6f������-��PQ����S�����6�{�[x�Q���p4��_x0000_�:�3��_x0000_�&apos;��o��ۓ;�=�M�&amp;�۹ٶ���u�m�������ISM�����j���&amp;�AjV=v1��浄��_x0000_�? &lt;ǯ���#�v��%�.ԫP��)��+_*�_x0000_</a:t></a:r><a:endParaRPr lang="en-GB"/></a:p><a:p><a:r><a:rPr lang="en-GB"/><a:t>I�R??���_t�Q�n.��=������=o��y}㇦�m\L�N��d�9��E�)]+)�jeR�LA�%�w+��DPb����O��=/�m�-�Iz�v�O���&lt;&gt;Δ_��1�����&apos;�җ�v�R�ݧ�{�$�n]��2;�?��s�~��Ք�uB��C&amp;:	���e�i���Ţ��3�ԓJ}�?mx�������	)�ȯj�^&gt;ua�\���)�u�w�^_*:f��6</a:t></a:r><a:endParaRPr lang="en-GB"/></a:p><a:p><a:r><a:rPr lang="en-GB"/><a:t>�e��yt���N��)�������۶�k�_�*+*���ĕK�-�vd�RT엗q�q�����x���[-&apos;��1��XCF��+�ӭ���3�tn���ӯ���)��݅ݛ+g˗�i(���y붎�_x0000_c��̔��Q_x0000_P</a:t></a:r><a:endParaRPr lang="en-GB"/></a:p><a:p><a:r><a:rPr lang="en-GB"/><a:t>��7�㰼&gt;&quot;��8_x0000_悼H����Лb����B8A$aM_x0000_�Z|�=xЄ��_x0000_��|��|��b�-&gt;+�:#vv�݇޹�;{q���ټ���&apos;����&lt;:�:̛��V�_�I��Ƞ��n�hE��AN�_x0000_</a:t></a:r><a:endParaRPr lang="en-GB"/></a:p><a:p><a:r><a:rPr lang="en-GB"/><a:t>���=_�WJ�ҩmM_��q�_x0000_�@z2�����4=u�ϻ0�AS�?�x���c�:?�����_x0000_f��}&lt;t�&gt;=�&amp;3-WK��տ�/Q������/�m��Bԙ��^��I�_x0000_&apos;J�;-�H��*ŀd�pi�</a:t></a:r><a:endParaRPr lang="en-GB"/></a:p><a:p><a:r><a:rPr lang="en-GB"/><a:t>f�p:��J�����p�l�E5����g�����q}׌�T��U��(m/�&gt;��iq&gt;+2�+�S����`kY&apos;�tV$��H?&gt;��9�+�G����辠�������r=��h�&amp;�˾�������竧��[!U4��TT��Լ���tӣd�b����ч6�i�&apos;����ғ����|����}�������]Q�h�����[�&gt;Ճ�cݸ�IC��8�y�UѤ�*ctr�R�u)���n&lt;:��_x0000_��Q��&lt;q�_x0000_\&amp;�&amp;�dR2��2�cտ��_x0000_�]�7w���!�0���.�ꍓ��������(��ov$�j��-3�.�53</a:t></a:r><a:endParaRPr lang="en-GB"/></a:p><a:p><a:r><a:rPr lang="en-GB"/><a:t>�&lt;��,�?��*@f#5�x��_x0000_����`�u�k�_x0000_M �\֤v��r=:6ȿ����&gt;��˿�]wUݻ��</a:t></a:r><a:endParaRPr lang="en-GB"/></a:p><a:p><a:r><a:rPr lang="en-GB"/><a:t>v��޾�ܻ�j콗�1W�+]UK�&amp;����2^&amp;�i&gt;�  �3�o;�[��	f8^?��nϰ\]C��J9$�eҞc��^��(��,��]��-�!`r�&apos;�7n�~��ޮ�n���mm�WGQ��y}���,��G�����jj+�h�&lt;�Q��-�Z[5&gt;��g�Iw����T�ˤ_x0000_qQ\�_x0000_�+Q\Ҍ3\uk�������5��-��U�[�m�U��s5U]7R�U`m������SS�$S���K�A���E�N�Bs�J�����G&lt;�v���j�y��qϝ1í6��L�_x0000_�G�\*�^_��{�</a:t></a:r><a:endParaRPr lang="en-GB"/></a:p><a:p><a:r><a:rPr lang="en-GB"/><a:t>��Lj����^���#أh��m�pXW5��Q�N�[�Q~�d�����7�����Ŝn��[s�3=��Hk+�B���5bǬ�ņ{</a:t></a:r><a:endParaRPr lang="en-GB"/></a:p><a:p><a:r><a:rPr lang="en-GB"/><a:t>� �&lt;c`��8��9d4��PҒ���]I~����_x0000_���Eq��&gt;��R�_x0000_c$�&gt;/�_=���i|����������/&gt;~��x 9�ڛS-���2���\��U�_x0000_Ó�M4�o��)ZTָ4�?g�zY���jj</a:t></a:r><a:endParaRPr lang="en-GB"/></a:p><a:p><a:r><a:rPr lang="en-GB"/><a:t>i^#μ�Zu����_x0000_	��Y��O�</a:t></a:r><a:endParaRPr lang="en-GB"/></a:p><a:p><a:r><a:rPr lang="en-GB"/><a:t>.�������M߽v�xIػ�5�w.��d�#�0I���Ub�*�J</a:t></a:r><a:endParaRPr lang="en-GB"/></a:p><a:p><a:r><a:rPr lang="en-GB"/><a:t>u�:�W�������iwEIMc��hh*G�Zz��0�ؑ6u��N�Z��Rø_x0000_q��&quot;�����iؙݣ��� P�j��</a:t></a:r><a:endParaRPr lang="en-GB"/></a:p><a:p><a:r><a:rPr lang="en-GB"/><a:t>����H�M��[���U�T���Q�Yy�ʯ�{:���T�8�����ˠ��9W+ZG �#P��Ej=8������V_2?��/Ɲ��]���/�z���^��ݫ��؊���Y��1��)��#&apos;�Pb�J?=cD���Z嘒-�q�Ů(ز⠎5�O��t,޹s�)5��T�4�CSR[NNkâ5��Q�_x0000_&amp;߀]!Q��h��k��Q�ٹ�e~�����q��n�͏�髰U�,�z#UQIaP�2:i,���M0X��F&lt;濗�Gc�mvi�p敪i�dZ�zP�9 y�{����_x0000_��#����ZҴ����nI��m�.�=�=;�����������k:�&amp;���/�kq�9*Ҕ�_x0000_&gt;s� �Єn[cE</a:t></a:r><a:endParaRPr lang="en-GB"/></a:p><a:p><a:r><a:rPr lang="en-GB"/><a:t>£��p�G�z�S�_x0000_&apos;�͛�����VoqWTe2��ePK���Ij����6�-jj$,Ϧ���1&gt;�rX��@��8���Y�yCD5���}�i�1Վ�����^���_x0000_��Otw0�aO�c�?�?��}�u߽u���{�{�^���׺��u���{�{�^���׺��u���{���O������Yj��i?�:�CS�u0��4O�&gt;�IeVv@-v�~��Y�_x0000_Vz����</a:t></a:r><a:endParaRPr lang="en-GB"/></a:p><a:p><a:r><a:rPr lang="en-GB"/><a:t>�8�Z�m�O����w{t��&apos;��3f��}]����Q�=Ŗ����&amp;�aF�&quot;�\MB+3$��`cb����k�d���h��}@�^��</a:t></a:r><a:endParaRPr lang="en-GB"/></a:p><a:p><a:r><a:rPr lang="en-GB"/><a:t>���N��F�e�����4�\cX�:��E����)Sğ*�&lt;�ѽ�F�α�</a:t></a:r><a:endParaRPr lang="en-GB"/></a:p><a:p><a:r><a:rPr lang="en-GB"/><a:t>;���~�F�zU��&lt;���	��K�m&lt;n4�_x0000_&lt;|��:�m�Ws�v�4���,|�S�� ���Sb�U�@����L��Q�kV�+@MW��zM��#���4p��3�V�_x0000__�N��e&quot;�:ǄO�?������G��_n�$�ĺ�3�u�.8���_x0000_��_x0000_g���~��I%����\z���a��G���E^���_x0000_n�����Xd ��S����En5ӯ�S�&quot;_x0000_�k]z��WK�F��:I��&apos;��U4i����h��x|��Ȯ�Rd5B=L�ZarC&lt;q$j</a:t></a:r><a:endParaRPr lang="en-GB"/></a:p><a:p><a:r><a:rPr lang="en-GB"/><a:t>܁����U/�z4\2�E ����^&apos;�����L�*`ڪ[�#N8S����@lJ��n��U����������~z�6Y��[�դsAK�</a:t></a:r><a:endParaRPr lang="en-GB"/></a:p><a:p><a:r><a:rPr lang="en-GB"/><a:t>��w�2�a�$Jǎ(O���]�����n���*�JA2TT`�����PU=fͤ�U��M_YF��@Fi&lt;�T �K`QI�S�+��Y��YΧ��y�&gt;gX�h��_�,�}*</a:t></a:r><a:endParaRPr lang="en-GB"/></a:p><a:p><a:r><a:rPr lang="en-GB"/><a:t>?gH_���/G�0���n���{N�?�ozj</a:t></a:r><a:endParaRPr lang="en-GB"/></a:p><a:p><a:r><a:rPr lang="en-GB"/><a:t>���z�c��]��mid`+Bx*_Ν&apos;�A���ҡI�_x0000_yR�:&gt;_-r�g|b�&apos;UO&quot;��n��;s�95Iԣ���_x0000_K��~���&quot;�cr�h)�2 &gt;XF�p��4��6rտ��z��ȩ��i���{�������W�!�JC�~6��٪�@�U����j�@�M���Ԡ��ι�d��Cw���x�&gt;u��^�G`O���k��N�?*���aS�����0�=��ˮC����_x0000_z�n��5�td.�_��c�S`��</a:t></a:r><a:endParaRPr lang="en-GB"/></a:p><a:p><a:r><a:rPr lang="en-GB"/><a:t>���@����گ����_x0000_$�U_q�P��o��̱�\�Z����d�?����^@�0�!F?�����b&amp;�k����^�骕O���dSo�vSo��_x0000_c�pO���=�xp�?�����Q�w��ܠS���B{\�v�Cmk�?B�������n��~����H��ɠR��O�:���@�����o���5c�Ou�{ߺ�^��׽��u�~��{ߺ�^��׽��u�~��{ߺ�^��׽��u�~��{ߺ�^��׽��u�~��{ߺ�^��׽��u����ߺ�^��׽��u�~��{ߺ�^��׽��u�~��{ߺ�^��׽��u�~��{ߺ�^��׽��u�~��{ߺ�^��׽��u�~��{ߺ�^��׽��u�~��{ߺ�^���</a:t></a:r><a:endParaRPr lang="en-GB"/></a:p><a:p><a:r><a:rPr lang="en-GB"/><a:t>�_x0000_���&apos;�_x0000_��/�_x0000_�������~��_x0000_���ڿ�?���_x0000_^��q�s�_x0000_���w��_x0000_�ۑ�qO����=O��� �_x0000_�i�_x0000__�;!��u���^��ۿt�߅V�E�����Rb?���&quot;��&apos;��я�7��G�����&amp;t@�[�P=�\��_x0000_%��_x0000_L�����f��Ѩ�F�}��sǮC��_u�ǭu����Y�m��.�o���_x0000_�נ��0�_x0000_�.��}�Ѭ˝�����B����Ao��K{]ɂ��|�Oئ��#܎=@�t�����Gr�U7j�����</a:t></a:r><a:endParaRPr lang="en-GB"/></a:p><a:p><a:r><a:rPr lang="en-GB"/><a:t>���%�g�6G_x0000_��ƤH���^}�$N�����5��9�����_x0000_Q�$wwW&quot;�Q���b�uPҞ�k�xy�;�g���6��:�_x0000_�;v��358���;/wn-�F��Ő�����9�E�C��X�k�ۛ�)�͹�|�sSP��	����V�\ݺ�l�g�_x0000_��k��������</a:t></a:r><a:endParaRPr lang="en-GB"/></a:p><a:p><a:r><a:rPr lang="en-GB"/><a:t>?������\�)]Q��qWc�0O�:׼_˙�V�� ��W�5�{�w/q�~�xbUd%kH��+����?f��h���Vu*���#�����ռ�O����X)�����ͲXM�O6p�r���/&amp;T�Zr ��_x0000_�`�k���h�A����[�Wl�M� ���_x0000_ׅx�C���&amp;Y&amp;ᆩ��RU�tZ���T�T�&apos;�k�x�=</a:t></a:r><a:endParaRPr lang="en-GB"/></a:p><a:p><a:r><a:rPr lang="en-GB"/><a:t>޶ h_x0000_*</a:t></a:r><a:endParaRPr lang="en-GB"/></a:p><a:p><a:r><a:rPr lang="en-GB"/><a:t>c�����_x0000_m���_x0000_�}X��4��߽g��)׽�����ߺ�^��W/Ǭ�-��_x0000_a���F_P�ց��}G�z��_x0000_�]G���n��&amp;L�j|���P���%Z�Q���tU��d�M��Y��̦��A��݆�����]m+���e��6�&quot;�Tb�tTu0ɪ܆S�����i;~]����k�&apos;��?�:p����^���׽��u�~��{ߺ�^��׽��u�~��{ߺ�^��׽��u�~��{ߺ�]���o2z�7���)_�H���ym�ս��ݹ޽�]����?�����5;��j�T��&quot;��Li����,,�&quot;�ŗOI��1�%�%G�j�#�$d��֥�Y�s��Jt�I��Ľ�Л�w�/e�r^��fi����J,�����M`�3</a:t></a:r><a:endParaRPr lang="en-GB"/></a:p><a:p><a:r><a:rPr lang="en-GB"/><a:t>1�Z��(�S0Ub7l��3�j�jiZ��圓���</a:t></a:r><a:endParaRPr lang="en-GB"/></a:p><a:p><a:r><a:rPr lang="en-GB"/><a:t>�ޢy��o��i�`0��&apos;����1�۝��{۸����u�x)��cJ^�����h*��񼴕����7Ib���TR,}�Z�r�zdR����5�_x0000_GQ��ב	!�H_x0000_p_x0000_�</a:t></a:r><a:endParaRPr lang="en-GB"/></a:p><a:p><a:r><a:rPr lang="en-GB"/><a:t>���	�D��T_���9��ltOu|u��w��W�;q�_Q�&lt;�Twp�\~�z��&gt;���&lt;�U��$�+%%A�</a:t></a:r><a:endParaRPr lang="en-GB"/></a:p><a:p><a:r><a:rPr lang="en-GB"/><a:t>�^���G��`!9�_x0000_L=I����pCKZ�8S#Ky�����v���=�[�?5���v&apos;m�5fڎ�����t�v6r�x}�Ȫ�&apos;�Q�e�_x0000_k(�+,z��tC~��4�_x0000_��_�&gt;�r���NMM����+����ߧ��mo�EkpN���󒢳55K*}6;��j�gs�n\���%��$4q�?�̚w��5��_x0000_�0�_x0000_	��Y$T;��3_&quot;��</a:t></a:r><a:endParaRPr lang="en-GB"/></a:p><a:p><a:r><a:rPr lang="en-GB"/><a:t>��Y��a</a:t></a:r><a:endParaRPr lang="en-GB"/></a:p><a:p><a:r><a:rPr lang="en-GB"/><a:t>�oc�=_��0����I��0}�nE���Nۏ��0|���u$</a:t></a:r><a:endParaRPr lang="en-GB"/></a:p><a:p><a:r><a:rPr lang="en-GB"/><a:t>��nH-�̱iJ��5�z���n��v_����U��ڻ��f���o _�8,�r�[��F?)Q	��66&amp;���)�ģy&apos;�?��9�H��C���� ~�c���?�`�37�A�?iп^�O���ְ&gt;��_x0000_?t2߿��_x0000_K/�yz�s���7d���Ο��x���=	QA�涢D��i�*6�D����z�ማH�H&apos;{ͫ�B�,��_x0000_�tKʷ0[�H��</a:t></a:r><a:endParaRPr lang="en-GB"/></a:p><a:p><a:r><a:rPr lang="en-GB"/><a:t>N��C�</a:t></a:r><a:endParaRPr lang="en-GB"/></a:p><a:p><a:r><a:rPr lang="en-GB"/><a:t>�i�xz��;3j�gI�orvm&gt;eu_Wo��k�R%�|.i᠒*���](�Z:RD��p����mm�K����:�w[shcC�@G��z�2)���w�J�E�6�M-_���sG7�`�&gt;�~���AA��iI�c��+���_��~b���E6�%��S5?�����_x0000_�Fm���w^b�9#��s��o����S�n�����H��y� ���)����鴯�?�te�[iq!������u��c�-��_ʳ�����WA���W[�i1��QQ��]c�����Em5;7��(k&amp;��&amp;�VP�)!���@h���_ٟ���*�ڴl�¸�����Z��_x0000_��{GjAԿ�(W����|�ooO�W����A�)k�_TYS)jA Q�\)�#�Eɞ��ȧ����&lt;\�5�1dT�H��	�� �#�{���&gt;��?��������S�W�㐉�l��������3A?��o��H��$��_x0000_6���O�K=?�R������&apos;jK*�V	܏)7fSq� �&lt;ڜI���P�z!�O��9&amp;�^���_WO��Ө�~E��OXu�K��a&amp;3%A��4mCUIX�GF��6��^�O����x�	M���O�L�*�ە���d?���[�H��Z�q�����h���\�˽�.V�ث�Mˉ��RMEJm���r58���X��_�Hu�b=�0u�{�_�Z���)݈[��~��i��_x0000_�������i��1�_�=�L$6�U�?��Kv�����я���_x0000_�wH�����	 �ud��S_�$�-����������_��&lt;ؿ�������jjv�!W*Î���+R��R��h$��� h���$R���q���{Y�O	�������/n����k�8�x���*&lt;�n&gt;�Fx�������g��a����zV��{Ώ�&gt;8u-Vj�����od7(ڻN��Q1�ON�_��&lt;R�TJe#P�Ak�BPh</a:t></a:r><a:endParaRPr lang="en-GB"/></a:p><a:p><a:r><a:rPr lang="en-GB"/><a:t>q^03LP���=ysq�\�VÒ)S�MM	� |�0_x0000_�in��_x0000_���.�|-v��O�;���m��ܻ�zbz��:o��m</a:t></a:r><a:endParaRPr lang="en-GB"/></a:p><a:p><a:r><a:rPr lang="en-GB"/><a:t>�S��Q</a:t></a:r><a:endParaRPr lang="en-GB"/></a:p><a:p><a:r><a:rPr lang="en-GB"/><a:t>�^�j�ƙ)�5`��E_�eFp}�7n׾</a:t></a:r><a:endParaRPr lang="en-GB"/></a:p><a:p><a:r><a:rPr lang="en-GB"/><a:t>�@�b��$���������lip_x0000_��&quot;������h	�5|���Z{,�7�\�fv������l4�щow��Dk3��</a:t></a:r><a:endParaRPr lang="en-GB"/></a:p><a:p><a:r><a:rPr lang="en-GB"/><a:t>����[~O�I�:��v_ހ�)�Ҝ)�O�8u���+������������@���ň�A�d��[�MzsI&amp;�+�����_x0000_��_x0000_�U���_x0000_���_x0000_�6sۜ���g�=3ɟ������_x0000_��_x0000_�7�}��8�_x0000_������_x0000_��:�Q�.F�_x0000_C�̏�?�;fq��.���_x0000_��`�_x0000_��E�LS�&apos;T&lt;N�&lt;,�YFV(���z</a:t></a:r><a:endParaRPr lang="en-GB"/></a:p><a:p><a:r><a:rPr lang="en-GB"/><a:t>���/*GO��!u�$��&gt;��+a�p��\������΁��_x0000_����5�j�&gt;�M��6U�*/�_x0000__x0000__x0000_q}*�?����=K��o&gt;�0������U��W-mc-����9�_x0000_f�l�yX,qu�E�9a��%k݋��k�K���P�&amp;���+ζ�B��_x0000_QW�������Z���J���ϝ3��&apos;Zt%C�&quot;B&lt;]��gMAT}�</a:t></a:r><a:endParaRPr lang="en-GB"/></a:p><a:p><a:r><a:rPr lang="en-GB"/><a:t>_x0000_�=������ֿ�t�#�X��1����R^?���W��=kG�?�&apos;uglfjv^+��m��J1���oiO�܉GxD���;�C���pO��1���VXǐ5���Sˤd��b��9ǮMz�/�F��J�Z�7��v�K����x̝&apos;El�(2��*Wcr4Uq�f�X�����f?S��~�X���^�aУn��b���(I�}&gt;.����_x0000_��-����m.��q�&gt;�ݘ�L}v_jo���{q��k�Z�ueN?!�a��	���Y2ʮ.�ږ���³��Wn��&lt;)�N�]�pA?���:kU�.MxׇϣC���?�O���~���_x0000_ս�{u�^�?W�m���ME����ݞhc�OUFԴ���+R�@f�E����}Rb��</a:t></a:r><a:endParaRPr lang="en-GB"/></a:p><a:p><a:r><a:rPr lang="en-GB"/><a:t>q&apos;֧���_x0000_0�m��E5W�׉��k����_x0000_�5o��&gt;}*�_x0000_�MԦ����׹�_x0000_�[�C�]��?���~N5�a&apos;���[~���,t0������_x0000_�</a:t></a:r><a:endParaRPr lang="en-GB"/></a:p><a:p><a:r><a:rPr lang="en-GB"/><a:t>��bv;/?�h�g�j��_x0000_�:7��VP?����_x0000_�С���VP����`]�1��Sæ����e�����~�(�_x0000_�c�,�ዪ��_x0000_���|��9������H�Y����r�l$���_�����~��][��&apos;��1}���|�q�ű]%��c���,��_x0000_]�M&gt;K��!��GEЖRI6�k{�����$����zY��5��dm:�ʄԌ|ZA��x���S��`�_x0000_&gt;��z���z���L���u��x�d߯z�a`�u;�r&gt;�����x�~&gt;���(i�2L��e_x0000_���A�����f�p�{��iP)Rh)Je�M8�S�˭�&gt;A�f&gt;	|)�C��a�uw^��?�������t�g�:���|nǓ#��&gt;V���.�B�󐀴�FII([���&gt;���&lt;�jH���t(��	lm��p��j�</a:t></a:r><a:endParaRPr lang="en-GB"/></a:p><a:p><a:r><a:rPr lang="en-GB"/><a:t>G_x0000_��� ��L���f�q}4�����A1�Ɲ?�-�_x0000_��6I*�����z!幖�q</a:t></a:r><a:endParaRPr lang="en-GB"/></a:p><a:p><a:r><a:rPr lang="en-GB"/><a:t>º���?.���6��+�)�r��]�6 9�a����_�&gt;�yP�cjq?��뜌�U�ƣ�}&gt;}_�;�_x0000_��@_�V-C�����T�C=�X��u���{{�-C�Xp*?ez���fR�BH_x0000_�x�����K����n���r��P��_�zk|�&lt;��:Q�1g�ީ�J����hfX���ǒ=�m�&lt;�`�0</a:t></a:r><a:endParaRPr lang="en-GB"/></a:p><a:p><a:r><a:rPr lang="en-GB"/><a:t>z</a:t></a:r><a:endParaRPr lang="en-GB"/></a:p><a:p><a:r><a:rPr lang="en-GB"/><a:t>�q4W�</a:t></a:r><a:endParaRPr lang="en-GB"/></a:p><a:p><a:r><a:rPr lang="en-GB"/><a:t>@Z�����ao��{Oh���C�6^J��-�����k@c�}���saw)Ί94x*)L��}W�-�;���Pт@����qԅ��Q��</a:t></a:r><a:endParaRPr lang="en-GB"/></a:p><a:p><a:r><a:rPr lang="en-GB"/><a:t>��LhU�~-,�0Ӂ��X��^��;G�nl���CK�;��f��Go���|����Q7fႚ[0���+��:�$5/�����_�T�T���_x0000_�_x0000_#Zzq迚o ��!(Y��</a:t></a:r><a:endParaRPr lang="en-GB"/></a:p><a:p><a:r><a:rPr lang="en-GB"/><a:t>l�@}F��x����Z�����/ٟ7{^J*�6�;�z����x�R�����SP#������)$�T�M���of2�I����?gDܡ�p�f���ָ��d_��|����l_�o���ϳM��H�&gt;ސ������_x0000__]�</a:t></a:r><a:endParaRPr lang="en-GB"/></a:p><a:p><a:r><a:rPr lang="en-GB"/><a:t>�_x0000_������)���6�����_x0000_r�=[��H�?�#����v/������i</a:t></a:r><a:endParaRPr lang="en-GB"/></a:p><a:p><a:r><a:rPr lang="en-GB"/><a:t>j@��NV�_x0000_�_c�������QE�������W��&apos;�y?�</a:t></a:r><a:endParaRPr lang="en-GB"/></a:p><a:p><a:r><a:rPr lang="en-GB"/><a:t>�p��_x0000_�&gt;BI#�I�zK��=����#���z�w#�c��(��_x0000_V�_1��Nʃ��~	^��������lҨ*H���+����ۼfK</a:t></a:r><a:endParaRPr lang="en-GB"/></a:p><a:p><a:r><a:rPr lang="en-GB"/><a:t>5�_x0000_.:�6��PH���g���_x0000_�[�_x0000_2^�����_x0000_����p����u���~��m&lt;�NpoZ��U,�aϝ���E���A�3RA:�mT���T1&apos;.��-,��Y�����7+��Jv�q�t�s��������_�_x0000_	���/�5���_�_$�[�����n���=K�0��л:�����o㘩���|���c����x���h�֊iy�[�!�PiLyS����:M���7�^�4&lt;O�_x0000_�҇4�x�T�w������^����UOht�Xe��O{�:}ɺr��v�I��kr�8�)� 2RMD�IO���&amp;�[izn!*�p�Ϣ뭴�\-\�_&quot;G�i��2:��_x0000_%�e�Tٿ�6����r�Ob��_x0000_�_x0000_��̟�A&gt;��W��|��~���}����:�����:�&gt;��a��Ǫ�߽u���{�{�^���׺��u���{�{�^���׺��u���{�{��׺�b7�_x0000_Q$ob�</a:t></a:r><a:endParaRPr lang="en-GB"/></a:p><a:p><a:r><a:rPr lang="en-GB"/><a:t>@*eA�u��I��_x0000_�w�:�������&gt;|t����;m���jk�T��</a:t></a:r><a:endParaRPr lang="en-GB"/></a:p><a:p><a:r><a:rPr lang="en-GB"/><a:t>)���M�&lt;�KV���X������S�]FZS�=K�7�6��\(a5hxW����v���F��|�M)��R��_x0000_�(�����[?k��7�&gt;�~���c��Ȏ��|�r�j:x�)StE��1SD&quot;Jz\���L�˝%��*m\{p��yR���O�z&lt;ؽн����(��9�2��&gt;}�o��|_x0000_��%���+I_��n��϶J��|kW&gt;&amp;G��^�l6�����)</a:t></a:r><a:endParaRPr lang="en-GB"/></a:p><a:p><a:r><a:rPr lang="en-GB"/><a:t>�J�WW�����ڥP��f���*��p�_x0000_˺�&apos;w�k?*�u���n=^JpA����^�����ӿ�˶z/�c���/�3��jj&quot;�n��x��S%^C�wtp��k�4����4�Л�Kq���#��h��O�0}��!��&quot;�����)�_x0000_7:=/�]%�#6�����]�������T�1���._.��XK##TI����7��4z�Z�?�@�H���a�᥹��i�_x0000_!&gt;��&quot;���2�T��d�&quot;��`�x`�q�2�����B�:M_x0000_��OK�۹�V|�_x0000_*Tp�\�ߪ���?��x3��,�4����G]�UE%4���ਢ�8*�T����_x0000_��v�/��!&gt;G�=���-����z��i��_x0000_�n~��G����A�䪡</a:t></a:r><a:endParaRPr lang="en-GB"/></a:p><a:p><a:r><a:rPr lang="en-GB"/><a:t>�LCM���,��3XG ϗ�럛����&quot;o���)�ԟ���n�)�u|���5���&gt;&apos;kR�gjL���&quot;F��sou�I�.\�c��#��i����1�-�c���c�G�-V��}����VK��G�w�x����۫���b��nO�w/�����S��������-Ü�)�̱t&lt;:�}��]�A�o-C�#�ӯ�|���1�H�R�#�O����p�&lt;`��}ۙ\��_x0000_�v��_]=����Y�l�mb P������~�q������{E&quot;�m?!��M_�_�������68��ӳϩ+j6�1�OK-\�&apos;����~.}���_x0000_�?.�n_�2���i�&quot;���_x0000_�������������w�_x0000_8�r|��y��൚����&gt;�</a:t></a:r><a:endParaRPr lang="en-GB"/></a:p><a:p><a:r><a:rPr lang="en-GB"/><a:t>K%��(��ۖƝ�����n��+WQ=����F��e��fO��KiO}1��$V�I����U���j�����W�UY�������k��ڴ{gjC&quot;���eU����r�i��_x0000_��_x0000_?P.�)�����C=^�F��&lt;ێ}�n=%���޺�^��׽��u�~��{ߺ�^��׽��u�~��{ߺ�^��׽��u�~��{ߺ�^��׽��u�~��{ߺ�^��׽��u�~������ߺ�^��׽��u�~��{ߺ�^��׽��u�~��{ߺ�^��׽��u���~}��u����m��{����u�~��{ߺ�^��׽��u�~��{ߺ�^��׽��u�~��{ߺ�^���G���xuC�-����:?�?</a:t></a:r><a:endParaRPr lang="en-GB"/></a:p><a:p><a:r><a:rPr lang="en-GB"/><a:t>*�_�F�&amp;6�*��~G��7y�?c�ON�T��?���_x0000_^��q��ß�&apos;��x�EK�_x0000_�w�ޟ������&quot;�_x0000_O���2?���_x0000_?-��� ���bU�}���ӯ�GHy��I=O�q�2�o��_x0000_</a:t></a:r><a:endParaRPr lang="en-GB"/></a:p><a:p><a:r><a:rPr lang="en-GB"/><a:t>y�oD��{�9��Ko���_x0000_��Q������_x0000_��G썾6�OF�\��o��~�ֺ�k��&lt;s��?�=��PR�z�K�c�Ӧ��</a:t></a:r><a:endParaRPr lang="en-GB"/></a:p><a:p><a:r><a:rPr lang="en-GB"/><a:t>��w1Ժ�6����nީ�eq�����=��&apos;]��^H�v��8�}#�F�T҄�����G��M��_�6���?]2}z��������*�y����&quot;��s�cj&lt;���h&lt;hY�</a:t></a:r><a:endParaRPr lang="en-GB"/></a:p><a:p><a:r><a:rPr lang="en-GB"/><a:t>q�*�ur�C���H��daR�G5</a:t></a:r><a:endParaRPr lang="en-GB"/></a:p><a:p><a:r><a:rPr lang="en-GB"/><a:t>~�Ѩ�Vo�/��P��E,��V�&amp;X��K^2x�9�_]����#6��k��.</a:t></a:r><a:endParaRPr lang="en-GB"/></a:p><a:p><a:r><a:rPr lang="en-GB"/><a:t>8�����_x0000_�Z�ә��oe�P��{�=N@�k��y�/�&amp;�׻Ĉ�VG�s��0�4�����P�mM#��$�j�jI&lt;+��{[�]��hE(k@�Ɯ:�o�����8���~���+�b����Y[�&lt;=+�~��a�u{�|l-@��:���?��_x0000_�=��N[\E&quot;E$���^���?��_����_T���ER\ʍF���uѸ�������&quot;�&amp;u_x0000_G��~]/��\�Kϣq�]{P_x0000_� *���y&apos;���ޭ�N+*�����.[��a!&gt;KǮȐ���v����bc�^</a:t></a:r><a:endParaRPr lang="en-GB"/></a:p><a:p><a:r><a:rPr lang="en-GB"/><a:t>����_w�D��	��1_:��?��:O%�&amp;P��iN�S��.��}�W������X�c��c���</a:t></a:r><a:endParaRPr lang="en-GB"/></a:p><a:p><a:r><a:rPr lang="en-GB"/><a:t>E2OAI���n}�G$ɩ.2�b���X&lt;����;r]��-M��Y�r�|�.��܍�7K�sl0O�x�������j��*�Q櫩��}������A��@��u��&apos;��X��y��ؙd��]+L��z����}=�ϧ���u���{�{�^���׺��u���{�{�^���׺��u���{�{�^���׺�[��ߟ{��P��z��	�</a:t></a:r><a:endParaRPr lang="en-GB"/></a:p><a:p><a:r><a:rPr lang="en-GB"/><a:t>�y�DZ��TD��I�u4������G�����nL3	W��_x0000_g�]F.,�ۅE+��!�#�ր���?�[K�����ݲ껗�w�C3��]���?lu&amp;g/Y%nc��5��W�(䒪(�F��gc�Z�HXQkSL���q��iè�{����4�&quot;�g�^�&amp;��SS�&amp;��P2�uP[O��������6��_x0000_���XͿ�m��۽��liL�1c��rc����(����h�#</a:t></a:r><a:endParaRPr lang="en-GB"/></a:p><a:p><a:r><a:rPr lang="en-GB"/><a:t>E��QM�F�||����=$���PGI8�&amp;��9?�]):k�]�_x0000_8/��4;�xu�_x0000_}�寫��9��%N���=��VH�L��&quot;o@�!��i��U�Gp�K���B��^�%&lt;�[��_��[]�p��	t�5*H�_*pP	$��_F���+�?��ŝ��j��_Y��z�R-=ge��n�9w6c+�JzH�&lt;�U+�����diI_�Iuu��(8p0|��N+N�]���m�A6��S�q�q�qS֒�����믕}��k�wP��������3��K�8�����˺�;�x�wvۢF���r�Y6&gt;��7��$01I�Vm{����L*���&gt;\sOJ#�����P��R�+ծ�rA�+_���������ߜ�Sl�3��_1��ǌ�-��9n�5�}]�z�˼��থ��c��5�Z��*�,i�����_x0000_�i&apos;��?Aµ��n��A�^_x0000_�U�xf��ߟȻ��t�˪ݥ��Hv�_x0000_Pu�uaq�{�h��&apos;����lm��IF�ǣ����Ij)$�����ie�/��͠j5P`5��_x0000_���v��t��Ex��O+@+��=o����w��@�_x0000_+/��;��}��W��\]7�����9}՘\좟1=&amp;3�AMo$���_x0000_H��3�h���d`C������X�E ���xd��?�և����e�tݱ���H�/�n����^����|�Zd�;-G�z&lt;���]�,�GM�蠒�&apos;�ETK&lt;E��ač����^�}1��C�n</a:t></a:r><a:endParaRPr lang="en-GB"/></a:p><a:p><a:r><a:rPr lang="en-GB"/><a:t>h��_x0000_k�</a:t></a:r><a:endParaRPr lang="en-GB"/></a:p><a:p><a:r><a:rPr lang="en-GB"/><a:t>H � p�M3�t��_v�_x0000_�SP�����h�ir�إ�l�[�JLNO9��)��gi��*��E;C����*�F����m����7�pi��M1ÏM�_x0000_�o</a:t></a:r><a:endParaRPr lang="en-GB"/></a:p><a:p><a:r><a:rPr lang="en-GB"/><a:t>Df&gt;x8��x�:q=l��_x0000_	��F����5����n������W�����&apos;�����j�J!��{ʲ����J�.����j�;	gDR��_x0000_v�XR� EI�_x0000_8?�����r��+H������k��G��_x0000_{�l?���v��_x0000_3��}�А``�u�TYj���Tǌ�������jάL�N�!��W����Ժ�4���I�ּ�~�k�@\���&lt;:{����k��x��@O���4�c��k�_x0000_:�兹7�G�N�C��L�gxu`�ܞ��d7BA�6�+G����W�,qŲ&lt;ѪF��.�g�=����*xWM�q�Tp�@�X�+I�����i�,�ϣG�S�;9��=K����G���~L�ggQ�ZN����;���k��5U�7����ۘ�S=</a:t></a:r><a:endParaRPr lang="en-GB"/></a:p><a:p><a:r><a:rPr lang="en-GB"/><a:t>,�^oImZv���_x0000_z��J|�Jg�7uktjcm)�&lt;�1E5�_x0000_?ŒO[9�_x0000_�^�)|����7�F��7��Л�v��ڛ�m�#n��̞snQ��c��X���T�`���3̗qH��I����_x0000_���2��I�d�U*xT�T��</a:t></a:r><a:endParaRPr lang="en-GB"/></a:p><a:p><a:r><a:rPr lang="en-GB"/><a:t>&lt;�}:�_�Q7�4�;�?)7��߇�]����0b���כ�,�cu�acqC��4�N����&lt;�t��}�*;E;I�.پ�x�m�IĒ~KSR&gt;B�`�ȃ���\-�1ۥEjY��kJ�:��j*�uW_vw�(��n/�D/�m�Ե�r�py�wZ�]��j�CYO���OK6/K&amp;���&quot;*�X����M�&amp;@�Ӎ��_x0000_����V��.��_x0000_��m��JS#_x0000_t|��_x0000_��1���-���K�~J�=���/&apos;tu�Z��z�wn��С�o��k�f�l^;)SW����,�O�����;O��{x����&gt;}$�k�3ka����!���z�|����ݿ���gk���������u�&apos;���M6���St�`FԋlMjՏ	�17����� �q9&amp;�x��Ԛ�,�@P�.(i�yg̚g�C�_x0000_�=_�;���]�h�I�!� w�O�v&apos;`w�3+�����`v�3!�ꌕ&amp;��!T@W���(#Qη^-{o�&quot;�M ��}&gt;��W�.�i4{�����</a:t></a:r><a:endParaRPr lang="en-GB"/></a:p><a:p><a:r><a:rPr lang="en-GB"/><a:t>�ȟC����Ui3�������t�W���ij������X�3v$������ג&gt;\:�o㴻����_x0000_Lq�rx��du���c��S�����;_����7?QQv̽����oS�|������ݛN��⩓���)�ୈF΀���Q�D�������E?,q�j������&quot;�J���$`�@*� ��c�o��_x0000_��a���Ir=��t�#�zM��v�n��1[�����[���#�lN�����\�zl�f,[[�+R&lt;�4_x0000_�&gt;���]�p�)Z�(��M(¸_x0000_`u^?�/�-���Ϩ�O#�7�_`u���X=�[�ٝaYQS��g_�A���0����UM-�t�V�n]^��[2��H85�(hq��zuKm��+ո�5%G</a:t></a:r><a:endParaRPr lang="en-GB"/></a:p><a:p><a:r><a:rPr lang="en-GB"/><a:t>&amp;���~X�:ۛ���Ͽ�b��ݕ��#���|��}���[#l��vkWu�T�v���yh�	�����G)�[�	�Ɗ���f����y�7���v��Fc(��5J�	�����[��,�</a:t></a:r><a:endParaRPr lang="en-GB"/></a:p><a:p><a:r><a:rPr lang="en-GB"/><a:t>�S|?�ϙ8��=</a:t></a:r><a:endParaRPr lang="en-GB"/></a:p><a:p><a:r><a:rPr lang="en-GB"/><a:t>�}[���NUl�;7nUmy�E&gt;��-&amp;�T���</a:t></a:r><a:endParaRPr lang="en-GB"/></a:p><a:p><a:r><a:rPr lang="en-GB"/><a:t>����ooRG*�L03����1��b쒯iB�������</a:t></a:r><a:endParaRPr lang="en-GB"/></a:p><a:p><a:r><a:rPr lang="en-GB"/><a:t>��Hm�9/y&quot;��&gt;��_x0000_ǰ��L�V���C�S4t\���v&amp;�U�e��SF�UYj�)d���?�%�N�k�[ݭ��Y.�|L�</a:t></a:r><a:endParaRPr lang="en-GB"/></a:p><a:p><a:r><a:rPr lang="en-GB"/><a:t>n��M?g_+���P��ۮ��G�WɊ</a:t></a:r><a:endParaRPr lang="en-GB"/></a:p><a:p><a:r><a:rPr lang="en-GB"/><a:t>���!��fS;S��D�c��&apos;eÖ�����_x0000_�XR�4�B�J�� �r�[˵��_.=q�S�ui��L+I0AZ+��S�Zqb��귝�)�y��}qM��M�$�����ߛ~9��&quot;��Φ�&apos;�^�</a:t></a:r><a:endParaRPr lang="en-GB"/></a:p><a:p><a:r><a:rPr lang="en-GB"/><a:t>�9ᲊݻX&quot;�_] b�&gt;���_x0000_�1�f���GXu��Ν߽۾��_x0000_&amp;��!�:�Q�2��Xv%u��)�B4�H�v��0&apos;�A��4P&quot;4���ϡ4����o�,��+N�Z��#5���_x0000_�,�&gt;`�:�O��?�{_�1��_x0000_����2��붽&amp;��Poj���&quot;Z��AO&apos;����M�=�ݦ��8$�1_QO�^��J���B£ӈI&lt;�k������}�_x0000_�����Y����0u�Ź1?o߽	]WK����ۦ��ؽo]P��1WG�uD���F�S��4��V{��p�k :�P��H�Tq��.���Ey-ͫ&quot;��e�</a:t></a:r><a:endParaRPr lang="en-GB"/></a:p><a:p><a:r><a:rPr lang="en-GB"/><a:t>�@��p&apos;��^������_x0000_</a:t></a:r><a:endParaRPr lang="en-GB"/></a:p><a:p><a:r><a:rPr lang="en-GB"/><a:t>�%��</a:t></a:r><a:endParaRPr lang="en-GB"/></a:p><a:p><a:r><a:rPr lang="en-GB"/><a:t>_��g�)��;Ogv?Ad��kd$*�P��������V�Z*jy*j)�</a:t></a:r><a:endParaRPr lang="en-GB"/></a:p><a:p><a:r><a:rPr lang="en-GB"/><a:t>��$_x0000_\����$��4#��E~ΉL�͉#㠠�&apos;�%j����/������3�Sw�̼j�/S��M�{��|b��]��1U%~�6�yc���jaU��u����&lt;w*��G�yie�</a:t></a:r><a:endParaRPr lang="en-GB"/></a:p><a:p><a:r><a:rPr lang="en-GB"/><a:t>~�x���&apos;�V���	��Fv�d־Y</a:t></a:r><a:endParaRPr lang="en-GB"/></a:p><a:p><a:r><a:rPr lang="en-GB"/><a:t>�=�NA4mm�������R�k��މ�;�M����Uu�&quot;MÖ�������EjZ#�墂:t��bZSws�c�n������+��x��סO2ZN�x�r�Tփ*@���ZV�����x�_x0000_�Y&gt;|��}�2�)~8��C�7�[uv+hd�&apos;jVm�-����m]UAC%_��&quot;ٴi_x0000_����o��5�Hڸ�?�试l����Y</a:t></a:r><a:endParaRPr lang="en-GB"/></a:p><a:p><a:r><a:rPr lang="en-GB"/><a:t>�T�</a:t></a:r><a:endParaRPr lang="en-GB"/></a:p><a:p><a:r><a:rPr lang="en-GB"/><a:t>�(}H��£�%������6���ѽ����jwOa��&gt;���V��b�:j:��TCTP��ʲ�</a:t></a:r><a:endParaRPr lang="en-GB"/></a:p><a:p><a:r><a:rPr lang="en-GB"/><a:t>mk܀Sr���sJ����_x0000_��&gt;r�[��Ƥ��a\�8�8�4&gt;�_x0000_�]~&apos;|����;�.��=�=��[�v���[�k`{&apos;oT���n�u�������RD�)����o����v�(�Tɭ?���#�;Y�8�$_.5�П5a�tH�S?�d���߈����_x0000_ƾ��l��=ф�9��ڵ����e�6���_QE�L�2L����l��,V�w�憘-�q�Ǧ9������Eƣ��#�	4?��ug_��wfm?���~|����_x0000_�;��2�(66��������jSɷ��#SvJհQyR�,Jk鄷�,L4����_x0000_/F[m����n�v��FE@$CS���c{�)�j?�����m������}_��u]Iޝq��}�՛�_x0000_��@�8�:�zj��$�*q�Ȓ-�Myku�}i_x0000_����x�6�=��E�8Ɵ2�&lt;&gt;][�l�P�������$��kn�7���ut]7�{[v�L�]���;`�����%]M</a:t></a:r><a:endParaRPr lang="en-GB"/></a:p><a:p><a:r><a:rPr lang="en-GB"/><a:t>S����s�*d@=�f��O�5�&gt;�*i�}�rL]�X�,5Sͪ�~g�����N���[�?��|!�e�޽��&apos;�~����Ϲ��̣S�h�+c�m*=ɗ���M�QTWh&gt;O</a:t></a:r><a:endParaRPr lang="en-GB"/></a:p><a:p><a:r><a:rPr lang="en-GB"/><a:t>��Y�Cm�����Ą*|�_x0000_��׶[y�&lt;i�i(8�⦹8�&quot;��#��A�_x0000_�$/o����T�|`ۃ��/��K=���</a:t></a:r><a:endParaRPr lang="en-GB"/></a:p><a:p><a:r><a:rPr lang="en-GB"/><a:t>d���r�I�;��aG1Xrԕ���H���h�Vr��V�CZ��Yg��=	��շ�ťt�&apos;Ơ!����pH&quot;��Z�-����&gt;���龋�O��7ջﻺ�3��J��f���1ԙ�\F���+�&gt;&amp;�ӯ𦨎�Hj&quot;��u���]E!��t�&lt;t�}��}���,n�.��iZ��5</a:t></a:r><a:endParaRPr lang="en-GB"/></a:p><a:p><a:r><a:rPr lang="en-GB"/><a:t>�&amp;�zܛ���_x0000_(|g�T�|Cu^C��Tt\�������E.���[#�c�:W;��_��E~��,.�]0I#{웪��:I4�JWO�=gB=�_x0000_f��hoQ����w�*�`�4�p�4�z�ca�������+�6��o�r�U)���z�}�՛���N&gt;L�^;3��Ѣ��]N��1_x0000_XXV��$�����נ��T&amp;��2���&amp;�H#?�e��%:�9�8����q6�v�waj�Vu��}�I��5M����fy^�H^Q�R7�x�ig�q���}�ӫo/#�&amp;�+Ūi���j&quot;������?��],ߊ[�f��������n���ب$��ڙ\t;�;N,d\~5`��IN�Ie�3�p6�zחJ#���_x0000_}����}�V&apos;g���1RF�+L����ǟ��c�k��v���}ڻ�����׻��f�}��p�y����</a:t></a:r><a:endParaRPr lang="en-GB"/></a:p><a:p><a:r><a:rPr lang="en-GB"/><a:t>��ߕVg�����p&amp;���,/c�_e}k�!&apos;�p���&gt;��!}aq{���-*rW�rr��y���G_ML:MK���Q��O��*)�w����m�:���/�S$�x�3~� ~=��</a:t></a:r><a:endParaRPr lang="en-GB"/></a:p><a:p><a:r><a:rPr lang="en-GB"/><a:t>����4�|�H�6��MHBk�x�z�?�_2��?�o��l��E���~|�۽w��_�=��9���Pm�6ҋ��)Q�r�O�(㦼�S}Ե��R�ͷ� ��Ϙ���:۶�����fɥ&lt;ϭ��_Fߙ�spo���.�����7V��]��sjm�%7�e�;��q��F2��垢g	�.oϰ������V��x� �V�M��m*&gt;�!����ih���������~�v|4���[���g&apos;�w��ؙ�۸����c���9�*�����K8���^�Z&lt;5j��^�����9db���&quot;Ӵ��Mk��[7�)��E���O�z�_x0000_�ŭ�������z���V�ر�;!)�[�ka�C%}&lt;T�*�#0dT1�!&amp;�sQ��b����kC���s�$��͵A,��ڭN�ډ�A���[����}����&gt;��-ō�K��u�/t�k��M��t�z�+k�6���PAKAKKIU��*�O����G񝖧8aǍx�����&gt;�w���bX�</a:t></a:r><a:endParaRPr lang="en-GB"/></a:p><a:p><a:r><a:rPr lang="en-GB"/><a:t>P��&lt;{�CAQäW��_x0000_�A��h7���M��ݫ��{�j?l����8k{%z߳r;�%��u���4�ig��PŎ��jr�����-Z��Ew�G	@</a:t></a:r><a:endParaRPr lang="en-GB"/></a:p><a:p><a:r><a:rPr lang="en-GB"/><a:t>�����&lt;)PMk��,�{��-ˎ֠����ҥps�H��8�K�������_x0000_�����^�펆����u�M��go�I��n�}���!����X͋���Q���߸��n�F�n�2���*3RG��C��4</a:t></a:r><a:endParaRPr lang="en-GB"/></a:p><a:p><a:r><a:rPr lang="en-GB"/><a:t>���?�H���G�_��Ӑ��Lk��б�,&lt;u8���\G��=ߦ��޺�^��׽��u�~��{ߺ�^��׽��u�~��{ߺ�^��׽��u�����O���k�~�/�� ��b���NJ����KF]!s�hFΣ��j즕!O�u��Yᚘ�%���᪥��SKY�X��Y�h%��o_x0000_�8}VN�y���*�_x0000_ֿ�(LIc��)4m_3E���&gt;������[zNj��/�{����5moQ�*J�噃O$�</a:t></a:r><a:endParaRPr lang="en-GB"/></a:p><a:p><a:r><a:rPr lang="en-GB"/><a:t>4l�@%�5ϳC�L�	hH��=!�e�p�+��@��R��D��&amp;���(�5�~�l��</a:t></a:r><a:endParaRPr lang="en-GB"/></a:p><a:p><a:r><a:rPr lang="en-GB"/><a:t>��N</a:t></a:r><a:endParaRPr lang="en-GB"/></a:p><a:p><a:r><a:rPr lang="en-GB"/><a:t>������b?�l?����������cd�������|B�RKA�����\l�&lt;5��6ۦi#a{$�F</a:t></a:r><a:endParaRPr lang="en-GB"/></a:p><a:p><a:r><a:rPr lang="en-GB"/><a:t>����V@8W�2�e%覘����ڽ3J�zd�[cܭ�#�&amp;V���V�kۮ�Ȍz���:�;��]���e0�k��[�</a:t></a:r><a:endParaRPr lang="en-GB"/></a:p><a:p><a:r><a:rPr lang="en-GB"/><a:t>����,�Kf���H&quot;���P��#�*&lt;�l�&gt;gt�Y ���=�v�&gt;j�^e_.�꧐�(�����&amp;��$���ԠB�=�R��`��{��n����ݝ�u.��=���X</a:t></a:r><a:endParaRPr lang="en-GB"/></a:p><a:p><a:r><a:rPr lang="en-GB"/><a:t>o�Zġ��(V�</a:t></a:r><a:endParaRPr lang="en-GB"/></a:p><a:p><a:r><a:rPr lang="en-GB"/><a:t>:�</a:t></a:r><a:endParaRPr lang="en-GB"/></a:p><a:p><a:r><a:rPr lang="en-GB"/><a:t>$^�vԞ��u�b����8�5V!�L��ZR���Yk��&apos;t�&quot;�`A�ԯ������cï^��_x0000_��ߏn�߫��қo�f��?�e�:j�� �W���j�������I��ړw���?ր0u�_x0000_2��J��G���&lt;vHh��|OH4腷UMjF�,���\m�-9&gt;e����0CV�l��_x0000_���B����TQ�iV4ј�S�Es��ݿG.�����J�.�������b~ʪL&lt;xld�?�ҟ��:y�M��{g/�动#�I�h4��Q�[��I��R[��\�q�1�|�?�VO��^����O������)��v��]	�}[�Z��:GBM��6���}����i���`��F��G�4j�S躺����)q%ÐHbW�k��_x0000_����[��+�4�&gt;���]�!oK5�_x0000_�&gt;��$�&lt;Z�5���}eĪ#�#\i�_x0000_7\TZ��H�_x0000_nK*L�,cH </a:t></a:r><a:endParaRPr lang="en-GB"/></a:p><a:p><a:r><a:rPr lang="en-GB"/><a:t>��t��ι����_x0000_���mu^�����ou�_x0000_`�gc.&apos;a�|��(��~ӫ�c��O&gt;�6r��`}:G��`E__�3�2a?��ʫ��A��= �2չr��G�_��&apos;�}�5��Y_x0000_��~�����j2�]X�</a:t></a:r><a:endParaRPr lang="en-GB"/></a:p><a:p><a:r><a:rPr lang="en-GB"/><a:t>�V��dl�,\h��K0�pCqkqŵ�=���2J��]��ǜ�������_x0000_��P3�*�m�˩{+��|�����gdp��0+�����_x0000_r��8�(�_x0000_&apos;P.��-�Jj;���j����D-���_x0000_R</a:t></a:r><a:endParaRPr lang="en-GB"/></a:p><a:p><a:r><a:rPr lang="en-GB"/><a:t>����2ƬH�&apos;�u^���{�{�^���׺��u���{�{�^���׺��u���{�{�^���׺��u���{�{�^���׺��u���{�{�^���׺����ߺ�^��׽��u�~��{ߺ�^��׽��u�~��{ߺ�^���ye�_x0000_t�8.ڂ�/����@7�&gt;�׺�k&quot;TI�J&quot;���r8�i}&gt;�_����^��:J1m��[S�_��z�nG�u���Ƣ�nx�$��O�����{�����u_x0000_`��_x0000_K�qe_x0000_����_���^�(6:$�[��lG�9&apos;ߺ�YU�؏����u߿u���{�{�^���׺��u���{�{�^�m��_x0000_}������Pw�)$�_��|�rV��_�Z�a��~Mm���&gt;ڹ�_x0000_q�������;��{����:�����Λ�VV����v��_x0000_���W9�o���=O� #i�$A�_x0000_o�J�_���}0 �&gt;|��@�f��ׁ�_���_x0000_��]g���u�_x0000_��?��&gt;U�_x0000_��C����S�O�=@&lt;K�������ϸ�����G�&gt;�G�?�7�Ѹ��_x0000_y?�W�F�r������0?^?�&gt;�ֺ�P&gt;�O��=�&gt;!���B��)�C,�*4d��U�*������__x0000_$I?Ϧ���|�f���3r�Wk��KE&quot;�_x0000_u&gt;i2~�eU)����]���m�G�ʣs�����p�օ�d}-�~b���B1�/���c�C�T9_x0000_�_x0000_ƏBfbE��O��l�ɱ呁��r�P����}���r��|�K��&lt;�/|Ӳ���z�S.��N���:��N|��_x0000_��_xf��i�_x0000_]�i@������#���u��������뛀?���6�_x0000_|=���y��덳�����݇����ݑ�O���wqc�9���}�����DZ�T�{�_x0000__k���*��_��ps��ݷ`!&gt;gO���k&quot;MO$�T��M,1�*��m&apos;��nLv�_x0000_��O�{&amp;�6���E� ?es�ыGg���91���\lα_x0000_���:hT�?��H[��ߓ���6���@���t�o���</a:t></a:r><a:endParaRPr lang="en-GB"/></a:p><a:p><a:r><a:rPr lang="en-GB"/><a:t>w8q$���i�����g�&apos;��h�(�7���Dq�E�X���WSd��x1]���q��0R�D���D����T*ڄ��&gt;���*����2�W�</a:t></a:r><a:endParaRPr lang="en-GB"/></a:p><a:p><a:r><a:rPr lang="en-GB"/><a:t>�W���&quot;��s���llH�Eei�J�</a:t></a:r><a:endParaRPr lang="en-GB"/></a:p><a:p><a:r><a:rPr lang="en-GB"/><a:t>	_x0000_�f��V����_x0000_��������wGhw�MU����f�{��u�͓�����^��ԭ�S�|�kKh���?�&amp;����ՠP��_x0000_��Ϩ�{���c&lt;	�U�5�@��N��������ā�58��2�?gB;�kY;a@H��ZN��w��9���׺��u���{�{�^���׺��u���{�{�^���׺��u���{�{�^���׺�V�؎B���\Maa�A���}�*:�:�`��\�Z�S�I�]�񑡣E������K+Bu�P��QP|�)_����:�_x0000_π��k(�p$z��%@?KD�_A�O��n~�̟��K�_x0000_GӠ��D����Z����#%W&gt;OH)����KMI��~����{��Ks_�L�=8�Y&quot;xvQ���UW��C#�ğ�$w�&apos;�#��D�����_x0000_�H��lW�x-Z����_gY!�����C$��;*�eP��8��u��}l����x�ގ�}Yc�MgZ�Q���G�_Y+�r9</a:t></a:r><a:endParaRPr lang="en-GB"/></a:p><a:p><a:r><a:rPr lang="en-GB"/><a:t>��ʴ�)UP��E���</a:t></a:r><a:endParaRPr lang="en-GB"/></a:p><a:p><a:r><a:rPr lang="en-GB"/><a:t>�������n</a:t></a:r><a:endParaRPr lang="en-GB"/></a:p><a:p><a:r><a:rPr lang="en-GB"/><a:t>Ž��.�O��k��)�U��@�_x0000_&apos;\L�%V4���(�xcJ�eXҙ&lt;4�(�-�e��O�&lt;{ѻg:p�[\�</a:t></a:r><a:endParaRPr lang="en-GB"/></a:p><a:p><a:r><a:rPr lang="en-GB"/><a:t>���Mx��_Ϯ�2�ͤF�o����%&gt;2.	1,G$�{׎���h��1�\z��i*玞j^h�&lt;n��1FgƚI�ZA��#�g$j#O��ăϯ{{@� ��8)�A�����ӏ��@i�5�4��_x0000_�#UF�$,!d���(IҠ�����W04V4�Hv�%�&amp;���E9�@?g�:n</a:t></a:r><a:endParaRPr lang="en-GB"/></a:p><a:p><a:r><a:rPr lang="en-GB"/><a:t>!.��bff</a:t></a:r><a:endParaRPr lang="en-GB"/></a:p><a:p><a:r><a:rPr lang="en-GB"/><a:t>~�����m{��$�*Y�Q���N��h�U��ւ�x��L}�u�R�1*�#$�Jͭ\��Jts��ݔد��S�3���:�C`��o9@�f���	�0k$p#Q�)�O���</a:t></a:r><a:endParaRPr lang="en-GB"/></a:p><a:p><a:r><a:rPr lang="en-GB"/><a:t>���ܥ]:I�_x0000_P�ݻM�!�W�jj�����C�r�RIMUS�QqW;UK��C���E�Q�_x0000_k�9��_��ק�e�2�_x0000_p\z枘���%F�3��%(������G��7���$�PC������}x�A�_x0000_�#�8���h����1�����m,��P~o��s4M�F��Kø��z�S_����Y�����4�U[[X�H��A����0x��,-c��.g̤�c��_x0000_?�L�-��B����p��2�T�V9�&gt;�Q&lt;�u&apos;��6iu��u�,�q�_S&apos;��=_Ǵ&quot;�&gt;gON�$���]Q2�VtO����@���)-ck�=��!:�ӧA�X*�_x0000_����</a:t></a:r><a:endParaRPr lang="en-GB"/></a:p><a:p><a:r><a:rPr lang="en-GB"/><a:t>����23H�\&gt;�as�s%:�+�2hq�����������4���Gcrx������Dj/,sfi��*�Q�O.�uJ�����,�&quot;�jn=.�:�</a:t></a:r><a:endParaRPr lang="en-GB"/></a:p><a:p><a:r><a:rPr lang="en-GB"/><a:t>�ӏ����Q��c�jʚ�y壒zW�Y$.#��M&quot;G=����������L$������j���Ԁ� QPi瞽]���Y�����?e**f�</a:t></a:r><a:endParaRPr lang="en-GB"/></a:p><a:p><a:r><a:rPr lang="en-GB"/><a:t>�fVK���n&amp;_x0000_�[߾��u�+�d�����</a:t></a:r><a:endParaRPr lang="en-GB"/></a:p><a:p><a:r><a:rPr lang="en-GB"/><a:t>��`��T��_x0000_?��d�µ����W*&apos;UVi	���e�Q_x0000_���H�v-�P���Q&lt;���H?�|�ٖ�P�P@�(��x3_/3�4�e��e��L�J�����X��*��+��B��ߍćϫ�v� �L��O�xu�V5�&lt;��t�Y��c6��Vu�W$F��M�Q$���y=z���Ձ���%�N���ʠ@�o�k����&apos;�y&gt;�V,57Ֆ� u��3[V��Q�Txd��I���b</a:t></a:r><a:endParaRPr lang="en-GB"/></a:p><a:p><a:r><a:rPr lang="en-GB"/><a:t>�/ov4&lt;xu������j*�O��:D����B�I�_x0000_ʮ��������۟[*F#��ɷådu&amp;�N)�8�&gt;_.��e�`�_x0000_-�5��.�t���nn}��$��~Ξ�-׷����z��D�H�t�%��/���T��\)V�����ʱ�����zf�&quot;�*0��x�*���z��fvr��a��Z��@X3yY4���</a:t></a:r><a:endParaRPr lang="en-GB"/></a:p><a:p><a:r><a:rPr lang="en-GB"/><a:t>Ϸ�&lt;�Imi2�\}���X�_��o&quot;�4��l83Q̷ufԷ��W��&lt;�BO�J�2/</a:t></a:r><a:endParaRPr lang="en-GB"/></a:p><a:p><a:r><a:rPr lang="en-GB"/><a:t>�W;C����9����#�5MQQ_x0000_��	fr�,��8�Y�p�_x0000_��_x0000_?L���ܼ��&apos;$�OM8�</a:t></a:r><a:endParaRPr lang="en-GB"/></a:p><a:p><a:r><a:rPr lang="en-GB"/><a:t>����C5d��LAF�y��/�VSS$��_���ߩ��ْ�k��?���[{IJ�(�@cׅ8���9&amp;���+A!���@|r&quot;��&amp;��� ����&gt;�Kn|O&gt;�^A��G��?�z餝�ne�W���$�I�O���*�����fj����EPyҿ1�?��u�u��R��D�5_x0000_+�K&gt;�e�m�$�ۏ��,��ц*z~��&amp;�7���gYL�H�7��5[*j�H��L�\.������3�I&gt;}3gk.��9�O��븦�1G#�Z�_x0000_�R�z)�ZM^&amp;d^9��z3��OW���|=	&quot;��&lt;hi\�_x0000_���y��2@VI��%/�!�^4TmaD�Ȓđoϻ}Cҕ��h��JP�榿?!�J�:�)��F�]WC�D��</a:t></a:r><a:endParaRPr lang="en-GB"/></a:p><a:p><a:r><a:rPr lang="en-GB"/><a:t>T�%</a:t></a:r><a:endParaRPr lang="en-GB"/></a:p><a:p><a:r><a:rPr lang="en-GB"/><a:t>D\�kVVV����ihsO��鶛{�Y_x0000_�h0��ȑ�J���飨�VUV�U&quot;�җ,�M�_x0000_p|��rC*H`*HU`=��2���ףⰉ|8Qq�F4��_x0000_j)\3�O=d���� ����\&lt;2�ҫy.8a����&lt;8��ke���p���zu���Y�U���f����L��7�i#*��Qoi�y����-��P������Ӄ��F&quot;l�Q��^���̞����S�9K_ٚ��F���W[-��&amp;��8_x0000_ᑚW�PHԮ��Q��k4M�ҪH�׉&lt;V��{M_�m 2�^}8Se��1x(2�:Za%=K�SA�&quot;�K��5�O��߿y�����|��l[tļ襼�_x0000_��J�_x0000_&gt;��d��u�</a:t></a:r><a:endParaRPr lang="en-GB"/></a:p><a:p><a:r><a:rPr lang="en-GB"/><a:t>���������.E��i��Ȍ(���C�����&amp;�����f��VU�Āh~C�6#Z�k�QBeeU�Cyb�4�Y�Ԟ�������Č�}x�~/�⿳��i,ѭERB��㊢�0ԑ���&amp;V$��$*T�H����p?���{���^�_x0000_�����4�U�4q�&lt;T��?&apos;��&lt;�j&apos;���&lt;�$����H�U��ƾ|:�MZ&amp;�UR�a�9fz��Y�&apos;$I&lt;�p_x0000_l�	�^&lt;�G�����5����=�$n��*c��#��$���&lt;��kZ���I�״�&gt;���+&lt;��&apos;��#A$n�)��V��*�3]������~��=z�ؤgQ�����q��ԭL3N�åijW���TX�S&amp;�_x0000_���#ݒ�D`���r�n��n53�k���f��&amp;b��rd�4��C��S2�`�Pd��r��f�SN���ڍ�aJ�=+�ҵ�L��ia#B�&lt;�,2E$/�JN���*�y��ʬ&lt;�E��M��a�53�����N&lt;���8�8</a:t></a:r><a:endParaRPr lang="en-GB"/></a:p><a:p><a:r><a:rPr lang="en-GB"/><a:t>z��i$��g�����G����&amp;����\��`%�1���2</a:t></a:r><a:endParaRPr lang="en-GB"/></a:p><a:p><a:r><a:rPr lang="en-GB"/><a:t>u���,� 8�4�_x0000_7��~=�N�#v��κ�^����Cת8u�~���u��������~�C׺�sϿG��~�׺������~���{ߨz� d��~���z��Cױ׽��u�~_x0000_�{�{�^뫏����{��^�����??�~�s׸��(�Xa�&amp;y��8ƦwD�`%G��oH�ڔ-���йez��U�fъ����1�.���u�5)7�O�]�co���������X%�%�뽹IP��f֫�A���T$u�Wע���+��e��[.���t��_x0000_���[}Ø��A(�C�_x0000_5/&gt;��CuMDtoQt�? ��:�b�6�و��-���ɚ�RI7���o1bx�x�����6��CB��ֿ�Y��[M�O����}</a:t></a:r><a:endParaRPr lang="en-GB"/></a:p><a:p><a:r><a:rPr lang="en-GB"/><a:t>�ɺ7={�?��_x0000_{�h�a�e������_x0000_�u�إe#��&apos;���.�/�q�MO���{��o����wA4�a@�:�wt�#��C,J��������C�۬��`0�&lt;�w%?���ڄf�[���2`뾌�m�`�_x0000_��wg�p��W��x�O����</a:t></a:r><a:endParaRPr lang="en-GB"/></a:p><a:p><a:r><a:rPr lang="en-GB"/><a:t>���j��,�~]�</a:t></a:r><a:endParaRPr lang="en-GB"/></a:p><a:p><a:r><a:rPr lang="en-GB"/><a:t>S�&apos;�#�+�j�+R�O�_x0000_?eM~���*}�7a�_x0000_9η�E&quot;MM��s�mD�Y���w&amp;��]Y�h���z�������&quot;�3-L�.�}D�G���t����|R*c���_x0000_�g��r����,�@</a:t></a:r><a:endParaRPr lang="en-GB"/></a:p><a:p><a:r><a:rPr lang="en-GB"/><a:t>1�����$��0|��F]IY?:������~����Ȃ7���_x0000_��b���=��S���s����6�/�;[�}g�v`[�YZ�`t0BM�=��خ渭iJy�W汯ʿ��-���K�w���1�u�_x0000_��+�H����;%Y V�$�@&lt;�?���r�X�P)����H;</a:t></a:r><a:endParaRPr lang="en-GB"/></a:p><a:p><a:r><a:rPr lang="en-GB"/><a:t>��!~_�������fHE��7FFy���b��MJ^�_x0000_�$?A���}�</a:t></a:r><a:endParaRPr lang="en-GB"/></a:p><a:p><a:r><a:rPr lang="en-GB"/><a:t>K\q�_x0000_?U��2�_���T���@�_x0000_��R�&apos;�;�h�+w�pv&gt;FIW���=��wuR)�S�4$�������H�2���,��]Z�&lt;������鎹{�^���׺��u���{�{�^���׺��u���{�{�^���׺��u���{�{�^���׺��u���{�{�^���׺��u���{�����ߺ�^��׽��u�~��{ߺ�^��׽��u�~��{ߺ�^?C��{���_x0000_`�As亪�H�5��,}6�_x0000_o��{�nvg�������L�_x0000_{����_x0000_��;�r|b����J�����ce�����v��!��I3��@Ŕ��{�͗��~ol����v������:�q�el폾!���.ȩ��v�����y|e-dƛR\�jE�^���_����1���+�wd��Tf��:v���)���k=�ݝ����ڛ2�$�_x0000_qU5ueAJ</a:t></a:r><a:endParaRPr lang="en-GB"/></a:p><a:p><a:r><a:rPr lang="en-GB"/><a:t>X#�VP	���tl6�pu~��{�c����^�꜍���9C��l\�R�rX�N梥fzZ�`&gt;Q�\/�A���^3��+����������:���w_��ꎆϽt�ޭ����^��lm󶳐�eI!�PC��`-��G#ߺ�K�����;���|��S���q��_x0000_J�`����u��ʈ�l���3��r9�����0E�7&apos;ߺ�V���	$�YIXQY��)�p-����d`�ۂ���\�mV&amp;����ߺ�Y=��u�~��{ߺ�^��׽��u�~��x�_x0000_��_x0000_~��QO�(֏��_x0000_��_x0000_~8*�</a:t></a:r><a:endParaRPr lang="en-GB"/></a:p><a:p><a:r><a:rPr lang="en-GB"/><a:t>�_s��_@ߐ�j��ey.�o��o�훺�@���zQ��~9���3�VHd�R+���+�#V	k���_x0000_y�_x0000_�W�½O{T�l�|4�tS�q����oB���{�V�Ry[�Te%r��m�O�*/��k�1&quot;�I�?�:A�iko	Z�x��p�$�S�w�g�_x0000_+_�ݟ�Z��nlς_���SI����l9��OH?ʧZZw�C��(�&gt;�^a�k��Fx���ܟJ�&amp;�?.��H���kCOOO�z�t��6ou��힮ݘ]��]��q��e�]�[S</a:t></a:r><a:endParaRPr lang="en-GB"/></a:p><a:p><a:r><a:rPr lang="en-GB"/><a:t>���je����M	�T��B5� )2����{�fu����BO��A`��:tc�r�_x0000_�_x0000_�ˏ�z��Y�j@������Z���G0�w�4eWW\��?���_x0000_y��RHc�:�5g��</a:t></a:r><a:endParaRPr lang="en-GB"/></a:p><a:p><a:r><a:rPr lang="en-GB"/><a:t>i_x0000_�Uߐ4���=��a#�5��7?�_x0000_�T�_x0000_����͍�:�_x0000_�~J��Jw��W�yڔF	j܂��h�&amp;�11�F!�r��&lt;r��X�u��ֳ�A����5�B���-aϓH�X��i�:jĚ�#}3w;�,[s&quot;�D{g���p�oD��)���������R�m&quot;������q��Y�,&gt;&amp;��</a:t></a:r><a:endParaRPr lang="en-GB"/></a:p><a:p><a:r><a:rPr lang="en-GB"/><a:t>OBhK��Ƿ��?�N��5&gt;O�8�y�+��c��H%\��[p@��AWNu�ȭ�����WBMJ��Ӎ�Ӯ�YLn�G�F��&apos;9��8u���_x0000_K���_x0000_m������y�+up2:�ۣ�Z:��b��������~}x�\_=?�_|�M�����mݻ#&gt;��{��y��kv��-M��:&lt;q�S�t.��=\{r��k�6��Z@O�(�</a:t></a:r><a:endParaRPr lang="en-GB"/></a:p><a:p><a:r><a:rPr lang="en-GB"/><a:t>&gt;�Ϩ��6���ױ�-x/�)���o��5��؛s�WT혖��h��쬶��n�U��7*_Q���$s���r��w�Q~	$T�	���c����Ñ�%����i��_x0000_~9�o��%�7~���F���_x0000_�C)^ԙ��O��Pnm�J��%meV뉲B^���_x0000_��@{��g-m�Y.#��W�4���_x0000_��@CZ�n�:���*����	���Q���{���,�j˟�pcq[#-]=�K�z�&lt;U��Q f�D�G��8��a$�}�iiC�/&lt;�/ˤ·�%�	�</a:t></a:r><a:endParaRPr lang="en-GB"/></a:p><a:p><a:r><a:rPr lang="en-GB"/><a:t>��״��C�O=��i��TZ���L*i���O��WT�����4�3�_x0000_-�;w�1P�&gt;c&gt;�oC�mvD�</a:t></a:r><a:endParaRPr lang="en-GB"/></a:p><a:p><a:r><a:rPr lang="en-GB"/><a:t>��_x0000_��)Lu����U��9�_x0000_Tx�~�e���k@o�]�&apos;C��ik����</a:t></a:r><a:endParaRPr lang="en-GB"/></a:p><a:p><a:r><a:rPr lang="en-GB"/><a:t>@��&apos;��������׽��u�~��{ߺ�^��׽��u�~��{ߺ�^��׽��u�~��{ߺ�^��׽��u�~��{���V�z�~1^����/�^����{P�����&lt;��йPk���g�I�_x0000_x�_x0000_���:��׮�o��_x0000_�^�T�J&gt;c�\��Ͽh^��/C�z���O��{TQ���H�J��q���_x0000_x�v�zt��oY8�:��_x0000_�.?�O~��t��eER&gt;�^������ON��[��o^��c˪,J���ׯ�=y���hz��?_~U#�5���:�����^�q��_N��/C�z����@q�HP(��z�_x0000_�������W���-N������ovc��9P�</a:t></a:r><a:endParaRPr lang="en-GB"/></a:p><a:p><a:r><a:rPr lang="en-GB"/><a:t>gʘ��������t��?MO�����w־�3Z���P�]��&gt;��^��{J��}D�u����a���?���_x0000_jfq#�E_x0000__x0000_�ӑil�^�������_x0000_��D�:��^&apos;ޏ�^�N������^��_x0000_x�_x0000_a�ݾ�_�[������~���+���ʆ�i��?&gt;�����N���ҝt}��1</a:t></a:r><a:endParaRPr lang="en-GB"/></a:p><a:p><a:r><a:rPr lang="en-GB"/><a:t>&lt;q�r�0&gt;}{޺t����o���}S�I&apos;U������_x0000_��`W�t�3���ǽ&apos;˦�vr����|���{�o^(��ׯ�]&lt;����&gt;�m����+P�ׯ��eXQ�6U�s����.s</a:t></a:r><a:endParaRPr lang="en-GB"/></a:p><a:p><a:r><a:rPr lang="en-GB"/><a:t>(ӎ�� ���w���`�6���̮E���{�qE���J�&gt;&amp;�����?��@Z_x0000_s��9l�������ӭ*0��z��_x0000_�~�D�����4��^�&lt;�}���Ӗ��|Y�^��O�om�_N�:d&gt;����_x0000_�{ޅ�i��kN�?����V�\���뻏���_x0000_��צS���z��_x0000_c���_x0000_+���8&quot;�4�����v���L&apos;�����_x0000_��_x0000_�ߘ�Eӭ���z寋O�����=:x:֬:�s��n�N�z����_x0000_���v�t��1j���u�����Ӫ��&amp;�^���vӇN�i�u������}:��������o����N�H\L�9���</a:t></a:r><a:endParaRPr lang="en-GB"/></a:p><a:p><a:r><a:rPr lang="en-GB"/><a:t>�_x0000_��]\��_x0000_���/�J��&apos;</a:t></a:r><a:endParaRPr lang="en-GB"/></a:p><a:p><a:r><a:rPr lang="en-GB"/><a:t>o^���@�UpOM�(�Uo��^���Ϻ���W�q5��{S�i�N���׶��]�_x0000_��۱��������[I!�H�=v�����x67��H������Ҁ���J������X���LUWP5�u��)�\~������!^IP�ME��}&gt;��xt��m�_x0000_�Ϯ&lt;~X���_x0000_no��2���6.t���]]�Ԟ��廓�t��S�2��� x��������咢�3)B��[*x����=s�׮?���vӸ�+���_x0000_?T�u��o�:�����ߴ��ڿ�_��e��ca����u���_x0000_o�z/�_x0000_��_x0000_j�_x0000_��&gt;��?���r��_x0000_n=��_x0000_\�-$o����fX�#_x0000_�L�����e����{��ˏ�I�S��j4�a���#��</a:t></a:r><a:endParaRPr lang="en-GB"/></a:p><a:p><a:r><a:rPr lang="en-GB"/><a:t>}&apos;U���_x0000_n��I����X�_ZS�Y�L�g?g���� bo�����{�N���^X�a������MYI%�.����O�i)�݇���s#6��g����z}-&apos;z�&apos;g�+S�u���������(1��=4��l�_!E��ⱴ�d��es�	��Py*��r�������}�Ϣ����o�_x0000_r�@��_x0000_�?���Z����l=���r��_x0000_��6�u�</a:t></a:r><a:endParaRPr lang="en-GB"/></a:p><a:p><a:r><a:rPr lang="en-GB"/><a:t>�_x0000_��vg�h^��6��$6ͪ&amp;?��UnZ�Y�Ql|l�K��l�_x0000_�7x&gt;��=*��gEV��\��|�2�,�]DR�_x0000_p*�ҕ 7C/����a�lV�j�ew���5]�ܹY�*d�d+�5ٝ��&quot;�f��%C%����eG1�}�&lt;�͉�����⧙pA����y6��˫�&lt;���&apos;?�}�T</a:t></a:r><a:endParaRPr lang="en-GB"/></a:p><a:p><a:r><a:rPr lang="en-GB"/><a:t>$�:D�&lt;��LB�S,�J��_</a:t></a:r><a:endParaRPr lang="en-GB"/></a:p><a:p><a:r><a:rPr lang="en-GB"/><a:t>O }�D2É�9n�E1�$שSê�|��_x0000_��{���H����}?�/����j�I��Dn-`{����hk�h5��2��ܳ�$Т}?����-ض�:I����\�&gt;V@�O0x�i���̯�5q2��u5&lt;����R��OS&quot;����{�.L�)d�</a:t></a:r><a:endParaRPr lang="en-GB"/></a:p><a:p><a:r><a:rPr lang="en-GB"/><a:t>i��ް7�-��eʆ�Uhp�L����R���×޿!��-C��J���`UT��O!M?K�nA���y�t�nQS��p1&lt;8�P����͘��f����I��#�u���&apos;�eź�S�_x0000_4.�o#�ڛ��m�9FX��nmڍ����doӦ���9S�HV&lt;q�[����m���\���	�:��-�G4�z�}��Z�a�y\0�I\P@(3S��u��� �-��&quot;�,%U��_x0000_؋{�d�����w&gt;B���z��\� 4�5��]��R/q���[-��9�T�h(Mx</a:t></a:r><a:endParaRPr lang="en-GB"/></a:p><a:p><a:r><a:rPr lang="en-GB"/><a:t>yz��F��ss������Ǫ}�Vg�݉��o��̒�V��F���K�P��l�i�߀]�Π~u[��[���� h(s�:.�A`�</a:t></a:r><a:endParaRPr lang="en-GB"/></a:p><a:p><a:r><a:rPr lang="en-GB"/><a:t>+_��t?t��M��=9�U)�z��6��!U����E�dT&lt;�&lt;��&gt;�k�0���H�U�Rf��k_x0000_���&gt;��*��}g�_�a�U-l��]ɹ�[�X`LVŭ�9�?@Q�s������	Z����v�E�DT��S������?l�O�c�����&quot;4��K/*_x0000_T��nȤݵ,���vk�_x0000_h�c��GP��L�O��</a:t></a:r><a:endParaRPr lang="en-GB"/></a:p><a:p><a:r><a:rPr lang="en-GB"/><a:t>uc�_x0000_P����{�鮹{�^���׺��u���{�{�^���׺��u���{�{�^���׺��u���{�{�^���׺��u���{�{�^���׺��u���{�����ߺ�^��׽��u�~��{ߺ�^��׽��u�~��{ߺ�^���}ch1�fIt�B�U�����</a:t></a:r><a:endParaRPr lang="en-GB"/></a:p><a:p><a:r><a:rPr lang="en-GB"/><a:t>ێ~��׺�ߩ�|8�b�ǽ&gt;p-ϕ�7&gt;_x0000_v�S�;�~Fc:Wt��~7ݝ&lt;X\�_�zK-.[N*�G^%�X</a:t></a:r><a:endParaRPr lang="en-GB"/></a:p><a:p><a:r><a:rPr lang="en-GB"/><a:t>R�&lt;�Ʋ�2��^��/��10�)���_x0000_��n��_)k�1|�����C�6�7`nJ�����:볶�����ҕ����ZFgh^����7!� ������l{a�Cڟ:���-��^��l�t��g�6�j���3S�Ɍ�EMA�Pi��Y&amp;�H�׺���2)��g�ϩc��U7����TDQ+Ӟ��#�E�F3+&lt;�QP^9U=׺�&lt;�o�?�/�</a:t></a:r><a:endParaRPr lang="en-GB"/></a:p><a:p><a:r><a:rPr lang="en-GB"/><a:t>���VO�?�ev���p�*(򘼷�͟���)��RjRZY x� ߶S�b��W�_x0000_����_x0000_�</a:t></a:r><a:endParaRPr lang="en-GB"/></a:p><a:p><a:r><a:rPr lang="en-GB"/><a:t>0��?���İ�Wud��[�����X�ߺ�V��v|��}e&amp;[��R�wsw�Tk�{����Y����LN_1&amp;��c�L�S��2Cy.l�M���U����ʀ�w|</a:t></a:r><a:endParaRPr lang="en-GB"/></a:p><a:p><a:r><a:rPr lang="en-GB"/><a:t>�oJ���ݚ1r43�.~�qňP}��u�������]����7��_x0000_a~�׺��z�_���_�[���_x0000_��~��{�=?���w���-���_x0000_�_�u���������W�����_x0000_�/ߺ�^�_x0000_O_������+�_x0000_Ks{���{������_x0000_z���_x0000_�������׿�����_x0000_�w|</a:t></a:r><a:endParaRPr lang="en-GB"/></a:p><a:p><a:r><a:rPr lang="en-GB"/><a:t>�_x0000_���ߞ?����d�_x0000_8���q���m|��������-��7�ݽ��{n�끥������ۛjM�����������ʏ~�/��4?���Sҋ,\�O���tli������b���x�o���P��o~�9��</a:t></a:r><a:endParaRPr lang="en-GB"/></a:p><a:p><a:r><a:rPr lang="en-GB"/><a:t>��qX_x0000_�)���)&gt;�^�&gt;��mБ_��C�]?���A�}���_x0000_$�-�KƧɠ&apos;�qA�J�����2�~Gcwg�_��M����ޘ]כ�|������|�U�h��_</a:t></a:r><a:endParaRPr lang="en-GB"/></a:p><a:p><a:r><a:rPr lang="en-GB"/><a:t>����ʊZ,��]|����j��[�:2ji�yg�������۝=�Jj�4��_x0000_~*��g������_x0000_�%W��&gt;b:����]�_x0000_�/�p�s�/˽�7�ش�5hp�mݳi��T4u5��ˑ��yІh�2�@��c�[�)b(Q�O��Eª�5RJ���jB&amp;I*Y	���</a:t></a:r><a:endParaRPr lang="en-GB"/></a:p><a:p><a:r><a:rPr lang="en-GB"/><a:t>~��$�F�[�g�V�0;���^�ٽ��l�^����*ꮀ�i��EO�T��}�P�&lt;uSF��H1��N1�T*I�CNp�hn_N�J���5,�x���\</a:t></a:r><a:endParaRPr lang="en-GB"/></a:p><a:p><a:r><a:rPr lang="en-GB"/><a:t>d��� �J/���ʾ\}x~�u�(OЄ�#]Q��$q����F��c��5�ڞ�������A���1T�5d��}=��#S�M?oTn8�*��Q�W�C�?o�?�����WӪ�����������_x0000_8��Q�����0�����y�G��E��m˱qy</a:t></a:r><a:endParaRPr lang="en-GB"/></a:p><a:p><a:r><a:rPr lang="en-GB"/><a:t>��~�ݛ�ߏs���&apos;3쮸� �</a:t></a:r><a:endParaRPr lang="en-GB"/></a:p><a:p><a:r><a:rPr lang="en-GB"/><a:t>�j������R�\�g&quot;��U�1�_x0000_�.���ŝó7M�s\��edSf���$���-&quot;��_x0000_[�ջ��_x0000_j?���,�][�@y�C��o���G�?�&lt;v=5G�6C�p8\�LZ	�ܛ�������R�%Xo�Gr�</a:t></a:r><a:endParaRPr lang="en-GB"/></a:p><a:p><a:r><a:rPr lang="en-GB"/><a:t>����f����S��!��6��u����v�1�</a:t></a:r><a:endParaRPr lang="en-GB"/></a:p><a:p><a:r><a:rPr lang="en-GB"/><a:t>��&lt;t�_���&gt;��Fl$�bY$pYƈ/k6��t�ߒ��}�b�Y��</a:t></a:r><a:endParaRPr lang="en-GB"/></a:p><a:p><a:r><a:rPr lang="en-GB"/><a:t>�Z&quot;�&apos;����|���G�?�������_x0000_��_x0000_��ߪ:�#�_.��-qo�6��?�}���駍:r�z��J��&gt;_.�G,��f�i���_x0000_u��#$���&quot;��!�[�������!��c�n �/��	?�����}�gU��Pv�Xlæ���]յp�I�� 5D$�ѵ�_x0000_��ٍ�����drB���OA��`�o�E�`���m��_x0000_�e�W�oQ��ݽ��&gt;o�TPe��rU������S[�r�$L��Y|#خ�ܶ�)V� ���}�{N�z�����:�&gt;E�_x0000_1o���ڕ���k�C�}~i����M]F���D�x��&lt;�T�pQA�jj���j���F\)mW���QH$����&amp;ݹ2�ٚF5B=s���j������f��nm���#&apos;�wf�6�T#�28Mǌ�5���I����1F&apos;K</a:t></a:r><a:endParaRPr lang="en-GB"/></a:p><a:p><a:r><a:rPr lang="en-GB"/><a:t>?S�[�)@Q@�ێ����%OE����~.�����&gt;�=/�z��{ߺ�^��׽��u�~��{ߺ�^��׽��u�~��{ߺ�^��׽��u�~��{ߺ�^��׽��u�~��{ߺ�^��׽��u�~��{ߺ�^��׽��u�~��{ߺ�^��׽��u�~��{ߺ�^��׽��u�~��{ߺ�^��׽��u�~��{ߺ�^��׽��u�~��{ߺ�^��׽��u�~��{ߺ�^��׽��u�~��{ߺ�^��׽��u�~��{ߺ�^��׽��u�~��{ߺ�^��׽��u�~��{ߺ�^��׽��u�~��{ߺ�^��׽��u�~��{ߺ�^��׽��u�~��{ߺ�^������$iv������&lt;��E��}�4q�3BMgI�m�������O�@ɯ����_x0000_��]��#|E��;%����#�ܛ����m����!�j��g�8S��,bĘ��Nb�KW����W�c�a�]j�}�·���=R�o�(���%��a|6�G�q��C�O�T+R�B�~ڎ���B�(�b���������D��C�����F^vܾ���	P权&gt;G,���q��_x0000_�t-3��g�o�{L�%v��diQ��*X�����������W����]�*Ѷ�#�O��/�_x0000_</a:t></a:r><a:endParaRPr lang="en-GB"/></a:p><a:p><a:r><a:rPr lang="en-GB"/><a:t>(�^�5�T!6T�c#e�����A�fz��m����{�ou6�</a:t></a:r><a:endParaRPr lang="en-GB"/></a:p><a:p><a:r><a:rPr lang="en-GB"/><a:t>!?��_x0000_�uq���t_ًt�h[�v�9�]</a:t></a:r><a:endParaRPr lang="en-GB"/></a:p><a:p><a:r><a:rPr lang="en-GB"/><a:t>[���_x0000_+����|�_��՛΋P$pZ�*���c���Wn�</a:t></a:r><a:endParaRPr lang="en-GB"/></a:p><a:p><a:r><a:rPr lang="en-GB"/><a:t>��J���bSW�?�Q��_x0000_V�0�_x0000_�w�pg$��}�h$]K_��L��s-v+A&lt;��_���6���S�UI��+��)���~E���j�������H�0o�9P�a�����J�à�1��rI	�&gt;��������09�c&amp;��ڧ���}C���N1&amp;?��Ǻ�nT�rl(�Ǧz�o��޿u�Y�A��?���lw���&apos;?���&quot;�=ʊ����WB.wW[(a�L���~���ޫ�_x0000_8������O�K��&apos;���/�ߎ�(y�A�(nu���vrFH���9��:���_x0000_Aud��~֬��Ձ�&lt;���5����/���</a:t></a:r><a:endParaRPr lang="en-GB"/></a:p><a:p><a:r><a:rPr lang="en-GB"/><a:t>z�۸v$�B���ֻ��)�����_/���_x0000_��O?0�#�;���[����_x0000_/���~ct�uj�����\���i��N��-�E��I��m�t�;�_x0000_?�C_&gt;���[nk��ȵc5Fj_x0000_N%��Y��������Bθ���=�Q��:�&quot;�V��m`��Tq(c�,y��{�����W�?��Csu��,�e�A�:*9���ڝ��</a:t></a:r><a:endParaRPr lang="en-GB"/></a:p><a:p><a:r><a:rPr lang="en-GB"/><a:t>��y��b�*�h�;���^�	K�_x0000_*��1QѴdi!������W��n�VȌ��EA�8�S��9���e}�&gt;ȱ!���:�{[�xf���~24�SM�ϟȪ&gt;��%�\�GA����OK�zi6��+�5�t��g�UWy�B�`�矬�c�_x0000_?g���&gt;���Wwq��D���&amp;�֬��ώ~C�P�?��=񋮩z��vM��p��M&quot;���$ɥ3�r�C��*5��cK�_x0000_����f�]|�ZI���b��_x0000_n�o��</a:t></a:r><a:endParaRPr lang="en-GB"/></a:p><a:p><a:r><a:rPr lang="en-GB"/><a:t>������\</a:t></a:r><a:endParaRPr lang="en-GB"/></a:p><a:p><a:r><a:rPr lang="en-GB"/><a:t>&amp;���CE�u;�����!�o[�!��zW�a%/$�#t?Co�=w��s�.���C={�������n_x0000_�_x0000_y�ې1�Zv�����dI��҂#�	�p�&quot;�kOY����l��ޒ�m�K��r��O����_x0000_Wϭ��T����7gH���;��wR��*��)���s&lt;�B#K-��R�[-�Hͥ�n	_�z��{�׉�\O�j�������Woυ���O��</a:t></a:r><a:endParaRPr lang="en-GB"/></a:p><a:p><a:r><a:rPr lang="en-GB"/><a:t>|������;���w�7]^뒶���M,p�x��p-���܅�;*���O=5ҝb�7�ǜ@������g��N&amp;̭��]�^��Sx�)~W|��J&lt;�@f�m��bl��f�Ĕ��L:@Z�qț�]v��lA!�A�5*i���0:��R��M�+e_x0000_A�Ǹ��_x0000_i�����0bO�Q3G��5�Mɹ����o��R����������_x0000_z&gt;��ӫ�</a:t></a:r><a:endParaRPr lang="en-GB"/></a:p><a:p><a:r><a:rPr lang="en-GB"/><a:t>��_x0000_�&gt;��]S���g���������&gt;&apos;t�-2�]ro_�;d�Q����&apos;��$+؟cOo�I��O����$�4+Q_/�O����$��ˤ</a:t></a:r><a:endParaRPr lang="en-GB"/></a:p><a:p><a:r><a:rPr lang="en-GB"/><a:t>dZV</a:t></a:r><a:endParaRPr lang="en-GB"/></a:p><a:p><a:r><a:rPr lang="en-GB"/><a:t>�MT�d�?u6��ܻ}�����u&apos;��L��A�i9Ļs�V��h��n���N]�yk;��hQ����R&lt;�Z�_k��K����:o�$کZ��+_ʽ]W��zá:G�ZLz墨�c�8C�;Kf�`&quot;#r�~�M�mk{��&gt;΢	i���о�����v龻��׽��u�~��{ߺ�^��׽��u�~��{ߺ�^��׽��u�~��{ߺ�^��׽��u�~��{ߺ�^��׽��u�~��{ߺ�_����ߺ�^��׽��u�~��{ߺ�^��׽��u�~��{ߺ�^���J�_;F�ic1܀�ʤ�T��A�_x0000_n.��}��uN��_x0000_����ov[Gr|�����D���~(wV��:~լ�Wz����_x0000_�殑�=E|�TL�L�9�������_x0000_�?�F�s�_�[�3Ի��?������w练��ܸ��fN�w��Z�l��*�&quot;��b���MF���+���e�K�΁词���73�?��&gt;���&amp;oo��۷{3�3}aA7g��d�j�,��Q��%Ky�F҇hї�{��G�V���/�wO�����݁�;S���:���Ra&gt;A�=��\3��^�6���Ij)�i#,BY��^�Y��Mv��</a:t></a:r><a:endParaRPr lang="en-GB"/></a:p><a:p><a:r><a:rPr lang="en-GB"/><a:t>���nufsn�m�}�C��n��v&amp;�����vv�q�v���}�7f:�X�s�Ī&quot;:��F�j�D�}���~``�Y�;Ƕz�gu&gt;��O��8&lt;���u�Wm�v��5SC$Җ�X|�[5���td֕T2i���Um�_x0000_�_x0000_v��E���u�8��,ܳ��[�`.	&lt;�ۏ��׺ɠ��(��^�����_x0000_���u��(��^�����_x0000_���u��(��^�����_x0000_���u�S����</a:t></a:r><a:endParaRPr lang="en-GB"/></a:p><a:p><a:r><a:rPr lang="en-GB"/><a:t>���ߺ�U	��q�[���|~�X�&lt;gk�	�ȭ���d��k~�&apos;H�ܞ-Ij@����b���W��N�޻�\�Y�NBY%�}O�YBGg�q��/p9$��}I7���@�ˬ0���~[�[i2</a:t></a:r><a:endParaRPr lang="en-GB"/></a:p><a:p><a:r><a:rPr lang="en-GB"/><a:t>�IĒq#�?g��t��X��^�ŲE#d�7�1iO2�E�Y�و&quot;��\���J�T:�{թi�@���̩�&gt;�=&amp;ߑE����h�=+&quot;c�W=_����������I��mڝ���qc呲X&amp;��v�&gt;k����CQUT0���e���iSS�S������}GV���i�T�_x0000_:&gt;���/�}1�ˠ6�&gt;��Q흃��f1Ӯwt�k?wqoMՔ�H޳-���Ue\�b�R�6����+��$��^��0)�0(_x0000_�)ќ6q�u�4����~]�77$~���d����(z^\iУ��_x0000_���G�B�}7׿�G�����+ױք�whB~t�_x0000_5��%|����4a.�z��՛jY�C�H��)�k��ܣ����-Ѷ+Z�2���S�᧟�)��6��~��v+ЊS_x0000_��_x0000_��ڵk�v.ȭ�����}�%i&apos;Z�j���)#��!������W�&amp;�#�c�H���`|���S3�����@���!*&gt;.�á���?�jrT�9Y��]S�͌�g�7�4�-�jg��&gt;KqW��C�M�!`��1�[�*�������Z�jڠ�4�u�����1��h�@$WK~�&gt;�c��_x0000_�M�$4��ҽ��Yu�}�.?{�j�HE%W������_x0000_V&gt;�������_9���(�q���X�w۽��w(�Kl�`Y1��ϣ������M䑵�=��g�-���t�)E���UT�S/�_x0000_+��s�6������_x0000_z�?񾆶��r���@?�d?�p�z��a�nk�G�y��}����*�+����,}���_x0000_�]]�P���_��B��^���0P����mݐ��)�{c}��Zw����!����ms��������g��Mf���e?�=</a:t></a:r><a:endParaRPr lang="en-GB"/></a:p><a:p><a:r><a:rPr lang="en-GB"/><a:t>�`�Ż_x0000_O�o��z�V	7?�ߛ�_x0000_O��a1�3v����Y����&gt;�#������~&gt;��~����ff�����S�k�քy׮��</a:t></a:r><a:endParaRPr lang="en-GB"/></a:p><a:p><a:r><a:rPr lang="en-GB"/><a:t>�e`Cb��r���G�-��y%�ш�9���@iO#Ly���������gT����&apos;�TC���v�]��${k��%52K.����6�u��_x0000_�H���3��R�_x0000_d��������WM��=��&lt;z�w��(o��1�A�k�����_x0000_/[7�������랬��=f?��.��:��\5���QWU��o�D���&apos;�!G���_x0000_[�T�.F&lt;��;h��ap�B�_x0000_�5_᧗����ў=�����׽��u�~��{ߺ�^��׽��u�~��{ߺ�^��׽��u�~��{ߺ�^��׽��u�~��{ߺ�^��׽��u�~��{ߺ�^��׽��u�~��{ߺ�^��׽��u�~��{ߺ�^��׽��u�~��{ߺ�^��׽��u�~��{ߺ�^��׽��u�~��{ߺ�^��׽��u�~��{ߺ�^��׽��u�~��{ߺ�^��׽��u�~��{ߺ�^��׽��u�~��{ߺ�^��׽��u�~��{ߺ�^��׽��u�~��{ߺ�^��׽��u�~��{ߺ�^��׽��u�~��{ߺ�^��׽��u�~��u�6 &gt;���1��=*�_x0000_�����W ����&gt;����Tѽ:֣��$=�_x0000_���_x0000_���</a:t></a:r><a:endParaRPr lang="en-GB"/></a:p><a:p><a:r><a:rPr lang="en-GB"/><a:t>֓-�1p��݅���5y�yV�d��F�偱�Q�	n</a:t></a:r><a:endParaRPr lang="en-GB"/></a:p><a:p><a:r><a:rPr lang="en-GB"/><a:t>�pVnWa�x�(5Z�O����A���=�}w</a:t></a:r><a:endParaRPr lang="en-GB"/></a:p><a:p><a:r><a:rPr lang="en-GB"/><a:t>��d���&gt;Y��&quot;�</a:t></a:r><a:endParaRPr lang="en-GB"/></a:p><a:p><a:r><a:rPr lang="en-GB"/><a:t>�\U?��yi���}&lt;x�8--$</a:t></a:r><a:endParaRPr lang="en-GB"/></a:p><a:p><a:r><a:rPr lang="en-GB"/><a:t>`F��d�J��v�~���y+4���@Ԧ�#Rrq��X�l{�֐���f�ԒiA���N0)���X�D����oL��������T�/?ԋ�)�὏�_��������G�c�6k���p��o���,�}_�v&amp;ت,�C��\��o�M���B�}X�c���]��[կ�V����1�&apos;3_.���ï�����|e����U��_x0000_G�ym���c�Ϳ&gt;ַ0nu��_x0000_�_x0000_���{}ȓ�|?���Y_��0�-gŮ����i1�W�ۛ��_x0000_���}�o�{ݛ�-�AaBJ�c� �������O����M@L��8�e:@��_x0000_(���\��������;}��_x0000_R:z����������_x0000_���_x0000_8��_x0000_�z@=������_x0000_����t���//��2�</a:t></a:r><a:endParaRPr lang="en-GB"/></a:p><a:p><a:r><a:rPr lang="en-GB"/><a:t>�G��MgneU��L�;�&apos;��{�̱3�5E?��~LO� �_x0000_��D���O��_x0000_9?&gt;���I�_x0000_��&lt;7o·�_x0000_6;W6��DYu_x0000_?����q�������I��K���2�y�_x0000_�g\�L�K�neSr�v�mP��Dao�_�ڗ�Nc�PH�D?�������%j�o#�D�_x0000_����e�_�.]��z�I�r��I$��G��_x0000_���=�9����G���=)_f��m$?�?�l�G�*�����&apos;��^��H�l������h�_x0000_K�ky�ק�{nz��_x0000_]t�@�J�๭Km�������1k��I,����|?�ѐ�_&gt;3�O&amp;���ӛr����!E��V���Ꞧ7f#�&amp;�&apos;�r{�b�n�}?h���r��lAhuS�L?�zb&amp;�S�S�F(i�h�1��~X��=&quot;)��FW���#�&amp;_JiZS�ϯˣ�}���cP~0T��SF=�Eoˮݞ��i,�����֣�&amp;i�-ɵ��_x0000_��O�K6d����t�G�I�</a:t></a:r><a:endParaRPr lang="en-GB"/></a:p><a:p><a:r><a:rPr lang="en-GB"/><a:t>���jPn�����_x0000_�</a:t></a:r><a:endParaRPr lang="en-GB"/></a:p><a:p><a:r><a:rPr lang="en-GB"/><a:t>D\�?����+�8�_x0000_Hu���tۃl��j��}����)?A����{qއH���Ձ�������y�_x0000_���ڎ9lN�;EU1�E=���x���o�̒M5�UP�!��v!����t�@�;</a:t></a:r><a:endParaRPr lang="en-GB"/></a:p><a:p><a:r><a:rPr lang="en-GB"/><a:t>S5#x�.��n�&amp;(&lt;����5�E��mC�{ôf���ۛ5G�[Ʋ�n]�ۛf����d���3*��A�S���p�RE:�J���蟞�;}��$���&lt;	_#��#�{,˷&gt;*oZt��-��)6�-�</a:t></a:r><a:endParaRPr lang="en-GB"/></a:p><a:p><a:r><a:rPr lang="en-GB"/><a:t>樨��õaO��ߛ�}�T��a��4����j&gt; iǮu\��q+&apos;�ҵ�&apos;�˫-팅?C|c��Q�*�՝]��S�J�[��ژ�|r_x0000_�6z��D�c{�	������&lt;��U�����E{�&apos;��Lu�F��?ƜJ��5��ǭ�?�JS�r��ˤ&quot;��j6�ޭ��S�G,�?�&quot;�ۥfBX�?�dj5�ܛ�����t۟2��h	 �EY�p$8�Κq�6��mQ��1� &apos;��_ϣ�c���_x0000_���ן`���½r�M�:�����()ֺ���y�_x0000__��֏Ϫg�pPO����)&amp;�?b�_x0000_4��9</a:t></a:r><a:endParaRPr lang="en-GB"/></a:p><a:p><a:r><a:rPr lang="en-GB"/><a:t>D����;_7��8J�Y!������X�� ۻn2]+U|�eT��F=&apos;no&gt;�������z�ufU$5UD���4���9t���SܙR�N��H�</a:t></a:r><a:endParaRPr lang="en-GB"/></a:p><a:p><a:r><a:rPr lang="en-GB"/><a:t>�Fs��㪍�t��7�ľ��v�U�O�G����X�����7qd邂��t���$�	�����V�:c�5����V���֢�0)_C���mbAb	?�&amp;�[�b�y�S�.���{�UP�\�����~��{ߺ�^��׽��u�~��{ߺ�^��׽��u�~��{ߺ�^��׽��u�~��{ߺ�^��׽��u�~��{ߺ�^�������ߺ�^��׽��u�~��{ߺ�^��׽��u�~��{ߺ�^��׽��u�~��{ߺ�^��׽��u�~��{ߺ�^��׽��u�~��{ߺ�^��׽��u�~��{ߺ�^���b�_x0000_9�4ۃ�P1\\	����,��L�;*��;/�o�ןm�h+��t�Z��&apos;&gt;*eNs�wļ��#f�+|v�;j�w���7��8�f�����V z�)����N���_x0000_2X#�唢&lt;.�ƐJ�v��Ʋ�X��Z�@</a:t></a:r><a:endParaRPr lang="en-GB"/></a:p><a:p><a:r><a:rPr lang="en-GB"/><a:t>�������;$���_x0000_�6�m�?����: ?Ȇ�ￓ���toV��~�nu��vnS�����o��_x0000_&gt;�}�_x0000_��A�?�t_x0000_���jyy~ޭ�M�?���Б����+��_x0000_�z3n=w�k�{�^됷7��?�����^�M����_x0000_ãQ�:k���_x0000_�o`�H���)S���t���rTׇ�?7�]�Rv��a7B���_x0000_���!L3E1�VNhf���k����52�������k�a_����&amp;�P�k~��)&amp;��_x0000_v&amp;E�m�?�t#�}��CU�ʵȎ�\&amp;3��?��/��V�zvV}&apos;1AB��bᦑ|��z�,�􊌬�</a:t></a:r><a:endParaRPr lang="en-GB"/></a:p><a:p><a:r><a:rPr lang="en-GB"/><a:t>��[��%�/��!��\jxz�G�ܵ����_x0000_N���ʃ���]�o䁗��I�����5u�ݹ�x�&apos;�qs�������ƕ���bb��z!�S@�q5�?�	�u�����V�����F����cR?⸾��U�����z��AcG�`������C&apos;���%{�1O�1��n��P��x��x��޾��k�0���c6�emO���&quot;o��1P�_x0000_\Z��9�Z��s;</a:t></a:r><a:endParaRPr lang="en-GB"/></a:p><a:p><a:r><a:rPr lang="en-GB"/><a:t>�`��!��_x0000_����.Y�C!���_x0000_�f%���#}�</a:t></a:r><a:endParaRPr lang="en-GB"/></a:p><a:p><a:r><a:rPr lang="en-GB"/><a:t>���}�QS��+tP��7.#��bj��:��:</a:t></a:r><a:endParaRPr lang="en-GB"/></a:p><a:p><a:r><a:rPr lang="en-GB"/><a:t>���%����_��m�!�P�����۽���$���*~_��ջMydi	_x0000_�.@�M��ϰEҍ�ī��_x0000_��ԍaq��#</a:t></a:r><a:endParaRPr lang="en-GB"/></a:p><a:p><a:r><a:rPr lang="en-GB"/><a:t>�z���î��@PX��rX�����_x0000_O{�mN&lt;T��f�h�I��G����a�/�*���&gt;&lt;���5~�v�U��v�DO�TB�C%��r�$1!�l��qq�TkBxd������1���Ƥ�����M1��_x0000_���t��O�_x0000_��Ȫ�_��Ȭ�|��J�ݵE�.�.��[�?�����\Q��t�J(�M69 B���x�c��Bl�x.=b�/-�������&gt;��)�@�R�^�UcU�!���f&quot;u�AKk���_x0000_OeP�%Rn&gt; </a:t></a:r><a:endParaRPr lang="en-GB"/></a:p><a:p><a:r><a:rPr lang="en-GB"/><a:t>1��á��h��-�������^=��##���u�~��{ߺ�^��׽��u�~��{ߺ�^��׽��u�~��{ߺ�^��׽��u�~��{ߺ�^��׽��u�~��{ߺ�^��׽��u�~��{ߺ�^��׽��u�~��{ߺ�^��׽��u�~��{ߺ�^��׽��u�~��{ߺ�^��׽��u�~��{ߺ�^��׽��u�~��{ߺ�^��׽��u�~��{ߺ�^��׽��u�~��{ߺ�^��׽��u�~��{ߺ�^��׽��u�~��{ߺ�^��׽��u�~��{ߺ�^��׽��u�~��{ߺ�^��׽��u�~��{ߺ�^��׽��u�~��{ߺ�]_x0000_��G��D�+F���w2�_x0000_�_x0000_���RWTJ��:�I��|�?/���Vt�oO�P/�����</a:t></a:r><a:endParaRPr lang="en-GB"/></a:p><a:p><a:r><a:rPr lang="en-GB"/><a:t>���ͤ�m�x</a:t></a:r><a:endParaRPr lang="en-GB"/></a:p><a:p><a:r><a:rPr lang="en-GB"/><a:t>�W*,�&lt;J( |-VI����9d�E�զ��Z���3$4��~}�|p]�Jej|�rH������j��ᩅ��+1�^V���&quot;�d� �7B?S���7+9�ᖣ&quot;�_����Yak�ƶ�˶�5ҕ���X���A��^ME��:M�8T[�������	�</a:t></a:r><a:endParaRPr lang="en-GB"/></a:p><a:p><a:r><a:rPr lang="en-GB"/><a:t>|�t��ۺ�g������v���6�~&lt;�T�_x0000_�,M�_x0000_������+O���uI6ۢ)�H4q���{Z�+�떖�`ʀ��� g���SI$��H���������ŵ��I�����\���Vx�[R��	-����c�����U?[�xZ��I`}D���I뗺un���{�{�^���ֺ������ߺ�z�M�	���U����Q��gX�  </a:t></a:r><a:endParaRPr lang="en-GB"/></a:p><a:p><a:r><a:rPr lang="en-GB"/><a:t>y�p�U��mq����\u���+�&apos;O�*	��?���oV�Q�u�����q&lt;?����o��</a:t></a:r><a:endParaRPr lang="en-GB"/></a:p><a:p><a:r><a:rPr lang="en-GB"/><a:t> BYΆ�`�! �_x0000_�����|�_���O���c��_x0000_��_x0000_?\C�Exɘ5��ZQ���I?�ֿ���Ð���_x0000_7O���p	-Çez�uj���`t�R@?P�= �_x0000_�#ڨ���_�t�K-�Q�_x0000_���z��i�iꦦ��?\���TP��K�$</a:t></a:r><a:endParaRPr lang="en-GB"/></a:p><a:p><a:r><a:rPr lang="en-GB"/><a:t>?��ۆ�p���=&quot;��j�:��W�`~��Y�{Ϥ�b&lt;���:�m��2��cmzV���U&lt;�fp��=��oܤ�o��_x0000_��ɷ��2��_x0000_�_x0000_�z*[�����QT������+��am�ջ���p���1B_x0000_	Ik�A*��^V�����&gt;c��c���x�,m��R�=�_x0000_�N�/��</a:t></a:r><a:endParaRPr lang="en-GB"/></a:p><a:p><a:r><a:rPr lang="en-GB"/><a:t>Ϝ�{�z���=��r�Y��ٽ�R��Ϗ���</a:t></a:r><a:endParaRPr lang="en-GB"/></a:p><a:p><a:r><a:rPr lang="en-GB"/><a:t>:XL�*I�w3?����NS�6۝eu�_x0000_P�_x0000_l��6s�:�n�ЫUr&lt;���&gt;}W����n�����4���ݘ�ϓ�uVi�GXP&gt;r�����&apos;ۆ{��X�������nd��``�&gt;1���}&gt;ޱ癦�o�e��8��_���G��v�gw�/�_��Xr?*~^t?W�&lt;�3`�x</a:t></a:r><a:endParaRPr lang="en-GB"/></a:p><a:p><a:r><a:rPr lang="en-GB"/><a:t>ۻ�+��+IE&apos;�� ĵ�����/�Kq�i��z��)�JJW��&quot;���+��o�����é����H&lt;:��&lt;R�,qCMN暚(LQRRIG�J�����:��μ�΂���1_&gt;��V��h&apos;�9?̜yu��wN��~��v8&apos;�?������c�R�_x0000_͸�~�_x0000_6_�&apos;��I���vW����^����GSm\��qe��!&lt;h�:��XZ���_x0000_o�ɱk���nX��ӇMY��z��_x0000_���fat���o)7�s��=E���_x0000_y�%�mw��X�_x0000_%z��&apos;�՞���-=���,�Y4�?3;��J�/������5s@-t�!��t�����,O�^�(�}�E��4�iO���Ïٟ��_x0000_�u����n�E���8&amp;��~����6��D	�I�t�@PS������~��{ߺ�^��׽��u�~��{ߺ�^��׽��u�~��{ߺ�^��׽��u�~��{ߺ�^��׽��u�~��{ߺ�^�������ߺ�^��׽��u�~��{ߺ�^��׽��u�~��{ߺ�^��׽��u�~��{ߺ�^��׽��u�~��{ߺ�^��׽��u�~��{ߺ�^��׽��u�~��{ߺ�^���D���v�$���%@�f~.��&lt;��^����q���&gt;�&quot;jJ��U�_x0000_c�j�C����g��������Z��k�nĶ����2!r��O����d1�q���G�:�9n��vv&gt;�մ?���m�Y�T</a:t></a:r><a:endParaRPr lang="en-GB"/></a:p><a:p><a:r><a:rPr lang="en-GB"/><a:t>U�R8f�霈4�9$ ����</a:t></a:r><a:endParaRPr lang="en-GB"/></a:p><a:p><a:r><a:rPr lang="en-GB"/><a:t>J�]_&gt;��΍��</a:t></a:r><a:endParaRPr lang="en-GB"/></a:p><a:p><a:r><a:rPr lang="en-GB"/><a:t>W��n����&lt;���z�R</a:t></a:r><a:endParaRPr lang="en-GB"/></a:p><a:p><a:r><a:rPr lang="en-GB"/><a:t>�m.��s�&apos;���M��7p�ĥM��HO�6���ƾ��*ݛ�j�mT�&gt;$������mg)n������GWUm ���ͽ�*� �JW�\z8&amp;��u�}k�{�^�m���G��O~��+\���VO�ٷ�����7ΐ���a����ʆ4�l����\U7�S)��Dg먵��؅�仍��M����q!쪚k��z�}ʹ��y�i�0:iZ��k���c׭\&gt;0���W&amp;�ru���</a:t></a:r><a:endParaRPr lang="en-GB"/></a:p><a:p><a:r><a:rPr lang="en-GB"/><a:t>�$%B�&amp;3zIQC�zmAP9�[�x�ݽ��i�֟R����V�Z�J��Kyu�ܰ׉�ӈ=�N|�O����_x0000_�����&gt;a���z�n��{^��d�I��\�O( �	��8��_������C����xd�R(8W��|�ȏf�-���J%�¼H�zت�@C�)�D$K;O	P��wB-©N�Kn��G�4~&amp;x#�e$�O-��@</a:t></a:r><a:endParaRPr lang="en-GB"/></a:p><a:p><a:r><a:rPr lang="en-GB"/><a:t>��O��v�s�oC���_x0000_�;��v�5L4I���S-Euk�j�����5M\�S�)a�VRu�V��g������!E8$tCy�m�]�L�Q^#&quot;����Ǖk�e濝��zJ�����w�q��b6N&gt;�8�/��ԛ�H�����-�y+p����E�_x0000_���_x0000_��FR��i5ɷ6�_x0000_Ow��T�&lt;?����Y����q�w�3�MF{��ju���&amp;.y�۟i�!�����������ၞ��_x0000_�&apos;�_x0000_�c�}��&lt;�v�q��C�穙u.3?��ge#�|ԛ���#�5�_x0000_�a��\��?�?*�}&lt;ϯ�Њ��M�w�M)�rq�_x0000_y�_x0000_</a:t></a:r><a:endParaRPr lang="en-GB"/></a:p><a:p><a:r><a:rPr lang="en-GB"/><a:t>J����w����ð��a�$4����77=���&amp;(0x�9u�$���Q/��@$.��T���K��Heo��t���ϱ۴6��?=IO���N���_�����&gt;R?��A�j�z��1?:;R�w�~�ɚ�d��4b����	���#[\&quot;�/Oi&apos;=�A�ٛf]eԭMFH&quot;��</a:t></a:r><a:endParaRPr lang="en-GB"/></a:p><a:p><a:r><a:rPr lang="en-GB"/><a:t>��GX��|�|�t�b��?=V�</a:t></a:r><a:endParaRPr lang="en-GB"/></a:p><a:p><a:r><a:rPr lang="en-GB"/><a:t>zN���4���Io���J�&lt;���i���&quot;_�P��5P	m�x�M��+��z</a:t></a:r><a:endParaRPr lang="en-GB"/></a:p><a:p><a:r><a:rPr lang="en-GB"/><a:t>���B�t[ڛXT_x0000_q\�</a:t></a:r><a:endParaRPr lang="en-GB"/></a:p><a:p><a:r><a:rPr lang="en-GB"/><a:t>R��i�}*kZ��.-{z��~?��.#3H$C���I6�Ť,���JS�q�]w�_x0000_���O^���׽��u�~��{ߺ�^��׽��u�~��{ߺ�^��׽��u�~��{ߺ�^��׽��u�~��{ߺ�^��׽��u�~��{ߺ�^��׽��u�~��{ߺ�^��׽��u�~��{ߺ�^��׽��u�~��{ߺ�^��׽��u�~��{ߺ�^��׽��u�~��{ߺ�^��׽��u�~��{ߺ�^��׽��u�~��{ߺ�^��׽��u�~��{ߺ�^��׽��u�~��{ߺ�^��׽��u�~��{ߺ�^��׽��u�~��{ߺ�^��׽��u�~��{ߺ�^��׽��u�~��{ߺ�^��׽��uݿ�����=SViN�ʠ���#,�c!!����R(��cr7��}�_&lt;�X��P�G��zW�^�R�TP��E&gt;\z���G��o�\$��Kw��x�;/G�����������,:&lt;�u�n@b�GL�8ኞ�����l��B��4�_x0000_Mk��t�-m����^��B�_0đC�)�u����-�=�i�������O�)�JZY���x�_x0000_</a:t></a:r><a:endParaRPr lang="en-GB"/></a:p><a:p><a:r><a:rPr lang="en-GB"/><a:t>��DPch��YT�/�׏��}��,�nȱxs=k����W��a�71���0�G�?,id�oG���3��v-V3gQ�P��Y���b�2�&apos;��s�:�����`nË��mː</a:t></a:r><a:endParaRPr lang="en-GB"/></a:p><a:p><a:r><a:rPr lang="en-GB"/><a:t>j��W��kk���sMs��m�����s���몝�{O��W�6��_x0000_���߂-���U�פ����s˨����4�{���wrΧ�D�48_x0000_�~]3�|B�t���!�q��CPL������))K�����,�n</a:t></a:r><a:endParaRPr lang="en-GB"/></a:p><a:p><a:r><a:rPr lang="en-GB"/><a:t>�jj}�`�d�g�~[滶���k�_x0000_�������N���-����S�=��YLFͪ��e3�`(1t�Õ������,�2̌PE���`IP?5��e��pY��MD��Xy��G�iԱ�;&amp;���&amp;�rfC��h���T�*�y�����</a:t></a:r><a:endParaRPr lang="en-GB"/></a:p><a:p><a:r><a:rPr lang="en-GB"/><a:t>ԑ׽��u�~��u�������?o��M)׵p~��!��+ȋ�cgB��m��8�����ע����t���ׂ�=��;_rn</a:t></a:r><a:endParaRPr lang="en-GB"/></a:p><a:p><a:r><a:rPr lang="en-GB"/><a:t>ɷ��X�������	N��)YS��tU%~���ܷ�Z�0���o!S�^�E�Ҕ��ˠ/4�e�/,��]��x�4�</a:t></a:r><a:endParaRPr lang="en-GB"/></a:p><a:p><a:r><a:rPr lang="en-GB"/><a:t>j;��&gt;��Ϣ_7��&gt;���i��9e�O┑X���K�u�6�B�����_x0000_G3�_x0000_8�l�/����ve#�z��j�G�5����[c-���5�Ufi{*���_x0000_�0��������~,@����w}?@����9}�括A���Ҟ?l_/��7�S���#/��V�\0&amp;	��m�_x0000_�����*�����Gέ9g����ު��W�7��9s��</a:t></a:r><a:endParaRPr lang="en-GB"/></a:p><a:p><a:r><a:rPr lang="en-GB"/><a:t>� �_x0000_���@6��%��+�������4�#5��_x0000_��M&lt;���M</a:t></a:r><a:endParaRPr lang="en-GB"/></a:p><a:p><a:r><a:rPr lang="en-GB"/><a:t>VF�����?�6 �m�����2�_x0000_�D����t�b��j���tO7�~28cw�����b�;Vcw~��C1i4�����7�ob.V�O���_x0000_�.�W�|�	�_x0000_�_�E��|���rv�}]DƖ(�^��L�1��)r���Ũ��_x0000_\���&gt;�˖�����MP�SWA���o�h����_x0000_&quot;���u^d!����3K�Q8$6�fHcO!�z����m�,k�=~|Xp�� ��~���1O��}~],)�vӤIM��2��O$i&lt;�F80�e&amp;׹���B�h�	R_x0000_��k&amp;�9�����$�V�.���χ�O�i�h�ᆒ�Y�)��!�;x�b�� ^�_x0000_^=�7QȚ&lt;=?��_x0000_��р�C�������t���^g5QL�A�=.8H�ZQo��&quot;��ZF�һ�ێ&gt;�{���򽽢/�E���i�42�&quot;�� �?`�2�.u��F�Z��p�((AǟV�\�����?��F8�őۿ�&gt;�g�}�M&lt;#��N��&gt;��Z��*)��+���E�_x0000_&lt;�h�����+uW	A��%L���}��x�Ӫ�C�},O&gt;_�a�AO���</a:t></a:r><a:endParaRPr lang="en-GB"/></a:p><a:p><a:r><a:rPr lang="en-GB"/><a:t>}��uTR�N_x0000_C!�9)������/s���dnd]G�_x0000_W�Y�J�B��Y�_x0000_\���߷z�\ok��?��3O�T</a:t></a:r><a:endParaRPr lang="en-GB"/></a:p><a:p><a:r><a:rPr lang="en-GB"/><a:t>Y4u�J�9a�b�&lt;�M�_x0000_nWd,��k���Ȧ1E�V��Ei_�҄�I�� ����y�1�������ޫ�u&amp;/p���&lt;�h�����4��e*���+��s�$0��niVf��\|d�OZ���w�#�z</a:t></a:r><a:endParaRPr lang="en-GB"/></a:p><a:p><a:r><a:rPr lang="en-GB"/><a:t>q��9�[�+�qiL��Fy�5ǳ��֔��+�JqIl�_x0000_W�;IAڿ�ǣ0�]��?������P�ۇ�n�zₕT�E+c�U�$�.����r&lt;���15~//@5?�z�����/�N�V��U|�?�í��C��QCqƥ������J�t�c	ƞ}I���]l��߿u����{�{�^���׺��u���{�{�^���׺��u���{�{�^���׺��u���{�{�^���׺��u���{�{�^���׺����ߺ�^��׽��u�~��{ߺ�^��׽��u�~��{ߺ�^��׽��u�~��{ߺ�^��׽��u�~��{ߺ�^��׽��u�~��{ߺ�^��׽��u�~��{ߺ�]~��_x0000_o��{���1C?�}��e�s��%�[�[B��������&apos;����_x0000_e�u��A����(f���Q��ޮD1=�õ�W,tK���soʲ3_x0000_C(�@Vޛ��������&lt;��&quot;�GSW&apos;�C�́�?F5��Sթ�ҩ���_x0000_��xkHE_���ٿ�/�oe0SP�½�jN��q1��_x0000_�����F�o�]��=1�u��%�۵*)��)f�0���u�����RF�����0?�ޣ;D)vڼ�ǘ�_x0000_�us�,8���q���������</a:t></a:r><a:endParaRPr lang="en-GB"/></a:p><a:p><a:r><a:rPr lang="en-GB"/><a:t>�?�G�:�^�����{�^�$}x���_x0000_��O{��k}�_x0000_</a:t></a:r><a:endParaRPr lang="en-GB"/></a:p><a:p><a:r><a:rPr lang="en-GB"/><a:t>0�͎۟�&apos;����=���_x0000_	��ͣ�Oeu�S�_x0000_�^�(_x0000_KY���cN_un_��|B����FG�s��o�&lt;e9f�&lt;���o�:�۬�o��˽��&quot;������j�E6���f��?�&lt;����j���ߓ���{��0�/�Ï�?.�9Nb����W�z����DT��_�����ݏ�(_x0000_��C,���+9��?��0�r����S{j��_x0000_Du}�Sk_x0000_���b��ͯ�!���%���q�_x0000_�&apos;���ݣ�S���D���IS��hz�+�1�:j�f�ݙ���gxd1�wYJ�C����j8E4s�$%gI�!�Ъ�_x0000_=x�����x��ۯ�k����ϝN*[2�N�齑���쾡꽟��</a:t></a:r><a:endParaRPr lang="en-GB"/></a:p><a:p><a:r><a:rPr lang="en-GB"/><a:t>)1���pӭ���h���-��/�O���mxHZ&lt;�O������۹�xz����:��:C�w�4�ߣzswQ�_���-�����D�B���j����?���o*���_��_x0000_�&gt;�f�_x0000_&amp;��rOS��׎��j��{�d1 \h�$�X���C�\{����I�xW���F�N_#LM��J��Z�H^��E�S��&gt;�^��;�Z:����v^���l�sv�-��4����赳���.</a:t></a:r><a:endParaRPr lang="en-GB"/></a:p><a:p><a:r><a:rPr lang="en-GB"/><a:t>;^vYhT�͏�]m�6D9����w�:�</a:t></a:r><a:endParaRPr lang="en-GB"/></a:p><a:p><a:r><a:rPr lang="en-GB"/><a:t>:</a:t></a:r><a:endParaRPr lang="en-GB"/></a:p><a:p><a:r><a:rPr lang="en-GB"/><a:t>&lt;m7�������Ԙ�&gt;2�f#	EAH��+#������nى������o��_�V�|�9��l��M~�&amp;���o������S�_^����~�׺��u���{�{�^���׺��u���{�{�^���׺��u���{�{�^���׺��u���{�{�^���׺��u���{�{�^���׺��u���{�{�^���׺��u���{�{�^���׺��u���{�{�^���׺��u���{�{�^���׺��u���{�{�^���׺��u���{�{�^���׺��u���{�{�^���׺��u���{�{�^���׺��u���{�{�^���׺��u���{�{�^���׺��u���{�{�^���׺��u���{�{�^���׺��u���{�{�^���׺��u���{���߉Ҥ�܎5�b4H�����䭔_x0000_ZÛ���_x0000_y�x�Qק�3����_x0000_Uk�c�_x0000_3�Y�������s	����Ov�T�uMS�[�&quot;�}����</a:t></a:r><a:endParaRPr lang="en-GB"/></a:p><a:p><a:r><a:rPr lang="en-GB"/><a:t>j��</a:t></a:r><a:endParaRPr lang="en-GB"/></a:p><a:p><a:r><a:rPr lang="en-GB"/><a:t>�Jzj?��!��,��v���U��</a:t></a:r><a:endParaRPr lang="en-GB"/></a:p><a:p><a:r><a:rPr lang="en-GB"/><a:t>&gt;|8q��n���~�u9e�8�M</a:t></a:r><a:endParaRPr lang="en-GB"/></a:p><a:p><a:r><a:rPr lang="en-GB"/><a:t>0iA���ʠ������p������ܙ������C�Fcb�Z�pyJ|W���4*&apos;��j�����iu </a:t></a:r><a:endParaRPr lang="en-GB"/></a:p><a:p><a:r><a:rPr lang="en-GB"/><a:t>s6ZĬ���_��#rg�rsi��,T�Ҁ���/�#�V���%�}���}]��ڑ#X�}���\�Z*��sU	23�O�KRU�%x�{����fPݵ���ڽM�U�ݱ\��1�Ї5|�y��ބ�vfgg�����4�H��_x0000_	�-��M�_x0000_�{/�^���������,����S�w���z����Ƴ@��ޅ[�����&gt;�lP�_x0000_W�q��s�@���^�����M ��ɢE��0�</a:t></a:r><a:endParaRPr lang="en-GB"/></a:p><a:p><a:r><a:rPr lang="en-GB"/><a:t>�ϫ��r�ֳK^���ϧ�{A�֟����jv.��!b</a:t></a:r><a:endParaRPr lang="en-GB"/></a:p><a:p><a:r><a:rPr lang="en-GB"/><a:t>����e�R������In�Wj�)����L=�s</a:t></a:r><a:endParaRPr lang="en-GB"/></a:p><a:p><a:r><a:rPr lang="en-GB"/><a:t>�����׷��G^��Q����z���o���a����~	|&quot;�:u�У[��f�TN���e��q�&gt;�Zg��mf�]6V�p��z܎	��Q�5�|&gt;//QC�m��D��l�?[9�	�p�.z-���VQ*�-}q_���Ud(�</a:t></a:r><a:endParaRPr lang="en-GB"/></a:p><a:p><a:r><a:rPr lang="en-GB"/><a:t>]M,(-�Ԓ%-5����_x0000_������_x0000_��;��۶�]��������l�Ʋ��G�ߤ�nY	��Z���}h���_x0000_��d��Y�	�����}pKr|�^��*&gt;��l=���_x0000_�%�]���_x0000_���:��7I�T�_x0000_͹�$~dD��� �_x0000_O������Y���l6�u�J���_x0000_8�)�W���j��q1�ȳD� �A�_x0000__ڸ�/�����n�ͷ�r�/�{����נ{������c��bU�]&gt;٦��Ò��.�ׂI7�A��٥��_x0000_�X�CW��b��O��</a:t></a:r><a:endParaRPr lang="en-GB"/></a:p><a:p><a:r><a:rPr lang="en-GB"/><a:t>��۹J�_x0000_</a:t></a:r><a:endParaRPr lang="en-GB"/></a:p><a:p><a:r><a:rPr lang="en-GB"/><a:t>ql�n:�O��b��v��﯈l�8͙I&amp;��]��l�Rm</a:t></a:r><a:endParaRPr lang="en-GB"/></a:p><a:p><a:r><a:rPr lang="en-GB"/><a:t>3n����j*چ_x0000_����#2ƦA9�E��/�e��b�������s�9	6�f�%�����Uw�7</a:t></a:r><a:endParaRPr lang="en-GB"/></a:p><a:p><a:r><a:rPr lang="en-GB"/><a:t>&gt;���f�U����q�Q�Պ�b#�#�Y��@�3�8�X�\E~ܟ�u�h�C3E&amp;(�~Δ�B%�B�W�G53D݉:��X�b���y�/�&lt;�QuH&quot;�&lt;�]|��1��ܨ���_x0000_�&gt;��C���A��i�^2�����7����-b��F,�۹��ݮ�O�mD�S�X��N�-�0$�XS�г9&apos;�e:������q�w�$�]��Y�2=��z�2��X��ۍ�����U\�R��P_x0000_,��w����,l*A(��Ƭd������JϞ�m��lQK|�qN&lt;#4�1�ΐ����s �2�E��.�X����$b0�y���:���n��ԅR/���Ǻp�a���X�?�{�Z@��_x0000_�M���+��+�+�tY��V�I</a:t></a:r><a:endParaRPr lang="en-GB"/></a:p><a:p><a:r><a:rPr lang="en-GB"/><a:t>�I�U1�_x0000_�{v�E��GU������� /铲�]�_x0000_8��2S�[t|��|n�d$bFC�?�1���LT���@4��I&apos;��[N^����r)P�����a�1�Un9??0?�Q�ukZ�F�E��(���o,�$k��Ks�OjmE$����=��8��_x0000_��U���!�������2q{s�Y�{י�F�=a�S�7`�)� [FcsS	c��	76��&gt;�򞠽���1�_�����K�Pߨ),������_x0000_^�C�6��5�#�o~�I��{�V���׺��u���{�{�^���׺��u���{�{�^���׺��u���{�{�^���׺��u���{�{�^���׺��u���{�����ߺ�^��׽��u�~��{ߺ�^��׽��u�~��{ߺ�^��׽��u�~��{ߺ�^��׽��u�~��{ߺ�^��׽��u�~��{ߺ�^��׽��u�~��{ߺ�^���&gt;B�4�����5t����</a:t></a:r><a:endParaRPr lang="en-GB"/></a:p><a:p><a:r><a:rPr lang="en-GB"/><a:t>L?j�}W�b�9��뎪��#_x0000_u���F�1�_x0000_-.��,�&apos;�5=O5&lt;��XSi���kUs�b#*,�y@~�{</a:t></a:r><a:endParaRPr lang="en-GB"/></a:p><a:p><a:r><a:rPr lang="en-GB"/><a:t>nV�SF�?ʋN�&gt;W��X</a:t></a:r><a:endParaRPr lang="en-GB"/></a:p><a:p><a:r><a:rPr lang="en-GB"/><a:t>��\���E#OΜNV�G:AY�6���HM��=+_x0000_��7:X��Cd��!z?��-�𢂾c׍:�����w���b�Q����&gt;A��j�0�t{�h�&lt;&apos;�*MKK	@u�</a:t></a:r><a:endParaRPr lang="en-GB"/></a:p><a:p><a:r><a:rPr lang="en-GB"/><a:t>�&gt;����u�!z�b�@���W�_�z�uB���z�Zҙ�l�|�z�$��v�ҷR</a:t></a:r><a:endParaRPr lang="en-GB"/></a:p><a:p><a:r><a:rPr lang="en-GB"/><a:t>2��@�s��xK�i��=�к���y��_x0000_W���_x0000_���gV�!�.���_���kߴC�:���u�&lt; �X�_x0000_c�?�ǿioC�:���uC�_x0000_�&lt;���9��au�O�ݣ�!y��X�ڦ�W�2/�/\��䪏��Õ&lt;X��l�:&amp;���S\rԦI`�&apos;�@�yq&gt;�5��&quot;:W��@�����֠����7�o���ͼ�WP���$�9�</a:t></a:r><a:endParaRPr lang="en-GB"/></a:p><a:p><a:r><a:rPr lang="en-GB"/><a:t>,�6�zN�X��_x0000_Ïs7�����{Kv�sJ��[Om8C\ˠ&apos;)GM��S����_x0000_�~��O�&lt;���B���&gt;[:\�ݯ��us�b7�L	 3}Qoϰ/��a��xx������^�lџ</a:t></a:r><a:endParaRPr lang="en-GB"/></a:p><a:p><a:r><a:rPr lang="en-GB"/><a:t>����y�}^�p_x0000_��_� ��j���/+~�-)\��_x0000_��I���H+&apos;��o����uv��؎����������)�4���?_&amp;�L�c�٨q�W�Z��Z�]���9u�����X�è�-����_��4����I�@l	��&amp;��S�g��k�le`R��\��`�M4�A��~Y��</a:t></a:r><a:endParaRPr lang="en-GB"/></a:p><a:p><a:r><a:rPr lang="en-GB"/><a:t>mZ�5	%�[��H�Is�g#x�2sJW��@����YH�0���RT|��p�0�nn}o�=�7�p!���a����~}x�#����/�H��D�jb�=&lt;k�U�x����0���[R�_x0000_��{S.�+��P��c���G��L�_x0000_h_�u�7���_����/�?��:�-��ZN/�z����,{z��?�N���_x0000_����׬���c��q�����������,{�n?�����[�_x0000_^�A�_x0000_%�~���3׼K���o�?��ո��z��o�}z����=�����^�-�_x0000_��Y���_x0000_�ǿV��?���%����7��X����={ķ�&gt;�f���K�[���g�x��_x0000_�׬���c߫q�����������,{�n?�����[�_x0000_^�A�_x0000_%�~���3׼K���o�?��ո��z��o�}z����=�����^�-�_x0000_��Y���_x0000_�ǿV��?���%����7��X����={ķ�&gt;�f���K�[���g�x��_x0000_�׬���c߫q�����������,{�n?�����[�_x0000_^�A�_x0000_%�~���3׼K���o�?��ո��z��o�}z����=�����^�-�_x0000_��Y���_x0000_�ǿV��?���%����7��X����={ķ�&gt;�f���K�[���g�x��_x0000_�׬���c߫q�����������,{�n?�����[�_x0000_^�A�_x0000_%�~���3׼K���o�?��ո��z��o�}z����=�����^�-�_x0000_��Y���_x0000_�ǿV��?���%����7��X����={ķ�&gt;�f���K�[���g�x��_x0000_�׬���c߫q�����������,{�n?�����[�_x0000_^�A�_x0000_%�~���3׼K���o�?��ո��z��o�}z����=�����^�-�_x0000_��Y���_x0000_�ǿV��?���%����7��X����={ķ�&gt;�f���K�[���g�x��_x0000_�׬���c߫q�����������,{�n?�����[�_x0000_^�A�_x0000_%�~���3׼K���o�?��ո��z��o�}z����=�����^�-�_x0000_��Y���_x0000_�ǿV��?���%����7��X����={ķ�&gt;�f���K�[���g�x��_x0000_�׬���c߫q�����������,{�n?�����[�_x0000_^�A�_x0000_%�~���3׼K���o�?��ո��z��o�}z����=�����^�-�_x0000_��Y���_x0000_�ǿV��?���%����7��X����={ķ�&gt;�f���K�[���g�x��_x0000_�׬���c߫q�����������,{�n?�����[�_x0000_^�A�_x0000_%�~���3׼K���o�?��ո��z��o�}z����=�����^�-�_x0000_��Y���_x0000_�ǿV��?���%����7��X����={ķ�&gt;�f���K�[���g�x��_x0000_�׬���c߫q�����������,{�n?�����[�_x0000_^�A�_x0000_%�~���3׼K���o�?��ո��z��o�}z����=�����^�-�_x0000_��Y���_x0000_�ǿV��?���%����7��X����={ķ�&gt;�f���K�[���g�x��_x0000_�׬���c߫q�����������,{�n?�����[�_x0000_^�A�_x0000_%�~���3׼K���a���X�ܾ9C��֘Z�44�k�\&lt;��1�40�xR�Y����u</a:t></a:r><a:endParaRPr lang="en-GB"/></a:p><a:p><a:r><a:rPr lang="en-GB"/><a:t>!�U��ͽC�?Q��۶���PS�=z��( x�����_x0000_?��֪�G���C������[��m��</a:t></a:r><a:endParaRPr lang="en-GB"/></a:p><a:p><a:r><a:rPr lang="en-GB"/><a:t>��x+a��!���񔳫$B��i�i�_x0000_~楪C&quot;�\�w;�̈P-d��O�|���_x0000_n,��y�n^��JJ҂�T�G�ǩ�ut��J5�l��{�&quot;MA�m|�X&gt;���fa` v��G�$�ڎ�w�Z6�c�_x0000_@���_x0000_��=C��i�_x0000_�}^�фB5ִ�]:�{�!ۆ�Z�_x0000_��x��_x0000_�4����x�ͿgN,�Z�H���ڿ���^j~?��{�ŕ4�?����l�(�&gt;U?�?&gt;���_x0000_�����U�[�tʋs!?��={P��_x0000_�4�w�&apos;�O�ӌl�j���ڇ��:�;��އ�uJY�_x0000_�O���ڇ��:�;ߨއ�u�Y�_x0000_�O����?����t��_x0000_%x������-�gZ?G�I������d�_Լj��$(���R�l)o��:��Ĉ$�kA��?.�</a:t></a:r><a:endParaRPr lang="en-GB"/></a:p><a:p><a:r><a:rPr lang="en-GB"/><a:t>z��+d��$�/��&gt;�b��������с�C���_x0000_������KGZO��Y��� �o�k��Z�i��O�:~&amp;�_Dx���Ũ2�h�8��IRE�&gt;�R�����r�?�����I�1������J��VZi�Q����������ב��W���:n;yMt&quot;K��?a��6X�</a:t></a:r><a:endParaRPr lang="en-GB"/></a:p><a:p><a:r><a:rPr lang="en-GB"/><a:t>�E(I��1�����ί�ӎ6����B@~���e���zQē�t�G</a:t></a:r><a:endParaRPr lang="en-GB"/></a:p><a:p><a:r><a:rPr lang="en-GB"/><a:t>��1 ���nq����@�_x0000_���}Ь�ğ�׀�d�_���p�_x0000_��_x0000_}~���Ќ��+�N=:�fdY�Zi�((���;��n��&amp;����Ib,�Um�0�F��c�T���3#b4�)]ˁ_x0000_x��&apos;;-���$�Aҵ�νh��}�+JG��&lt;��6zr&quot;u���B��ޓ��+��M�]1�</a:t></a:r><a:endParaRPr lang="en-GB"/></a:p><a:p><a:r><a:rPr lang="en-GB"/><a:t>��	�]��(B��{�xWӧ���)�z�}n�����{#&amp;	&amp;�����t�=�/��&quot;�f_x0000_{2�K�a�%*x�&gt;���`���h&apos;��ˣ1�X�/��6Ydjx�˦�_x0000_������e0-���yʹ�S[j�&apos;RI_x0000_	����o&apos;7s��V%Bt�d�r��4ӚSc6���xtVU_x0000_�4�v���m�[��}!��~*ǹ1�÷�sa�/���yX��-�����{RV��n͆�bo�G_x0000_{�� �H����	 5*N��</a:t></a:r><a:endParaRPr lang="en-GB"/></a:p><a:p><a:r><a:rPr lang="en-GB"/><a:t>���ʴ��_�v[[w��R)�QC����ո,�(U/rCjkdr����_x0000_�_x0000_a)��,)�|�h��ѵ�D#=ի7��ˮ~h?��_x0000_��_x0000_ƽ�Q���&gt;$?��,&lt;����������,��B���]UZ���_�My�ňژ������K��L������(��}�C6ஜ�z�b���o��&apos;�,W��l/�	�iJր���T��ԑ�����&quot;@�_x0000_���_x0000_�v;�����ݥ*7����ݿ&apos;�-}�e������\MmC�</a:t></a:r><a:endParaRPr lang="en-GB"/></a:p><a:p><a:r><a:rPr lang="en-GB"/><a:t>#�z</a:t></a:r><a:endParaRPr lang="en-GB"/></a:p><a:p><a:r><a:rPr lang="en-GB"/><a:t>fv��q�=�&amp;I&quot;�Y��&quot;:��@^t���+ǡ?.�</a:t></a:r><a:endParaRPr lang="en-GB"/></a:p><a:p><a:r><a:rPr lang="en-GB"/><a:t>Z����</a:t></a:r><a:endParaRPr lang="en-GB"/></a:p><a:p><a:r><a:rPr lang="en-GB"/><a:t>�&apos;�Ȟ�j��*Y����AE��/���K-mt�@$K	W������*&gt;�+A�^�����5j�_x0000_��&apos;����g&gt;UOV~f|��m򖒢��}���R�`l�2I�&amp;+n�59 R��sd)j��3������Lf���O�?�?.�%�h���tz���:I7�_x0000_[ڮ���8�ր��]��[���׺��u���{�{�^���׺��u���{�{�^���׺��u���{�{�^���׺��u���{�{�^���׺��u���{�����ߺ�^��׽��u�~��{ߺ�^��׽��u�~��{ߺ�^��׽��u�~��{ߺ�^��׽��u�~��{ߺ�^��׽��u�~��{ߺ�^��׽��u�~��{ߺ�^�����q����@&amp;0~�\_ޏ^�T��_x0000_�7�~=Rv�����{_���z�/m�]_e:�{</a:t></a:r><a:endParaRPr lang="en-GB"/></a:p><a:p><a:r><a:rPr lang="en-GB"/><a:t>6���]�&amp;��X�V�ܔ�J!Q#�#��.X����Ih�q&lt;&gt;C���m�)�s�~d�_x0000_���Џ��/� Y�n�</a:t></a:r><a:endParaRPr lang="en-GB"/></a:p><a:p><a:r><a:rPr lang="en-GB"/><a:t>����Ǘud7�3����_x0000_X{H�TBB�_��_x0000_?K?~ܔ��/��U���Rt������ژ=��o�i;s����3t&amp;r�=����&amp;҇1�������(�ib�h.��~��}�C}�Rh</a:t></a:r><a:endParaRPr lang="en-GB"/></a:p><a:p><a:r><a:rPr lang="en-GB"/><a:t>:�^#5cO������_x0000_�ف�����^�p�_x0000_��ߎ��Vc&apos;�}�ߑv�b䚱�������׿�$�`_����_x0000_�J���_x0000_^���������_x0000_Cu����T�_x0000_7^�_x0000_d�����;�_x0000_I+��{�����g�</a:t></a:r><a:endParaRPr lang="en-GB"/></a:p><a:p><a:r><a:rPr lang="en-GB"/><a:t>׾�O�S��v&gt;0;���;�_x0000_��+㵿��?~���Z���_x0000_Cu䀘�_�]&quot;�_x0000_���_�]-�&gt;&lt;w��L�M��}�����7�?A�̭X�e��QKM�q��)QN�X�8��,�#�H�	P@�w�&gt;�OI�_F#p_x0000_��J�����_x0000_�\p��=���b�_x0000_$j7�l�vÛ4:ӦQ����-Tu�␬�	�yf�&apos;َ߷G��H�z��W���&apos;FA$�_x0000_�&apos;��k������~7xa�&apos;��w����k����^��}��|�*��i�j�Uh�b�W�����v��</a:t></a:r><a:endParaRPr lang="en-GB"/></a:p><a:p><a:r><a:rPr lang="en-GB"/><a:t>�i8��Z��u!r�=�;m��\�	$S��?���b��׻��&quot;�_x0000_�_�p~���jm���Z���Fm���=�*;��O�N���_x0000_��_x0000_�\�;-��4���a��^w[�s��M&amp;S���,��5;��_x0000_���C�kv�F۬[Tg̞_x0000_���y�#t�#δ��	?��)����;��vm����C�&gt;����)G��cr�E�\��(��\5^�V�Yh�ATa�����D���</a:t></a:r><a:endParaRPr lang="en-GB"/></a:p><a:p><a:r><a:rPr lang="en-GB"/><a:t>ˠ��4Re,Gk��S��_x0000_����_x0000_���������o�?���~�v���_x0000_ҟ����_���^�_x0000_d7��������~=�_x0000_׿z����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o�_��gg�(�{�_x0000_�~������&gt;���_�_���^�_x0000_d7��������~=�_x0000_׿~����_�^��/�/��_x0000_c����������J?�_x0000_�߿~����ϯ~�����_x0000_�׿�</a:t></a:r><a:endParaRPr lang="en-GB"/></a:p><a:p><a:r><a:rPr lang="en-GB"/><a:t>���_x0000_{l���%���߿vC��_x0000_W�׿K���������_x0000_��vw���ǿ���߻!��_x0000_���߿�����u��C~z�_x0000_��;;�_x0000_IG���{��ݐ��_x0000_�������_x0000_���:��!�=�m���_x0000_����������~�������o�{��ߞ������_x0000_�Q���_x0000_^���d??�~}{����������_x0000_d7���������=����:�1��=o���¿������ف��ݠ��������0`n���G��{�{]���?��ޮ��������&gt;��������g������8��q��{_q���ŋ��&apos;�c��IfcOOQKqʚ��}��l{��ZL0�70k�N��9��e�[�~1�P*|������������&apos;����A�|e��@���i�;��;W��_x0000_����?��o��������?-�_x0000_�k���_x0000_�����_x0000_�}��n6�_���_x0000_?^�_x0000_]�����?�^�_x0000_���o�_x0000_{^��&amp;/���K���q���_x0000_�G�����o��i�_x0000_�z��5�����p�1|v�_x0000_�_~�_x0000_[����2?�׿�s}�#�O�׿ᬾ[�_x0000_�׻��_x0000_I���_x0000_R����m&gt;���~����������_x0000_</a:t></a:r><a:endParaRPr lang="en-GB"/></a:p><a:p><a:r><a:rPr lang="en-GB"/><a:t>e�������L_���߿��i��_x0000_������������_x0000_@���k/��_x0000_�����_x0000_�b���_x0000_Ծ���O��d������G�����Y|��_x0000_��w���o�������}�#��{�w7��?��_x0000_�=w�_x0000_</a:t></a:r><a:endParaRPr lang="en-GB"/></a:p><a:p><a:r><a:rPr lang="en-GB"/><a:t>e����;t�Z���Τ��-0���_~�_x0000_[����2?�.���{������+��Q�.�9�X��W�n�O�,Q�i.ع���m���u�&quot;�v�̠6�</a:t></a:r><a:endParaRPr lang="en-GB"/></a:p><a:p><a:r><a:rPr lang="en-GB"/><a:t>�ct���s�o)��ԑJ��w/ˠ�%��~G�N��_x0000_�[�չbE&amp;��j`�x�l@}8�ǳ#�{O�	�_x0000_�_x0000_��F���G[&apos;�S�_x0000_0�W�_x0000_	����T�_x0000_9���.u눅Ϳ�</a:t></a:r><a:endParaRPr lang="en-GB"/></a:p><a:p><a:r><a:rPr lang="en-GB"/><a:t>2���}�M|�_x0000_��_x0000_�}%~u�sy&apos;�c���w�f	X���	GNA�u�s��-��ݿ�[G����Z��s���I�_x0000_�{��E�_x0000_$6�,���Y��Ȇ2����5�)=��I����./����]r~�qJ¸�S��n�K-y�_x0000_�-�v��D~_j���|���G���[��EL�_x0000_ͣ���%��Y�_*+&amp;_x0000_[T�E����{(&gt;�m&apos;5?����W��pAAr�_x0000_�G�R��&gt;[)���w_x0000_�����_x0000_o�J}��n���_x0000_D�������hܩBxT�?�z������{�?���;�/������_x0000_��빿y1��������?-�O�:�pX\�_x0000_�1�u��cK��w�xf?_�O���_x0000_������������_x0000_+?���:�qfI`�����*��</a:t></a:r><a:endParaRPr lang="en-GB"/></a:p><a:p><a:r><a:rPr lang="en-GB"/><a:t>�Ê[�q�[�Ƿ,=�ڬ&amp;�FH�(���=��/l�@�Ab?�)���	�_x0000_	d��X����~GS���k�U:��R9�</a:t></a:r><a:endParaRPr lang="en-GB"/></a:p><a:p><a:r><a:rPr lang="en-GB"/><a:t>&gt;�&quot;D&apos;������ƭv��8��F�_x0000_^�s������g������7��kn���73�����9�צ��d�,�9�b��(���L(��ߜx�F�� ����X�Lܩ�Z7����].���&amp;��&apos;hn-���_x0000_��l��ݔ�-=E�X�2���ę,z��R��:��H���o���&amp;��{jn_���Е���Þ#��Ӡ�\�m�RuA��p5�X���_�9vn�ۛ7j6��퍥��퍻��:�7���a���O�}��C�Β67L��dS+�Q��E_x0000_��@?.�+vb��U��_x0000_O��/��&apos;��v?&amp;��K��-����m�k&apos;χ��</a:t></a:r><a:endParaRPr lang="en-GB"/></a:p><a:p><a:r><a:rPr lang="en-GB"/><a:t>�1�J�Bk����G�����Ǳ����;����=�������\�������?�A��p�s�_x0000_�����������ɠ�O�����W&apos;H���\�6;k������d�\���-��z�|c�&gt;&gt;�2ջOx��۹�,Nv�/5��TM���mKb�V��XJ&amp;��C�T�����V3�ޝ1����}�=eם;ֿ�[��w�{mu���K�w��Bl^��X���:*�����K&lt;(�N�S���}���m�_O/�����e��5�Ҡz���|�tޟ���foe�=�[�ڻjZ���Z�|_ů��5��Wb䦨����+��������q��k��u�Mr�Y@���WG���A�|a�]�g��5���z�6NZ�8��/i�</a:t></a:r><a:endParaRPr lang="en-GB"/></a:p><a:p><a:r><a:rPr lang="en-GB"/><a:t>�W41�VI�oWQ(^59��PP�՟��NX�q��٠eU��U�����_��}k�^�׺��u���{�{�^���׺��u���{�{�^���׺��u���{�{�^���׺��u���{�{�^���׺��u���{�{�^���׺����ߺ�^��׽��u�~��{ߺ�^��׽��u�~��{ߺ�^��׽��u�~��{ߺ�^��׽��u�~��{ߺ�^��׽��u�~��{ߺ�^��׽��u�~��{ߺ�^���V����t�׮</a:t></a:r><a:endParaRPr lang="en-GB"/></a:p><a:p><a:r><a:rPr lang="en-GB"/><a:t>nu������CӁ��j�m���}����k�?z�]q��$�_x0000_�϶�15�G[��G��=��o�=z�{H�_x0000_|�xm�G�W�����{����z�z��&gt;�7�_x0000_a��q�Th$�&gt;�	bN�7���o~&amp;��ϫ��\^���loŬ&lt;�a���x�?g^V�</a:t></a:r><a:endParaRPr lang="en-GB"/></a:p><a:p><a:r><a:rPr lang="en-GB"/><a:t>�:��6v��,��#���Ϧ�H�s&quot;���&amp;�kje6��^�_x0000_��э��sՅ�x!��7���_x0000_���]g�u���d��Z���׺��u���{�{�^���׺��u���{�{�^���׺��u���{�{�^���׺��u���{�{�^���׺��u���{�{�^���׺��u���{�{�^���׺��u���{�{�^���׺��u���{�{�^���׺��u���{�{�^���׺��u���{�{�^���׺��u���{�{�^���׺��u���{�{�^���׺��u���{�{�^���׺��u���{�{�^���׺��u���{�{�^���׺��u���{�{�^���׺��u���{�{�^���׺��u���{�{�^���׺��u���{�{�^���׺��u���{����{�.����A@�~~���]&gt;}{�����ߏ{ Ҁӯ}�q���߆�_x0000_��^�z�״�?�}���o�ר���u�����~�����u�&apos;���{A����߼7�6�]z��?g^���_x0000_y��</a:t></a:r><a:endParaRPr lang="en-GB"/></a:p><a:p><a:r><a:rPr lang="en-GB"/><a:t>�_x0000_���^�z�״�?�}���o�ר���u�����~�����u�&apos;���{A����߼7�6�]z��?g]h?�{���_x0000_��^�z���=�~?��_x0000_m���Fk�������d����?l��#�l�}��N�d���[����7�v?�p��ߌ���ZX�\��g�����Q�_x0000_�W�u��V�?�����ӏ�m��s�������zd�_x0000_~��_o������_��[�&apos;��\�-_x0000_��_x0000_�����G?���^%ί��Z���޼7�_x0000_~�ը���&amp;���R�Y��o�a\.�G9��]4���,	��s�m����x�����#T�i@Y_x0000_�����ݼ7(Q؟�˯Q�S����uE�Ձ�눈]��-Ϳ��_x0000_�HJJ�4j�&gt;U�����sp�����ڒ��H$aO,S�S��}y��_x0000_��2�~&quot;&gt;η^��?������?ꏽxoZ�?˭u�&quot;������#���z�c���?����֥��M]c0E��7�l�R$�B�?M\�&gt;��(:�ǥ�T��(������Ͽt�\���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ߺ�^��׽��u��</a:t></a:r><a:endParaRPr lang="en-GB"/></a:p></p:txBody></p:sp><p:pic><p:nvPicPr><p:cNvPr id="2097152" name=""/><p:cNvPicPr><a:picLocks/></p:cNvPicPr><p:nvPr/></p:nvPicPr><p:blipFill><a:blip xmlns:r="http://schemas.openxmlformats.org/officeDocument/2006/relationships" r:embed="rId1"/><a:stretch><a:fillRect/></a:stretch></p:blipFill><p:spPr><a:xfrm rot="0"><a:off x="0" y="1089749"/><a:ext cx="9144000" cy="4678502"/></a:xfrm><a:prstGeom prst="rect"/></p:spPr></p:pic></p:spTree></p:cSld><p:clrMapOvr><a:masterClrMapping/></p:clrMapOvr></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593" name="Title 1"/>
          <p:cNvSpPr>
            <a:spLocks noGrp="1"/>
          </p:cNvSpPr>
          <p:nvPr>
            <p:ph type="title"/>
          </p:nvPr>
        </p:nvSpPr>
        <p:spPr/>
        <p:txBody>
          <a:bodyPr/>
          <a:p>
            <a:r>
              <a:rPr dirty="0" lang="en-US"/>
              <a:t>Epidural hematoma </a:t>
            </a:r>
          </a:p>
        </p:txBody>
      </p:sp>
      <p:sp>
        <p:nvSpPr>
          <p:cNvPr id="1048594" name="Content Placeholder 2"/>
          <p:cNvSpPr>
            <a:spLocks noGrp="1"/>
          </p:cNvSpPr>
          <p:nvPr>
            <p:ph idx="1"/>
          </p:nvPr>
        </p:nvSpPr>
        <p:spPr/>
        <p:txBody>
          <a:bodyPr/>
          <a:p>
            <a:r>
              <a:rPr dirty="0" lang="en-US" smtClean="0"/>
              <a:t>occurs when the middle cerebral artery or other cranial vessels are disrupted, often in association with skull fracture. </a:t>
            </a:r>
          </a:p>
          <a:p>
            <a:r>
              <a:rPr dirty="0" lang="en-US" smtClean="0"/>
              <a:t>This injury accounts for less than 10% of neurosurgical trauma emergencies and has a better prognosis than acute subdural hematoma</a:t>
            </a:r>
            <a:endParaRPr dirty="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0" name="Title 1"/>
          <p:cNvSpPr>
            <a:spLocks noGrp="1"/>
          </p:cNvSpPr>
          <p:nvPr>
            <p:ph type="title"/>
          </p:nvPr>
        </p:nvSpPr>
        <p:spPr/>
        <p:txBody>
          <a:bodyPr/>
          <a:p>
            <a:r>
              <a:rPr dirty="0" lang="en-US" err="1"/>
              <a:t>Intraparenchymal</a:t>
            </a:r>
            <a:r>
              <a:rPr dirty="0" lang="en-US"/>
              <a:t> injuries </a:t>
            </a:r>
          </a:p>
        </p:txBody>
      </p:sp>
      <p:sp>
        <p:nvSpPr>
          <p:cNvPr id="1048601" name="Content Placeholder 2"/>
          <p:cNvSpPr>
            <a:spLocks noGrp="1"/>
          </p:cNvSpPr>
          <p:nvPr>
            <p:ph idx="1"/>
          </p:nvPr>
        </p:nvSpPr>
        <p:spPr/>
        <p:txBody>
          <a:bodyPr/>
          <a:p>
            <a:r>
              <a:rPr dirty="0" lang="en-US" smtClean="0"/>
              <a:t>are caused by rapid deceleration of the brain within the skull, usually involving the tips of the frontal and temporal lobes, and represent nearly 20% of neurosurgical emergencies following trauma.</a:t>
            </a:r>
            <a:endParaRPr dirty="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10" name="Title 1"/>
          <p:cNvSpPr>
            <a:spLocks noGrp="1"/>
          </p:cNvSpPr>
          <p:nvPr>
            <p:ph type="title"/>
          </p:nvPr>
        </p:nvSpPr>
        <p:spPr/>
        <p:txBody>
          <a:bodyPr/>
          <a:p>
            <a:r>
              <a:rPr dirty="0" lang="en-US"/>
              <a:t>Diffuse neuronal injury </a:t>
            </a:r>
          </a:p>
        </p:txBody>
      </p:sp>
      <p:sp>
        <p:nvSpPr>
          <p:cNvPr id="1048611" name="Content Placeholder 2"/>
          <p:cNvSpPr>
            <a:spLocks noGrp="1"/>
          </p:cNvSpPr>
          <p:nvPr>
            <p:ph idx="1"/>
          </p:nvPr>
        </p:nvSpPr>
        <p:spPr/>
        <p:txBody>
          <a:bodyPr>
            <a:normAutofit/>
          </a:bodyPr>
          <a:p>
            <a:r>
              <a:rPr dirty="0" lang="en-US" smtClean="0"/>
              <a:t>results from rapid deceleration or movement of brain tissue of sufficient force to disrupt neurons and axons, and is more common in children than in adults. </a:t>
            </a:r>
            <a:endParaRPr dirty="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48" name="Title 1"/>
          <p:cNvSpPr>
            <a:spLocks noGrp="1"/>
          </p:cNvSpPr>
          <p:nvPr>
            <p:ph type="title"/>
          </p:nvPr>
        </p:nvSpPr>
        <p:spPr/>
        <p:txBody>
          <a:bodyPr/>
          <a:p>
            <a:r>
              <a:rPr dirty="0" lang="en-US" smtClean="0"/>
              <a:t>Secondary brain injuries </a:t>
            </a:r>
            <a:endParaRPr dirty="0" lang="en-US"/>
          </a:p>
        </p:txBody>
      </p:sp>
      <p:sp>
        <p:nvSpPr>
          <p:cNvPr id="1048649" name="Content Placeholder 2"/>
          <p:cNvSpPr>
            <a:spLocks noGrp="1"/>
          </p:cNvSpPr>
          <p:nvPr>
            <p:ph idx="1"/>
          </p:nvPr>
        </p:nvSpPr>
        <p:spPr/>
        <p:txBody>
          <a:bodyPr>
            <a:normAutofit/>
          </a:bodyPr>
          <a:p>
            <a:r>
              <a:rPr dirty="0" lang="en-US" smtClean="0"/>
              <a:t>are considered potentially preventable injuries.</a:t>
            </a:r>
          </a:p>
          <a:p>
            <a:r>
              <a:rPr dirty="0" lang="en-US" smtClean="0"/>
              <a:t>Systemic hypotension (systolic blood pressures &lt;90 mm Hg)</a:t>
            </a:r>
          </a:p>
          <a:p>
            <a:r>
              <a:rPr dirty="0" lang="en-US" smtClean="0"/>
              <a:t>hypoxia (PaO2 &lt;60mm Hg)</a:t>
            </a:r>
          </a:p>
          <a:p>
            <a:r>
              <a:rPr dirty="0" lang="en-US" smtClean="0"/>
              <a:t>hypercapnia (PaCO2 &gt;50 mm Hg), and </a:t>
            </a:r>
          </a:p>
          <a:p>
            <a:r>
              <a:rPr dirty="0" lang="en-US" smtClean="0"/>
              <a:t>hyperthermia (temperature &gt;38.0°C)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53" name="Title 1"/>
          <p:cNvSpPr>
            <a:spLocks noGrp="1"/>
          </p:cNvSpPr>
          <p:nvPr>
            <p:ph type="title"/>
          </p:nvPr>
        </p:nvSpPr>
        <p:spPr/>
        <p:txBody>
          <a:bodyPr/>
          <a:p>
            <a:endParaRPr lang="en-US"/>
          </a:p>
        </p:txBody>
      </p:sp>
      <p:sp>
        <p:nvSpPr>
          <p:cNvPr id="1048654" name="Content Placeholder 2"/>
          <p:cNvSpPr>
            <a:spLocks noGrp="1"/>
          </p:cNvSpPr>
          <p:nvPr>
            <p:ph idx="1"/>
          </p:nvPr>
        </p:nvSpPr>
        <p:spPr/>
        <p:txBody>
          <a:bodyPr/>
          <a:p>
            <a:r>
              <a:rPr dirty="0" lang="en-US" smtClean="0"/>
              <a:t>Once non-neurosurgical hemorrhage is controlled, attention can be directed toward the neurosurgical emergency, specifically toward restoring cerebral perfusion pressure.</a:t>
            </a:r>
            <a:endParaRPr dirty="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55" name="Title 1"/>
          <p:cNvSpPr>
            <a:spLocks noGrp="1"/>
          </p:cNvSpPr>
          <p:nvPr>
            <p:ph type="title"/>
          </p:nvPr>
        </p:nvSpPr>
        <p:spPr/>
        <p:txBody>
          <a:bodyPr/>
          <a:p>
            <a:endParaRPr lang="en-US"/>
          </a:p>
        </p:txBody>
      </p:sp>
      <p:sp>
        <p:nvSpPr>
          <p:cNvPr id="1048656" name="Content Placeholder 2"/>
          <p:cNvSpPr>
            <a:spLocks noGrp="1"/>
          </p:cNvSpPr>
          <p:nvPr>
            <p:ph idx="1"/>
          </p:nvPr>
        </p:nvSpPr>
        <p:spPr/>
        <p:txBody>
          <a:bodyPr/>
          <a:p>
            <a:r>
              <a:rPr dirty="0" lang="en-US" smtClean="0"/>
              <a:t>Blunt or penetrating trauma</a:t>
            </a:r>
          </a:p>
          <a:p>
            <a:r>
              <a:rPr dirty="0" lang="en-US" smtClean="0"/>
              <a:t>“Closed head” injury refers to injury not resulting from penetration of the skull</a:t>
            </a:r>
          </a:p>
          <a:p>
            <a:endParaRPr dirty="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57" name="Title 1"/>
          <p:cNvSpPr>
            <a:spLocks noGrp="1"/>
          </p:cNvSpPr>
          <p:nvPr>
            <p:ph type="title"/>
          </p:nvPr>
        </p:nvSpPr>
        <p:spPr/>
        <p:txBody>
          <a:bodyPr/>
          <a:p>
            <a:endParaRPr lang="en-US"/>
          </a:p>
        </p:txBody>
      </p:sp>
      <p:sp>
        <p:nvSpPr>
          <p:cNvPr id="1048658" name="Content Placeholder 2"/>
          <p:cNvSpPr>
            <a:spLocks noGrp="1"/>
          </p:cNvSpPr>
          <p:nvPr>
            <p:ph idx="1"/>
          </p:nvPr>
        </p:nvSpPr>
        <p:spPr/>
        <p:txBody>
          <a:bodyPr/>
          <a:p>
            <a:r>
              <a:rPr dirty="0" lang="en-US" smtClean="0"/>
              <a:t>Focal injury refers to an injury that is confined to a specific area of the brain causing localized damage.</a:t>
            </a:r>
          </a:p>
          <a:p>
            <a:r>
              <a:rPr dirty="0" lang="en-US" smtClean="0"/>
              <a:t>Diffuse injuries are characterized by damage throughout the brain.</a:t>
            </a:r>
          </a:p>
          <a:p>
            <a:endParaRPr dirty="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59" name="Title 1"/>
          <p:cNvSpPr>
            <a:spLocks noGrp="1"/>
          </p:cNvSpPr>
          <p:nvPr>
            <p:ph type="title"/>
          </p:nvPr>
        </p:nvSpPr>
        <p:spPr/>
        <p:txBody>
          <a:bodyPr/>
          <a:p>
            <a:endParaRPr dirty="0" lang="en-US"/>
          </a:p>
        </p:txBody>
      </p:sp>
      <p:pic>
        <p:nvPicPr>
          <p:cNvPr id="2097153" name="Picture 2"/>
          <p:cNvPicPr>
            <a:picLocks noChangeAspect="1" noGrp="1" noChangeArrowheads="1"/>
          </p:cNvPicPr>
          <p:nvPr>
            <p:ph idx="1"/>
          </p:nvPr>
        </p:nvPicPr>
        <p:blipFill>
          <a:blip xmlns:r="http://schemas.openxmlformats.org/officeDocument/2006/relationships" r:embed="rId1"/>
          <a:srcRect/>
          <a:stretch>
            <a:fillRect/>
          </a:stretch>
        </p:blipFill>
        <p:spPr bwMode="auto">
          <a:xfrm>
            <a:off x="546934" y="1600200"/>
            <a:ext cx="8050131" cy="4525963"/>
          </a:xfrm>
          <a:prstGeom prst="rect"/>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60" name="Title 1"/>
          <p:cNvSpPr>
            <a:spLocks noGrp="1"/>
          </p:cNvSpPr>
          <p:nvPr>
            <p:ph type="title"/>
          </p:nvPr>
        </p:nvSpPr>
        <p:spPr/>
        <p:txBody>
          <a:bodyPr/>
          <a:p>
            <a:endParaRPr lang="en-US"/>
          </a:p>
        </p:txBody>
      </p:sp>
      <p:pic>
        <p:nvPicPr>
          <p:cNvPr id="2097154" name="Picture 2"/>
          <p:cNvPicPr>
            <a:picLocks noChangeAspect="1" noGrp="1" noChangeArrowheads="1"/>
          </p:cNvPicPr>
          <p:nvPr>
            <p:ph idx="1"/>
          </p:nvPr>
        </p:nvPicPr>
        <p:blipFill>
          <a:blip xmlns:r="http://schemas.openxmlformats.org/officeDocument/2006/relationships" r:embed="rId1"/>
          <a:srcRect/>
          <a:stretch>
            <a:fillRect/>
          </a:stretch>
        </p:blipFill>
        <p:spPr bwMode="auto">
          <a:xfrm>
            <a:off x="2309018" y="1600200"/>
            <a:ext cx="4525963" cy="4525963"/>
          </a:xfrm>
          <a:prstGeom prst="rect"/>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61" name="Title 1"/>
          <p:cNvSpPr>
            <a:spLocks noGrp="1"/>
          </p:cNvSpPr>
          <p:nvPr>
            <p:ph type="title"/>
          </p:nvPr>
        </p:nvSpPr>
        <p:spPr/>
        <p:txBody>
          <a:bodyPr/>
          <a:p>
            <a:endParaRPr lang="en-US"/>
          </a:p>
        </p:txBody>
      </p:sp>
      <p:sp>
        <p:nvSpPr>
          <p:cNvPr id="1048662" name="Content Placeholder 2"/>
          <p:cNvSpPr>
            <a:spLocks noGrp="1"/>
          </p:cNvSpPr>
          <p:nvPr>
            <p:ph idx="1"/>
          </p:nvPr>
        </p:nvSpPr>
        <p:spPr/>
        <p:txBody>
          <a:bodyPr>
            <a:normAutofit fontScale="58125" lnSpcReduction="20000"/>
          </a:bodyPr>
          <a:p>
            <a:r>
              <a:rPr dirty="0" lang="en-US"/>
              <a:t>Management</a:t>
            </a:r>
          </a:p>
          <a:p>
            <a:r>
              <a:rPr dirty="0" lang="en-US"/>
              <a:t>Pre-hospital care:</a:t>
            </a:r>
          </a:p>
          <a:p>
            <a:r>
              <a:rPr dirty="0" lang="en-US"/>
              <a:t>• Patients with severe head injuries should be assumed to </a:t>
            </a:r>
          </a:p>
          <a:p>
            <a:r>
              <a:rPr dirty="0" lang="en-US"/>
              <a:t>have a cervical spine (C-spine) injury and immobilized </a:t>
            </a:r>
          </a:p>
          <a:p>
            <a:r>
              <a:rPr dirty="0" lang="en-US"/>
              <a:t>with until clinical and radiographic studies can prove </a:t>
            </a:r>
          </a:p>
          <a:p>
            <a:r>
              <a:rPr dirty="0" lang="en-US"/>
              <a:t>otherwise</a:t>
            </a:r>
          </a:p>
          <a:p>
            <a:r>
              <a:rPr dirty="0" lang="en-US"/>
              <a:t>• Minimize CSF leak</a:t>
            </a:r>
          </a:p>
          <a:p>
            <a:r>
              <a:rPr dirty="0" lang="en-US"/>
              <a:t>– Bed flat</a:t>
            </a:r>
          </a:p>
          <a:p>
            <a:r>
              <a:rPr dirty="0" lang="en-US"/>
              <a:t>– Never suction orally; never insert NG tube; never use Q-Tips </a:t>
            </a:r>
          </a:p>
          <a:p>
            <a:r>
              <a:rPr dirty="0" lang="en-US"/>
              <a:t>in nose/ears; caution patient not to blow nose</a:t>
            </a:r>
          </a:p>
          <a:p>
            <a:r>
              <a:rPr dirty="0" lang="en-US"/>
              <a:t>• Place sterile gauze/cotton ball around area</a:t>
            </a:r>
          </a:p>
          <a:p>
            <a:r>
              <a:rPr dirty="0" lang="en-US"/>
              <a:t>Definitive Rx: </a:t>
            </a:r>
          </a:p>
          <a:p>
            <a:r>
              <a:rPr dirty="0" lang="en-US"/>
              <a:t>• Measures to reduce ICP </a:t>
            </a:r>
          </a:p>
          <a:p>
            <a:r>
              <a:rPr dirty="0" lang="en-US"/>
              <a:t>• Supportive management</a:t>
            </a:r>
          </a:p>
          <a:p>
            <a:r>
              <a:rPr dirty="0" lang="en-US"/>
              <a:t>• </a:t>
            </a:r>
            <a:r>
              <a:rPr dirty="0" lang="en-US" err="1"/>
              <a:t>SurgeryHead</a:t>
            </a:r>
            <a:r>
              <a:rPr dirty="0" lang="en-US"/>
              <a:t> </a:t>
            </a:r>
            <a:r>
              <a:rPr dirty="0" lang="en-US" err="1"/>
              <a:t>Injur</a:t>
            </a:r>
            <a:endParaRPr dirty="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63" name="Title 1"/>
          <p:cNvSpPr>
            <a:spLocks noGrp="1"/>
          </p:cNvSpPr>
          <p:nvPr>
            <p:ph type="title"/>
          </p:nvPr>
        </p:nvSpPr>
        <p:spPr/>
        <p:txBody>
          <a:bodyPr/>
          <a:p>
            <a:endParaRPr lang="en-US"/>
          </a:p>
        </p:txBody>
      </p:sp>
      <p:sp>
        <p:nvSpPr>
          <p:cNvPr id="1048664" name="Content Placeholder 2"/>
          <p:cNvSpPr>
            <a:spLocks noGrp="1"/>
          </p:cNvSpPr>
          <p:nvPr>
            <p:ph idx="1"/>
          </p:nvPr>
        </p:nvSpPr>
        <p:spPr/>
        <p:txBody>
          <a:bodyPr>
            <a:normAutofit fontScale="93750" lnSpcReduction="10000"/>
          </a:bodyPr>
          <a:p>
            <a:r>
              <a:rPr dirty="0" lang="en-US"/>
              <a:t>Minor head trauma</a:t>
            </a:r>
          </a:p>
          <a:p>
            <a:r>
              <a:rPr dirty="0" lang="en-US"/>
              <a:t>– Concussion : head injury with a temporary </a:t>
            </a:r>
          </a:p>
          <a:p>
            <a:r>
              <a:rPr dirty="0" lang="en-US"/>
              <a:t>loss of brain function concussion can cause a </a:t>
            </a:r>
          </a:p>
          <a:p>
            <a:r>
              <a:rPr dirty="0" lang="en-US"/>
              <a:t>variety of physical, cognitive , and emotional </a:t>
            </a:r>
          </a:p>
          <a:p>
            <a:r>
              <a:rPr dirty="0" lang="en-US"/>
              <a:t>symptoms.</a:t>
            </a:r>
          </a:p>
          <a:p>
            <a:r>
              <a:rPr dirty="0" lang="en-US"/>
              <a:t>Cause: Sudden acceleration and deceleration </a:t>
            </a:r>
          </a:p>
          <a:p>
            <a:r>
              <a:rPr dirty="0" lang="en-US"/>
              <a:t>injury </a:t>
            </a:r>
            <a:r>
              <a:rPr dirty="0" lang="en-US" err="1"/>
              <a:t>eg</a:t>
            </a:r>
            <a:r>
              <a:rPr dirty="0" lang="en-US"/>
              <a:t>: Car accident, sports injury, </a:t>
            </a:r>
          </a:p>
          <a:p>
            <a:r>
              <a:rPr dirty="0" lang="en-US"/>
              <a:t>bicycle accident </a:t>
            </a:r>
            <a:r>
              <a:rPr dirty="0" lang="en-US" err="1"/>
              <a:t>etc</a:t>
            </a:r>
            <a:endParaRPr dirty="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BitCom Tech</dc:creator>
  <cp:lastModifiedBy>BitCom Tech</cp:lastModifiedBy>
  <dcterms:created xsi:type="dcterms:W3CDTF">2021-05-23T14:07:14Z</dcterms:created>
  <dcterms:modified xsi:type="dcterms:W3CDTF">2026-06-11T05:38:33Z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ac37fed42c1b4585b2cbe14052177f6e</vt:lpwstr>
  </property>
</Properties>
</file>