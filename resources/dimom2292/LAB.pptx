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00FFA-7E03-4D9F-9166-F6DC563A38F1}" type="datetimeFigureOut">
              <a:rPr lang="en-US" smtClean="0"/>
              <a:t>11/7/2016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EE73D-C7A0-4D5A-832E-B9632A7D8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67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95192-9A20-4D1E-840C-B9DC22C0F4EE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0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945B2-C988-430E-AA9F-1C25694FA0E8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3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306CA-7E08-49A1-A457-7E6CF98024A3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93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14869-9719-4A91-9AD4-AC5E9CA324B0}" type="datetime1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3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00DC-4497-444A-A1DF-C183199821AD}" type="datetime1">
              <a:rPr lang="en-US" smtClean="0"/>
              <a:t>11/7/2016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9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15CE0-5248-4FB3-8452-F98C5A9BC5C4}" type="datetime1">
              <a:rPr lang="en-US" smtClean="0"/>
              <a:t>11/7/2016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0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29B6C-B0C7-4C28-AEAF-C8EDC5CFC424}" type="datetime1">
              <a:rPr lang="en-US" smtClean="0"/>
              <a:t>11/7/2016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08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56AB-3741-413B-B6C2-208EE2E081D9}" type="datetime1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4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0297-6FE8-4136-B3F2-5692471ED5AB}" type="datetime1">
              <a:rPr lang="en-US" smtClean="0"/>
              <a:t>11/7/2016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90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D75B-4A17-48F0-831A-D4DA76FB9231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8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9D0A7-F422-49A3-A41B-44A80AB5BF53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2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D6FA1-2F71-421E-B92C-39686019551C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E711A-3D30-4AF7-A1DC-34105778A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8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Summary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              Clinical chemistry unit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Deals with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chemical analysis of clinical samples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Some of the tests analyzed under clinical chemistry are:- Glucose,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Protein,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Bilirubin,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creatinine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Urea, Lipid profiles, Enzymes, Electrolytes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Whole blood, serum, plasma, fluid,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can be used for chemical analysis.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Sample types for chemical analysis are:-</a:t>
            </a:r>
          </a:p>
          <a:p>
            <a:pPr lvl="2"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Fasting</a:t>
            </a:r>
          </a:p>
          <a:p>
            <a:pPr lvl="2"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Random</a:t>
            </a:r>
          </a:p>
          <a:p>
            <a:pPr lvl="2"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Time limited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Appropriate sample for chemical analysis is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serum.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0B87-4783-4C25-B1BE-567B9FA52726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0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33400"/>
          </a:xfrm>
        </p:spPr>
        <p:txBody>
          <a:bodyPr>
            <a:noAutofit/>
          </a:bodyPr>
          <a:lstStyle/>
          <a:p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’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Chemical analysis mostly indicate the organ function status of one individual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 Specially;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RFT---- BUN,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creatinine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uric acid,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LFT----- GOT, GPT, ALP, Bilirubin,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Prothrombin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time, etc.</a:t>
            </a:r>
          </a:p>
          <a:p>
            <a:pPr marL="0" indent="0"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                   Serological tests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Deals with Ag-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reaction tests.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Some of the examples:-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Syphilis test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….to check infection with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T.palidum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* VDRL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RPR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E1C55-5867-407A-A949-3A0C26C15017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38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’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Pregnancy test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…….. To check presence of HCG       ( human chorionic gonadotropin)</a:t>
            </a:r>
          </a:p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Widal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test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…….. To check infection with salmonella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typhi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(typhoid fever). Testing for anti O and H antigen.</a:t>
            </a:r>
          </a:p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Weilflix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test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……. To check infection with rickettsia species(typhus).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HIV test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……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B34A1-7EF9-4ABF-B67F-2686A4A626BE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18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Basic Microbiology tests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 to isolate different microorganisms like Bacteria,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Fungi and Virus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Different samples could be used. Blood, fluid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swab, aspirate, pus, biopsy, urine, stool,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There are different examination methods under microbiology unit.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Direct specimen test…..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 KOH, Indian ink,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Stained specimen test…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 Gram stain, AFB,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Culture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Biochemical test</a:t>
            </a:r>
          </a:p>
          <a:p>
            <a:pPr marL="514350" indent="-514350"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Antibiotics susceptibility test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D4E3-EAE9-4540-BB6B-D94A2AAB4F03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5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Autofit/>
          </a:bodyPr>
          <a:lstStyle/>
          <a:p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Immunoheamatology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>
            <a:normAutofit fontScale="925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Science of “blood banking”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Deals with general procedures how to collecting, preparing, storing and transfusing blood.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Blood cell antigens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RBC surface proteins used to differentiate antigen types.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Human being posses ABO antigen and ABO antibody to these antigen.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has------A antigen……..anti-B antibody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 has------B antigen--------anti A antibody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AB has----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B antigen----- has no antibody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 has------- no antigen--------has ant-A and anti-B antibody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FECB4-291F-4EA8-B49C-2B4D865E5ABC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0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ABO blood grouping(typing)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Forward/direct/ cell grouping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Individual blood + known anti-ABO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Reverse /indirect/ grouping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Individual serum/plasma + known ABO cells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Rh blood grouping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--- testing for antigen D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* No natural antibody to D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* Cause HDFN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0E7CC-A176-4098-BA5A-7D1D6BFF0A68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096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Cross match testing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Two types of cross matching for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trasfusion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Major cross match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Donor’s cell + recipient’s serum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Minor cross match</a:t>
            </a:r>
          </a:p>
          <a:p>
            <a:pPr lvl="1"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Donor’s serum + recipient’s cell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Blood components and derivatives for transfusion.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Whole blood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Blood components( RBC. platelet, plasma,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Blood derivatives( FVII, FVIII,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3DDEE-1D08-4FE0-B798-AB73E88D3A39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8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Use of blood components and blood derivatives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Whole blood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----- to increase oxygen carrying capacity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FFP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---------to replace coagulation factors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OP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----------to replace volume and protein</a:t>
            </a:r>
          </a:p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Cryo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depeleted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plasma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-----to replace protein only</a:t>
            </a: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Platelet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-------- to correct thrombocytopenia.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                    * to stop bleeding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7782A-76A2-44C4-9DCA-2A2EF9FB7A15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42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Urine analysis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Used to analyze physical and chemical change of urine.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Standard urine analysis profile(panel)</a:t>
            </a:r>
          </a:p>
          <a:p>
            <a:pPr>
              <a:buFont typeface="Wingdings" pitchFamily="2" charset="2"/>
              <a:buChar char="ü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Physical examination-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------- color, odor, PH, SG, foam,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Chemical examination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------ glucose, protein,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creatinine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Microscopic examination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------ Cells and casts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6D966-2C77-4031-B76F-CA8A49B0403D}" type="datetime1">
              <a:rPr lang="en-US" smtClean="0"/>
              <a:t>11/7/2016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Regasa Diriba(BSc, MSc)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E711A-3D30-4AF7-A1DC-34105778AC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3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610</Words>
  <Application>Microsoft Office PowerPoint</Application>
  <PresentationFormat>On-screen Show (4:3)</PresentationFormat>
  <Paragraphs>101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Summary </vt:lpstr>
      <vt:lpstr>Cont’</vt:lpstr>
      <vt:lpstr>Cont’</vt:lpstr>
      <vt:lpstr>Basic Microbiology tests</vt:lpstr>
      <vt:lpstr>Immunoheamatology </vt:lpstr>
      <vt:lpstr>ABO blood grouping(typing)</vt:lpstr>
      <vt:lpstr>Cross match testing</vt:lpstr>
      <vt:lpstr>Use of blood components and blood derivatives</vt:lpstr>
      <vt:lpstr>Urine analysis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Summary</dc:title>
  <dc:creator>REGASSA</dc:creator>
  <cp:lastModifiedBy>REGASSA</cp:lastModifiedBy>
  <cp:revision>16</cp:revision>
  <dcterms:created xsi:type="dcterms:W3CDTF">2016-11-07T09:48:14Z</dcterms:created>
  <dcterms:modified xsi:type="dcterms:W3CDTF">2016-11-07T23:57:23Z</dcterms:modified>
</cp:coreProperties>
</file>