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wmf" ContentType="image/x-wmf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slideMasters/slideMaster2.xml" ContentType="application/vnd.openxmlformats-officedocument.presentationml.slideMaster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4.xml" ContentType="application/vnd.openxmlformats-officedocument.theme+xml"/>
  <Override PartName="/docProps/app.xml" ContentType="application/vnd.openxmlformats-officedocument.extended-properties+xml"/>
  <Override PartName="/docProps/core.xml" ContentType="application/vnd.openxmlformats-package.core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firstSlideNum="1" rtl="0" saveSubsetFonts="0" serverZoom="0" showSpecialPlsOnTitleSld="1">
  <p:sldMasterIdLst>
    <p:sldMasterId id="2147483648" r:id="rId1"/>
    <p:sldMasterId id="2147483660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</p:sldIdLst>
  <p:sldSz type="screen4x3" cy="6858000" cx="9144000"/>
  <p:notesSz cx="6858000" cy="9144000"/>
  <p:defaultTextStyle>
    <a:lvl1pPr algn="l" fontAlgn="base" indent="0" latinLnBrk="1" marL="0" rtl="0">
      <a:lnSpc>
        <a:spcPct val="100000"/>
      </a:lnSpc>
      <a:spcBef>
        <a:spcPct val="0"/>
      </a:spcBef>
      <a:spcAft>
        <a:spcPct val="0"/>
      </a:spcAft>
      <a:buFontTx/>
      <a:buNone/>
      <a:defRPr baseline="0" b="0" sz="1800" i="0" u="none">
        <a:solidFill>
          <a:schemeClr val="dk1"/>
        </a:solidFill>
        <a:latin typeface="Tahoma" pitchFamily="34" charset="0"/>
        <a:ea typeface="Arial" pitchFamily="0" charset="0"/>
        <a:sym typeface="Tahoma" pitchFamily="34" charset="0"/>
      </a:defRPr>
    </a:lvl1pPr>
    <a:lvl2pPr algn="l" fontAlgn="base" indent="0" latinLnBrk="1" marL="457200" rtl="0">
      <a:lnSpc>
        <a:spcPct val="100000"/>
      </a:lnSpc>
      <a:spcBef>
        <a:spcPct val="0"/>
      </a:spcBef>
      <a:spcAft>
        <a:spcPct val="0"/>
      </a:spcAft>
      <a:buFontTx/>
      <a:buNone/>
      <a:defRPr baseline="0" b="0" sz="1800" i="0" u="none">
        <a:solidFill>
          <a:schemeClr val="dk1"/>
        </a:solidFill>
        <a:latin typeface="Tahoma" pitchFamily="34" charset="0"/>
        <a:ea typeface="Arial" pitchFamily="0" charset="0"/>
        <a:sym typeface="Tahoma" pitchFamily="34" charset="0"/>
      </a:defRPr>
    </a:lvl2pPr>
    <a:lvl3pPr algn="l" fontAlgn="base" indent="0" latinLnBrk="1" marL="914400" rtl="0">
      <a:lnSpc>
        <a:spcPct val="100000"/>
      </a:lnSpc>
      <a:spcBef>
        <a:spcPct val="0"/>
      </a:spcBef>
      <a:spcAft>
        <a:spcPct val="0"/>
      </a:spcAft>
      <a:buFontTx/>
      <a:buNone/>
      <a:defRPr baseline="0" b="0" sz="1800" i="0" u="none">
        <a:solidFill>
          <a:schemeClr val="dk1"/>
        </a:solidFill>
        <a:latin typeface="Tahoma" pitchFamily="34" charset="0"/>
        <a:ea typeface="Arial" pitchFamily="0" charset="0"/>
        <a:sym typeface="Tahoma" pitchFamily="34" charset="0"/>
      </a:defRPr>
    </a:lvl3pPr>
    <a:lvl4pPr algn="l" fontAlgn="base" indent="0" latinLnBrk="1" marL="1371600" rtl="0">
      <a:lnSpc>
        <a:spcPct val="100000"/>
      </a:lnSpc>
      <a:spcBef>
        <a:spcPct val="0"/>
      </a:spcBef>
      <a:spcAft>
        <a:spcPct val="0"/>
      </a:spcAft>
      <a:buFontTx/>
      <a:buNone/>
      <a:defRPr baseline="0" b="0" sz="1800" i="0" u="none">
        <a:solidFill>
          <a:schemeClr val="dk1"/>
        </a:solidFill>
        <a:latin typeface="Tahoma" pitchFamily="34" charset="0"/>
        <a:ea typeface="Arial" pitchFamily="0" charset="0"/>
        <a:sym typeface="Tahoma" pitchFamily="34" charset="0"/>
      </a:defRPr>
    </a:lvl4pPr>
    <a:lvl5pPr algn="l" fontAlgn="base" indent="0" latinLnBrk="1" marL="1828800" rtl="0">
      <a:lnSpc>
        <a:spcPct val="100000"/>
      </a:lnSpc>
      <a:spcBef>
        <a:spcPct val="0"/>
      </a:spcBef>
      <a:spcAft>
        <a:spcPct val="0"/>
      </a:spcAft>
      <a:buFontTx/>
      <a:buNone/>
      <a:defRPr baseline="0" b="0" sz="1800" i="0" u="none">
        <a:solidFill>
          <a:schemeClr val="dk1"/>
        </a:solidFill>
        <a:latin typeface="Tahoma" pitchFamily="34" charset="0"/>
        <a:ea typeface="Arial" pitchFamily="0" charset="0"/>
        <a:sym typeface="Tahoma" pitchFamily="34" charset="0"/>
      </a:defRPr>
    </a:lvl5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 lastView="sldView">
  <p:normalViewPr showOutlineIcons="1" snapVertSplitter="0" vertBarState="restored" horzBarState="restored" preferSingleView="0">
    <p:restoredLeft sz="19724" autoAdjust="0"/>
    <p:restoredTop sz="99384" autoAdjust="0"/>
  </p:normalViewPr>
  <p:slideViewPr>
    <p:cSldViewPr showGuides="0" snapToGrid="1" snapToObjects="0">
      <p:cViewPr varScale="1">
        <p:scale>
          <a:sx n="68" d="100"/>
          <a:sy n="68" d="100"/>
        </p:scale>
        <p:origin x="1278" y="78"/>
      </p:cViewPr>
      <p:guideLst>
        <p:guide orient="horz" pos="2160"/>
        <p:guide orient="vert" pos="2880"/>
      </p:guideLst>
    </p:cSldViewPr>
  </p:slideViewPr>
  <p:gridSpacing cx="0" cy="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tableStyles" Target="tableStyles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heme" Target="theme/theme4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3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876" name=""/>
          <p:cNvSpPr/>
          <p:nvPr>
            <p:ph type="hdr" sz="quarter" idx="0"/>
          </p:nvPr>
        </p:nvSpPr>
        <p:spPr>
          <a:xfrm rot="0">
            <a:off x="0" y="0"/>
            <a:ext cx="29718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p>
            <a:pPr eaLnBrk="1" hangingPunct="1" latinLnBrk="1" lvl="0"/>
            <a:endParaRPr altLang="en-US" sz="1200" lang="en-US"/>
          </a:p>
        </p:txBody>
      </p:sp>
      <p:sp>
        <p:nvSpPr>
          <p:cNvPr id="1048877" name=""/>
          <p:cNvSpPr/>
          <p:nvPr>
            <p:ph type="dt" sz="full" idx="1"/>
          </p:nvPr>
        </p:nvSpPr>
        <p:spPr>
          <a:xfrm rot="0">
            <a:off x="3884612" y="0"/>
            <a:ext cx="2971800" cy="4572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p>
            <a:pPr algn="r" eaLnBrk="1" hangingPunct="1" latinLnBrk="1" lvl="0"/>
            <a:fld id="{566ABCEB-ACFC-4714-9973-3DA970169C29}" type="datetime1">
              <a:rPr altLang="en-US" sz="1200" lang="en-US"/>
              <a:pPr algn="r" eaLnBrk="1" hangingPunct="1" latinLnBrk="1" lvl="0"/>
            </a:fld>
            <a:endParaRPr altLang="en-US" sz="1200" lang="en-US"/>
          </a:p>
        </p:txBody>
      </p:sp>
      <p:sp>
        <p:nvSpPr>
          <p:cNvPr id="1048878" name=""/>
          <p:cNvSpPr/>
          <p:nvPr>
            <p:ph type="sldImg" sz="full" idx="2"/>
          </p:nvPr>
        </p:nvSpPr>
        <p:spPr>
          <a:xfrm rot="0">
            <a:off x="1143000" y="685800"/>
            <a:ext cx="4572000" cy="3429000"/>
          </a:xfrm>
          <a:prstGeom prst="rect"/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 anchor="ctr" bIns="45720" lIns="91440" rIns="91440" tIns="45720" vert="horz"/>
          <a:p/>
        </p:txBody>
      </p:sp>
      <p:sp>
        <p:nvSpPr>
          <p:cNvPr id="1048879" name=""/>
          <p:cNvSpPr/>
          <p:nvPr>
            <p:ph type="body" sz="quarter" idx="3"/>
          </p:nvPr>
        </p:nvSpPr>
        <p:spPr>
          <a:xfrm rot="0">
            <a:off x="685800" y="4343400"/>
            <a:ext cx="5486400" cy="41148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p>
            <a:pPr lvl="0"/>
            <a:r>
              <a:rPr altLang="en-US" lang="en-US"/>
              <a:t>Click to edit Master text styles</a:t>
            </a:r>
          </a:p>
          <a:p>
            <a:pPr lvl="1"/>
            <a:r>
              <a:rPr altLang="en-US" lang="en-US"/>
              <a:t>Second level</a:t>
            </a:r>
          </a:p>
          <a:p>
            <a:pPr lvl="2"/>
            <a:r>
              <a:rPr altLang="en-US" lang="en-US"/>
              <a:t>Third level</a:t>
            </a:r>
          </a:p>
          <a:p>
            <a:pPr lvl="3"/>
            <a:r>
              <a:rPr altLang="en-US" lang="en-US"/>
              <a:t>Fourth level</a:t>
            </a:r>
          </a:p>
          <a:p>
            <a:pPr lvl="4"/>
            <a:r>
              <a:rPr altLang="en-US" lang="en-US"/>
              <a:t>Fifth level</a:t>
            </a:r>
          </a:p>
        </p:txBody>
      </p:sp>
      <p:sp>
        <p:nvSpPr>
          <p:cNvPr id="1048880" name=""/>
          <p:cNvSpPr/>
          <p:nvPr>
            <p:ph type="ftr" sz="quarter" idx="4"/>
          </p:nvPr>
        </p:nvSpPr>
        <p:spPr>
          <a:xfrm rot="0">
            <a:off x="0" y="8685212"/>
            <a:ext cx="2971800" cy="4572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eaLnBrk="1" hangingPunct="1" latinLnBrk="1" lvl="0"/>
            <a:endParaRPr altLang="en-US" sz="1200" lang="en-US"/>
          </a:p>
        </p:txBody>
      </p:sp>
      <p:sp>
        <p:nvSpPr>
          <p:cNvPr id="1048881" name=""/>
          <p:cNvSpPr/>
          <p:nvPr>
            <p:ph type="sldNum" sz="quarter" idx="5"/>
          </p:nvPr>
        </p:nvSpPr>
        <p:spPr>
          <a:xfrm rot="0">
            <a:off x="3884612" y="8685212"/>
            <a:ext cx="2971800" cy="4572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algn="r" eaLnBrk="1" hangingPunct="1" latinLnBrk="1" lvl="0"/>
            <a:fld id="{566ABCEB-ACFC-4714-9973-3DA970169C29}" type="slidenum">
              <a:rPr altLang="en-US" sz="1200" lang="en-US"/>
              <a:pPr algn="r" eaLnBrk="1" hangingPunct="1" latinLnBrk="1" lvl="0"/>
            </a:fld>
            <a:endParaRPr altLang="en-US" sz="1200" lang="en-US"/>
          </a:p>
        </p:txBody>
      </p:sp>
    </p:spTree>
  </p:cSld>
  <p:clrMap accent1="dk1" accent2="dk1" accent3="dk1" accent4="dk1" accent5="dk1" accent6="dk1" bg1="dk1" bg2="dk1" tx1="dk1" tx2="dk1" hlink="dk1" folHlink="dk1"/>
  <p:notesStyle>
    <a:lvl1pPr algn="l" fontAlgn="base" indent="0" latinLnBrk="1" marL="0" rtl="0">
      <a:lnSpc>
        <a:spcPct val="100000"/>
      </a:lnSpc>
      <a:spcBef>
        <a:spcPct val="30000"/>
      </a:spcBef>
      <a:spcAft>
        <a:spcPct val="0"/>
      </a:spcAft>
      <a:buFontTx/>
      <a:buNone/>
      <a:defRPr baseline="0" b="0" sz="1200" i="0" u="none">
        <a:solidFill>
          <a:schemeClr val="dk1"/>
        </a:solidFill>
        <a:latin typeface="Calibri" pitchFamily="34" charset="0"/>
        <a:sym typeface="Tahoma" pitchFamily="34" charset="0"/>
      </a:defRPr>
    </a:lvl1pPr>
    <a:lvl2pPr algn="l" fontAlgn="base" indent="0" latinLnBrk="1" marL="457200" rtl="0">
      <a:lnSpc>
        <a:spcPct val="100000"/>
      </a:lnSpc>
      <a:spcBef>
        <a:spcPct val="30000"/>
      </a:spcBef>
      <a:spcAft>
        <a:spcPct val="0"/>
      </a:spcAft>
      <a:buFontTx/>
      <a:buNone/>
      <a:defRPr baseline="0" b="0" sz="1200" i="0" u="none">
        <a:solidFill>
          <a:schemeClr val="dk1"/>
        </a:solidFill>
        <a:latin typeface="Calibri" pitchFamily="34" charset="0"/>
        <a:sym typeface="Tahoma" pitchFamily="34" charset="0"/>
      </a:defRPr>
    </a:lvl2pPr>
    <a:lvl3pPr algn="l" fontAlgn="base" indent="0" latinLnBrk="1" marL="914400" rtl="0">
      <a:lnSpc>
        <a:spcPct val="100000"/>
      </a:lnSpc>
      <a:spcBef>
        <a:spcPct val="30000"/>
      </a:spcBef>
      <a:spcAft>
        <a:spcPct val="0"/>
      </a:spcAft>
      <a:buFontTx/>
      <a:buNone/>
      <a:defRPr baseline="0" b="0" sz="1200" i="0" u="none">
        <a:solidFill>
          <a:schemeClr val="dk1"/>
        </a:solidFill>
        <a:latin typeface="Calibri" pitchFamily="34" charset="0"/>
        <a:sym typeface="Tahoma" pitchFamily="34" charset="0"/>
      </a:defRPr>
    </a:lvl3pPr>
    <a:lvl4pPr algn="l" fontAlgn="base" indent="0" latinLnBrk="1" marL="1371600" rtl="0">
      <a:lnSpc>
        <a:spcPct val="100000"/>
      </a:lnSpc>
      <a:spcBef>
        <a:spcPct val="30000"/>
      </a:spcBef>
      <a:spcAft>
        <a:spcPct val="0"/>
      </a:spcAft>
      <a:buFontTx/>
      <a:buNone/>
      <a:defRPr baseline="0" b="0" sz="1200" i="0" u="none">
        <a:solidFill>
          <a:schemeClr val="dk1"/>
        </a:solidFill>
        <a:latin typeface="Calibri" pitchFamily="34" charset="0"/>
        <a:sym typeface="Tahoma" pitchFamily="34" charset="0"/>
      </a:defRPr>
    </a:lvl4pPr>
    <a:lvl5pPr algn="l" fontAlgn="base" indent="0" latinLnBrk="1" marL="1828800" rtl="0">
      <a:lnSpc>
        <a:spcPct val="100000"/>
      </a:lnSpc>
      <a:spcBef>
        <a:spcPct val="30000"/>
      </a:spcBef>
      <a:spcAft>
        <a:spcPct val="0"/>
      </a:spcAft>
      <a:buFontTx/>
      <a:buNone/>
      <a:defRPr baseline="0" b="0" sz="1200" i="0" u="none">
        <a:solidFill>
          <a:schemeClr val="dk1"/>
        </a:solidFill>
        <a:latin typeface="Calibri" pitchFamily="34" charset="0"/>
        <a:sym typeface="Tahoma" pitchFamily="34" charset="0"/>
      </a:defRPr>
    </a:lvl5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0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598" name=""/>
          <p:cNvSpPr txBox="1"/>
          <p:nvPr/>
        </p:nvSpPr>
        <p:spPr>
          <a:xfrm rot="0">
            <a:off x="3884612" y="8685212"/>
            <a:ext cx="2971800" cy="4572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algn="r" eaLnBrk="1" hangingPunct="1" latinLnBrk="1" lvl="0"/>
            <a:fld id="{566ABCEB-ACFC-4714-9973-3DA970169C29}" type="slidenum">
              <a:rPr altLang="en-US" sz="1200" lang="en-US"/>
              <a:pPr algn="r" eaLnBrk="1" hangingPunct="1" latinLnBrk="1" lvl="0"/>
            </a:fld>
            <a:endParaRPr altLang="en-US" sz="1200" lang="en-US"/>
          </a:p>
        </p:txBody>
      </p:sp>
      <p:sp>
        <p:nvSpPr>
          <p:cNvPr id="1048599" name=""/>
          <p:cNvSpPr/>
          <p:nvPr>
            <p:ph type="sldImg" sz="full" idx="0"/>
          </p:nvPr>
        </p:nvSpPr>
        <p:spPr bwMode="auto">
          <a:xfrm rot="0">
            <a:off x="1143000" y="685800"/>
            <a:ext cx="4572000" cy="3429000"/>
          </a:xfrm>
          <a:prstGeom prst="rect"/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 anchor="ctr" bIns="45720" lIns="91440" rIns="91440" tIns="45720" vert="horz"/>
          <a:p/>
        </p:txBody>
      </p:sp>
      <p:sp>
        <p:nvSpPr>
          <p:cNvPr id="1048600" name=""/>
          <p:cNvSpPr/>
          <p:nvPr>
            <p:ph type="body" sz="full" idx="1"/>
          </p:nvPr>
        </p:nvSpPr>
        <p:spPr bwMode="auto">
          <a:xfrm rot="0">
            <a:off x="685800" y="4343400"/>
            <a:ext cx="5486400" cy="41148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p>
            <a:pPr eaLnBrk="1" hangingPunct="1" latinLnBrk="1" lvl="0">
              <a:spcBef>
                <a:spcPct val="0"/>
              </a:spcBef>
            </a:pPr>
            <a:endParaRPr altLang="en-US" lang="am-ET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2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25" name=""/>
          <p:cNvSpPr txBox="1"/>
          <p:nvPr/>
        </p:nvSpPr>
        <p:spPr>
          <a:xfrm rot="0">
            <a:off x="3884612" y="8685212"/>
            <a:ext cx="2971800" cy="4572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algn="r" eaLnBrk="1" hangingPunct="1" latinLnBrk="1" lvl="0"/>
            <a:fld id="{566ABCEB-ACFC-4714-9973-3DA970169C29}" type="slidenum">
              <a:rPr altLang="en-US" sz="1200" lang="en-US"/>
              <a:pPr algn="r" eaLnBrk="1" hangingPunct="1" latinLnBrk="1" lvl="0"/>
            </a:fld>
            <a:endParaRPr altLang="en-US" sz="1200" lang="en-US"/>
          </a:p>
        </p:txBody>
      </p:sp>
      <p:sp>
        <p:nvSpPr>
          <p:cNvPr id="1048626" name=""/>
          <p:cNvSpPr/>
          <p:nvPr>
            <p:ph type="sldImg" sz="full" idx="0"/>
          </p:nvPr>
        </p:nvSpPr>
        <p:spPr bwMode="auto">
          <a:xfrm rot="0">
            <a:off x="1143000" y="685800"/>
            <a:ext cx="4572000" cy="3429000"/>
          </a:xfrm>
          <a:prstGeom prst="rect"/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 anchor="ctr" bIns="45720" lIns="91440" rIns="91440" tIns="45720" vert="horz"/>
          <a:p/>
        </p:txBody>
      </p:sp>
      <p:sp>
        <p:nvSpPr>
          <p:cNvPr id="1048627" name=""/>
          <p:cNvSpPr/>
          <p:nvPr>
            <p:ph type="body" sz="full" idx="1"/>
          </p:nvPr>
        </p:nvSpPr>
        <p:spPr bwMode="auto">
          <a:xfrm rot="0">
            <a:off x="685800" y="4343400"/>
            <a:ext cx="5486400" cy="41148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p>
            <a:pPr eaLnBrk="1" hangingPunct="1" latinLnBrk="1" lvl="0">
              <a:spcBef>
                <a:spcPct val="0"/>
              </a:spcBef>
            </a:pPr>
            <a:endParaRPr altLang="en-US" lang="am-ET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7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37" name=""/>
          <p:cNvSpPr/>
          <p:nvPr>
            <p:ph type="sldImg" sz="full" idx="0"/>
          </p:nvPr>
        </p:nvSpPr>
        <p:spPr bwMode="auto">
          <a:xfrm rot="0">
            <a:off x="1143000" y="685800"/>
            <a:ext cx="4572000" cy="3429000"/>
          </a:xfrm>
          <a:prstGeom prst="rect"/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 anchor="ctr" bIns="45720" lIns="91440" rIns="91440" tIns="45720" vert="horz"/>
          <a:p/>
        </p:txBody>
      </p:sp>
      <p:sp>
        <p:nvSpPr>
          <p:cNvPr id="1048638" name=""/>
          <p:cNvSpPr/>
          <p:nvPr>
            <p:ph type="body" sz="full" idx="1"/>
          </p:nvPr>
        </p:nvSpPr>
        <p:spPr bwMode="auto">
          <a:xfrm rot="0">
            <a:off x="685800" y="4343400"/>
            <a:ext cx="5486400" cy="41148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p>
            <a:pPr eaLnBrk="1" hangingPunct="1" latinLnBrk="1" lvl="0">
              <a:spcBef>
                <a:spcPct val="0"/>
              </a:spcBef>
            </a:pPr>
            <a:endParaRPr altLang="en-US" lang="am-ET"/>
          </a:p>
        </p:txBody>
      </p:sp>
      <p:sp>
        <p:nvSpPr>
          <p:cNvPr id="1048639" name=""/>
          <p:cNvSpPr txBox="1"/>
          <p:nvPr/>
        </p:nvSpPr>
        <p:spPr>
          <a:xfrm rot="0">
            <a:off x="3884612" y="8685212"/>
            <a:ext cx="2971800" cy="4572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algn="r" eaLnBrk="1" hangingPunct="1" latinLnBrk="1" lvl="0"/>
            <a:fld id="{566ABCEB-ACFC-4714-9973-3DA970169C29}" type="slidenum">
              <a:rPr altLang="en-US" sz="1200" lang="en-US"/>
              <a:pPr algn="r" eaLnBrk="1" hangingPunct="1" latinLnBrk="1" lvl="0"/>
            </a:fld>
            <a:endParaRPr altLang="en-US" sz="1200"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7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63" name=""/>
          <p:cNvSpPr txBox="1"/>
          <p:nvPr/>
        </p:nvSpPr>
        <p:spPr>
          <a:xfrm rot="0">
            <a:off x="3884612" y="8685212"/>
            <a:ext cx="2971800" cy="4572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algn="r" eaLnBrk="1" hangingPunct="1" latinLnBrk="1" lvl="0"/>
            <a:fld id="{566ABCEB-ACFC-4714-9973-3DA970169C29}" type="slidenum">
              <a:rPr altLang="en-US" sz="1200" lang="en-US"/>
              <a:pPr algn="r" eaLnBrk="1" hangingPunct="1" latinLnBrk="1" lvl="0"/>
            </a:fld>
            <a:endParaRPr altLang="en-US" sz="1200" lang="en-US"/>
          </a:p>
        </p:txBody>
      </p:sp>
      <p:sp>
        <p:nvSpPr>
          <p:cNvPr id="1048664" name=""/>
          <p:cNvSpPr/>
          <p:nvPr>
            <p:ph type="sldImg" sz="full" idx="0"/>
          </p:nvPr>
        </p:nvSpPr>
        <p:spPr bwMode="auto">
          <a:xfrm rot="0">
            <a:off x="1143000" y="685800"/>
            <a:ext cx="4572000" cy="3429000"/>
          </a:xfrm>
          <a:prstGeom prst="rect"/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 anchor="ctr" bIns="45720" lIns="91440" rIns="91440" tIns="45720" vert="horz"/>
          <a:p/>
        </p:txBody>
      </p:sp>
      <p:sp>
        <p:nvSpPr>
          <p:cNvPr id="1048665" name=""/>
          <p:cNvSpPr/>
          <p:nvPr>
            <p:ph type="body" sz="full" idx="1"/>
          </p:nvPr>
        </p:nvSpPr>
        <p:spPr bwMode="auto">
          <a:xfrm rot="0">
            <a:off x="685800" y="4343400"/>
            <a:ext cx="5486400" cy="41148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p>
            <a:pPr eaLnBrk="1" hangingPunct="1" latinLnBrk="1" lvl="0">
              <a:spcBef>
                <a:spcPct val="0"/>
              </a:spcBef>
            </a:pPr>
            <a:endParaRPr altLang="en-US" lang="am-ET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7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89" name=""/>
          <p:cNvSpPr txBox="1"/>
          <p:nvPr/>
        </p:nvSpPr>
        <p:spPr>
          <a:xfrm rot="0">
            <a:off x="3884612" y="8685212"/>
            <a:ext cx="2971800" cy="4572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algn="r" eaLnBrk="1" hangingPunct="1" latinLnBrk="1" lvl="0"/>
            <a:fld id="{566ABCEB-ACFC-4714-9973-3DA970169C29}" type="slidenum">
              <a:rPr altLang="en-US" sz="1200" lang="en-US"/>
              <a:pPr algn="r" eaLnBrk="1" hangingPunct="1" latinLnBrk="1" lvl="0"/>
            </a:fld>
            <a:endParaRPr altLang="en-US" sz="1200" lang="en-US"/>
          </a:p>
        </p:txBody>
      </p:sp>
      <p:sp>
        <p:nvSpPr>
          <p:cNvPr id="1048690" name=""/>
          <p:cNvSpPr/>
          <p:nvPr>
            <p:ph type="sldImg" sz="full" idx="0"/>
          </p:nvPr>
        </p:nvSpPr>
        <p:spPr bwMode="auto">
          <a:xfrm rot="0">
            <a:off x="1143000" y="685800"/>
            <a:ext cx="4572000" cy="3429000"/>
          </a:xfrm>
          <a:prstGeom prst="rect"/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 anchor="ctr" bIns="45720" lIns="91440" rIns="91440" tIns="45720" vert="horz"/>
          <a:p/>
        </p:txBody>
      </p:sp>
      <p:sp>
        <p:nvSpPr>
          <p:cNvPr id="1048691" name=""/>
          <p:cNvSpPr/>
          <p:nvPr>
            <p:ph type="body" sz="full" idx="1"/>
          </p:nvPr>
        </p:nvSpPr>
        <p:spPr bwMode="auto">
          <a:xfrm rot="0">
            <a:off x="685800" y="4343400"/>
            <a:ext cx="5486400" cy="41148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p>
            <a:pPr eaLnBrk="1" hangingPunct="1" latinLnBrk="1" lvl="0">
              <a:spcBef>
                <a:spcPct val="0"/>
              </a:spcBef>
            </a:pPr>
            <a:endParaRPr altLang="en-US" lang="am-ET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0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95" name=""/>
          <p:cNvSpPr txBox="1"/>
          <p:nvPr/>
        </p:nvSpPr>
        <p:spPr>
          <a:xfrm rot="0">
            <a:off x="3884612" y="8685212"/>
            <a:ext cx="2971800" cy="4572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algn="r" eaLnBrk="1" hangingPunct="1" latinLnBrk="1" lvl="0"/>
            <a:fld id="{566ABCEB-ACFC-4714-9973-3DA970169C29}" type="slidenum">
              <a:rPr altLang="en-US" sz="1200" lang="en-US"/>
              <a:pPr algn="r" eaLnBrk="1" hangingPunct="1" latinLnBrk="1" lvl="0"/>
            </a:fld>
            <a:endParaRPr altLang="en-US" sz="1200" lang="en-US"/>
          </a:p>
        </p:txBody>
      </p:sp>
      <p:sp>
        <p:nvSpPr>
          <p:cNvPr id="1048696" name=""/>
          <p:cNvSpPr/>
          <p:nvPr>
            <p:ph type="sldImg" sz="full" idx="0"/>
          </p:nvPr>
        </p:nvSpPr>
        <p:spPr bwMode="auto">
          <a:xfrm rot="0">
            <a:off x="1143000" y="685800"/>
            <a:ext cx="4572000" cy="3429000"/>
          </a:xfrm>
          <a:prstGeom prst="rect"/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 anchor="ctr" bIns="45720" lIns="91440" rIns="91440" tIns="45720" vert="horz"/>
          <a:p/>
        </p:txBody>
      </p:sp>
      <p:sp>
        <p:nvSpPr>
          <p:cNvPr id="1048697" name=""/>
          <p:cNvSpPr/>
          <p:nvPr>
            <p:ph type="body" sz="full" idx="1"/>
          </p:nvPr>
        </p:nvSpPr>
        <p:spPr bwMode="auto">
          <a:xfrm rot="0">
            <a:off x="685800" y="4343400"/>
            <a:ext cx="5486400" cy="41148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p>
            <a:pPr eaLnBrk="1" hangingPunct="1" latinLnBrk="1" lvl="0">
              <a:spcBef>
                <a:spcPct val="0"/>
              </a:spcBef>
            </a:pPr>
            <a:endParaRPr altLang="en-US" lang="am-ET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4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703" name=""/>
          <p:cNvSpPr txBox="1"/>
          <p:nvPr/>
        </p:nvSpPr>
        <p:spPr>
          <a:xfrm rot="0">
            <a:off x="3884612" y="8685212"/>
            <a:ext cx="2971800" cy="4572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algn="r" eaLnBrk="1" hangingPunct="1" latinLnBrk="1" lvl="0"/>
            <a:fld id="{566ABCEB-ACFC-4714-9973-3DA970169C29}" type="slidenum">
              <a:rPr altLang="en-US" sz="1200" lang="en-US"/>
              <a:pPr algn="r" eaLnBrk="1" hangingPunct="1" latinLnBrk="1" lvl="0"/>
            </a:fld>
            <a:endParaRPr altLang="en-US" sz="1200" lang="en-US"/>
          </a:p>
        </p:txBody>
      </p:sp>
      <p:sp>
        <p:nvSpPr>
          <p:cNvPr id="1048704" name=""/>
          <p:cNvSpPr/>
          <p:nvPr>
            <p:ph type="sldImg" sz="full" idx="0"/>
          </p:nvPr>
        </p:nvSpPr>
        <p:spPr bwMode="auto">
          <a:xfrm rot="0">
            <a:off x="1143000" y="685800"/>
            <a:ext cx="4572000" cy="3429000"/>
          </a:xfrm>
          <a:prstGeom prst="rect"/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 anchor="ctr" bIns="45720" lIns="91440" rIns="91440" tIns="45720" vert="horz"/>
          <a:p/>
        </p:txBody>
      </p:sp>
      <p:sp>
        <p:nvSpPr>
          <p:cNvPr id="1048705" name=""/>
          <p:cNvSpPr/>
          <p:nvPr>
            <p:ph type="body" sz="full" idx="1"/>
          </p:nvPr>
        </p:nvSpPr>
        <p:spPr bwMode="auto">
          <a:xfrm rot="0">
            <a:off x="685800" y="4343400"/>
            <a:ext cx="5486400" cy="41148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p>
            <a:pPr eaLnBrk="1" hangingPunct="1" latinLnBrk="1" lvl="0">
              <a:spcBef>
                <a:spcPct val="0"/>
              </a:spcBef>
            </a:pPr>
            <a:endParaRPr altLang="en-US" lang="am-ET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7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709" name=""/>
          <p:cNvSpPr txBox="1"/>
          <p:nvPr/>
        </p:nvSpPr>
        <p:spPr>
          <a:xfrm rot="0">
            <a:off x="3884612" y="8685212"/>
            <a:ext cx="2971800" cy="4572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algn="r" eaLnBrk="1" hangingPunct="1" latinLnBrk="1" lvl="0"/>
            <a:fld id="{566ABCEB-ACFC-4714-9973-3DA970169C29}" type="slidenum">
              <a:rPr altLang="en-US" sz="1200" lang="en-US"/>
              <a:pPr algn="r" eaLnBrk="1" hangingPunct="1" latinLnBrk="1" lvl="0"/>
            </a:fld>
            <a:endParaRPr altLang="en-US" sz="1200" lang="en-US"/>
          </a:p>
        </p:txBody>
      </p:sp>
      <p:sp>
        <p:nvSpPr>
          <p:cNvPr id="1048710" name=""/>
          <p:cNvSpPr/>
          <p:nvPr>
            <p:ph type="sldImg" sz="full" idx="0"/>
          </p:nvPr>
        </p:nvSpPr>
        <p:spPr bwMode="auto">
          <a:xfrm rot="0">
            <a:off x="1143000" y="685800"/>
            <a:ext cx="4572000" cy="3429000"/>
          </a:xfrm>
          <a:prstGeom prst="rect"/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 anchor="ctr" bIns="45720" lIns="91440" rIns="91440" tIns="45720" vert="horz"/>
          <a:p/>
        </p:txBody>
      </p:sp>
      <p:sp>
        <p:nvSpPr>
          <p:cNvPr id="1048711" name=""/>
          <p:cNvSpPr/>
          <p:nvPr>
            <p:ph type="body" sz="full" idx="1"/>
          </p:nvPr>
        </p:nvSpPr>
        <p:spPr bwMode="auto">
          <a:xfrm rot="0">
            <a:off x="685800" y="4343400"/>
            <a:ext cx="5486400" cy="41148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p>
            <a:pPr eaLnBrk="1" hangingPunct="1" latinLnBrk="1" lvl="0">
              <a:spcBef>
                <a:spcPct val="0"/>
              </a:spcBef>
            </a:pPr>
            <a:endParaRPr altLang="en-US" lang="am-ET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0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717" name=""/>
          <p:cNvSpPr txBox="1"/>
          <p:nvPr/>
        </p:nvSpPr>
        <p:spPr>
          <a:xfrm rot="0">
            <a:off x="3884612" y="8685212"/>
            <a:ext cx="2971800" cy="4572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algn="r" eaLnBrk="1" hangingPunct="1" latinLnBrk="1" lvl="0"/>
            <a:fld id="{566ABCEB-ACFC-4714-9973-3DA970169C29}" type="slidenum">
              <a:rPr altLang="en-US" sz="1200" lang="en-US"/>
              <a:pPr algn="r" eaLnBrk="1" hangingPunct="1" latinLnBrk="1" lvl="0"/>
            </a:fld>
            <a:endParaRPr altLang="en-US" sz="1200" lang="en-US"/>
          </a:p>
        </p:txBody>
      </p:sp>
      <p:sp>
        <p:nvSpPr>
          <p:cNvPr id="1048718" name=""/>
          <p:cNvSpPr/>
          <p:nvPr>
            <p:ph type="sldImg" sz="full" idx="0"/>
          </p:nvPr>
        </p:nvSpPr>
        <p:spPr bwMode="auto">
          <a:xfrm rot="0">
            <a:off x="1143000" y="685800"/>
            <a:ext cx="4572000" cy="3429000"/>
          </a:xfrm>
          <a:prstGeom prst="rect"/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 anchor="ctr" bIns="45720" lIns="91440" rIns="91440" tIns="45720" vert="horz"/>
          <a:p/>
        </p:txBody>
      </p:sp>
      <p:sp>
        <p:nvSpPr>
          <p:cNvPr id="1048719" name=""/>
          <p:cNvSpPr/>
          <p:nvPr>
            <p:ph type="body" sz="full" idx="1"/>
          </p:nvPr>
        </p:nvSpPr>
        <p:spPr bwMode="auto">
          <a:xfrm rot="0">
            <a:off x="685800" y="4343400"/>
            <a:ext cx="5486400" cy="41148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p>
            <a:pPr eaLnBrk="1" hangingPunct="1" latinLnBrk="1" lvl="0">
              <a:spcBef>
                <a:spcPct val="0"/>
              </a:spcBef>
            </a:pPr>
            <a:endParaRPr altLang="en-US" lang="am-ET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3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723" name=""/>
          <p:cNvSpPr txBox="1"/>
          <p:nvPr/>
        </p:nvSpPr>
        <p:spPr>
          <a:xfrm rot="0">
            <a:off x="3884612" y="8685212"/>
            <a:ext cx="2971800" cy="4572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algn="r" eaLnBrk="1" hangingPunct="1" latinLnBrk="1" lvl="0"/>
            <a:fld id="{566ABCEB-ACFC-4714-9973-3DA970169C29}" type="slidenum">
              <a:rPr altLang="en-US" sz="1200" lang="en-US"/>
              <a:pPr algn="r" eaLnBrk="1" hangingPunct="1" latinLnBrk="1" lvl="0"/>
            </a:fld>
            <a:endParaRPr altLang="en-US" sz="1200" lang="en-US"/>
          </a:p>
        </p:txBody>
      </p:sp>
      <p:sp>
        <p:nvSpPr>
          <p:cNvPr id="1048724" name=""/>
          <p:cNvSpPr/>
          <p:nvPr>
            <p:ph type="sldImg" sz="full" idx="0"/>
          </p:nvPr>
        </p:nvSpPr>
        <p:spPr bwMode="auto">
          <a:xfrm rot="0">
            <a:off x="1143000" y="685800"/>
            <a:ext cx="4572000" cy="3429000"/>
          </a:xfrm>
          <a:prstGeom prst="rect"/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miter/>
          </a:ln>
        </p:spPr>
        <p:txBody>
          <a:bodyPr anchor="ctr" bIns="45720" lIns="91440" rIns="91440" tIns="45720" vert="horz"/>
          <a:p/>
        </p:txBody>
      </p:sp>
      <p:sp>
        <p:nvSpPr>
          <p:cNvPr id="1048725" name=""/>
          <p:cNvSpPr/>
          <p:nvPr>
            <p:ph type="body" sz="full" idx="1"/>
          </p:nvPr>
        </p:nvSpPr>
        <p:spPr bwMode="auto">
          <a:xfrm rot="0">
            <a:off x="685800" y="4343400"/>
            <a:ext cx="5486400" cy="41148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p>
            <a:pPr eaLnBrk="1" hangingPunct="1" latinLnBrk="1" lvl="0">
              <a:spcBef>
                <a:spcPct val="0"/>
              </a:spcBef>
            </a:pPr>
            <a:endParaRPr altLang="en-US" lang="am-ET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Title Slide">
    <p:spTree>
      <p:nvGrpSpPr>
        <p:cNvPr id="1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1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852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algn="ctr" indent="0" marL="0">
              <a:buNone/>
              <a:defRPr sz="2400"/>
            </a:lvl1pPr>
            <a:lvl2pPr algn="ctr" indent="0" marL="457200">
              <a:buNone/>
              <a:defRPr sz="2000"/>
            </a:lvl2pPr>
            <a:lvl3pPr algn="ctr" indent="0" marL="914400">
              <a:buNone/>
              <a:defRPr sz="1800"/>
            </a:lvl3pPr>
            <a:lvl4pPr algn="ctr" indent="0" marL="1371600">
              <a:buNone/>
              <a:defRPr sz="1600"/>
            </a:lvl4pPr>
            <a:lvl5pPr algn="ctr" indent="0" marL="1828800">
              <a:buNone/>
              <a:defRPr sz="1600"/>
            </a:lvl5pPr>
            <a:lvl6pPr algn="ctr" indent="0" marL="2286000">
              <a:buNone/>
              <a:defRPr sz="1600"/>
            </a:lvl6pPr>
            <a:lvl7pPr algn="ctr" indent="0" marL="2743200">
              <a:buNone/>
              <a:defRPr sz="1600"/>
            </a:lvl7pPr>
            <a:lvl8pPr algn="ctr" indent="0" marL="3200400">
              <a:buNone/>
              <a:defRPr sz="1600"/>
            </a:lvl8pPr>
            <a:lvl9pPr algn="ctr" indent="0" marL="3657600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48848" name=""/>
          <p:cNvSpPr/>
          <p:nvPr>
            <p:ph type="dt" sz="half" idx="2"/>
          </p:nvPr>
        </p:nvSpPr>
        <p:spPr>
          <a:xfrm rot="0">
            <a:off x="628650" y="6356350"/>
            <a:ext cx="20574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1pPr>
            <a:lvl2pPr algn="l" eaLnBrk="1" fontAlgn="base" hangingPunct="1" indent="0" latinLnBrk="1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2pPr>
            <a:lvl3pPr algn="l" eaLnBrk="1" fontAlgn="base" hangingPunct="1" indent="0" latinLnBrk="1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3pPr>
            <a:lvl4pPr algn="l" eaLnBrk="1" fontAlgn="base" hangingPunct="1" indent="0" latinLnBrk="1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4pPr>
            <a:lvl5pPr algn="l" eaLnBrk="1" fontAlgn="base" hangingPunct="1" indent="0" latinLnBrk="1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5pPr>
          </a:lstStyle>
          <a:p>
            <a:pPr eaLnBrk="1" hangingPunct="1" latinLnBrk="1" lvl="0"/>
            <a:fld id="{566ABCEB-ACFC-4714-9973-3DA970169C29}" type="datetime1">
              <a:rPr altLang="en-US" sz="1200" lang="en-US">
                <a:solidFill>
                  <a:srgbClr val="898989"/>
                </a:solidFill>
              </a:rPr>
              <a:pPr eaLnBrk="1" hangingPunct="1" latinLnBrk="1" lvl="0"/>
            </a:fld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8850" name=""/>
          <p:cNvSpPr/>
          <p:nvPr>
            <p:ph type="sldNum" sz="quarter" idx="4"/>
          </p:nvPr>
        </p:nvSpPr>
        <p:spPr>
          <a:xfrm rot="0">
            <a:off x="6457950" y="6356350"/>
            <a:ext cx="20574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1pPr>
            <a:lvl2pPr algn="l" eaLnBrk="1" fontAlgn="base" hangingPunct="1" indent="0" latinLnBrk="1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2pPr>
            <a:lvl3pPr algn="l" eaLnBrk="1" fontAlgn="base" hangingPunct="1" indent="0" latinLnBrk="1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3pPr>
            <a:lvl4pPr algn="l" eaLnBrk="1" fontAlgn="base" hangingPunct="1" indent="0" latinLnBrk="1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4pPr>
            <a:lvl5pPr algn="l" eaLnBrk="1" fontAlgn="base" hangingPunct="1" indent="0" latinLnBrk="1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5pPr>
          </a:lstStyle>
          <a:p>
            <a:pPr algn="r" eaLnBrk="1" hangingPunct="1" latinLnBrk="1" lvl="0"/>
            <a:fld id="{566ABCEB-ACFC-4714-9973-3DA970169C29}" type="slidenum">
              <a:rPr altLang="en-US" sz="1200" lang="en-US">
                <a:solidFill>
                  <a:srgbClr val="898989"/>
                </a:solidFill>
              </a:rPr>
              <a:pPr algn="r" eaLnBrk="1" hangingPunct="1" latinLnBrk="1" lvl="0"/>
            </a:fld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8849" name=""/>
          <p:cNvSpPr/>
          <p:nvPr>
            <p:ph type="ftr" sz="quarter" idx="3"/>
          </p:nvPr>
        </p:nvSpPr>
        <p:spPr>
          <a:xfrm rot="0">
            <a:off x="3028950" y="6356350"/>
            <a:ext cx="30861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1pPr>
            <a:lvl2pPr algn="l" eaLnBrk="1" fontAlgn="base" hangingPunct="1" indent="0" latinLnBrk="1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2pPr>
            <a:lvl3pPr algn="l" eaLnBrk="1" fontAlgn="base" hangingPunct="1" indent="0" latinLnBrk="1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3pPr>
            <a:lvl4pPr algn="l" eaLnBrk="1" fontAlgn="base" hangingPunct="1" indent="0" latinLnBrk="1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4pPr>
            <a:lvl5pPr algn="l" eaLnBrk="1" fontAlgn="base" hangingPunct="1" indent="0" latinLnBrk="1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5pPr>
          </a:lstStyle>
          <a:p>
            <a:pPr algn="ctr" eaLnBrk="1" hangingPunct="1" latinLnBrk="1" lvl="0"/>
            <a:endParaRPr altLang="en-US" sz="1200" lang="en-US">
              <a:solidFill>
                <a:srgbClr val="898989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3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</a:p>
        </p:txBody>
      </p:sp>
      <p:sp>
        <p:nvSpPr>
          <p:cNvPr id="1048854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848" name=""/>
          <p:cNvSpPr/>
          <p:nvPr>
            <p:ph type="dt" sz="half" idx="2"/>
          </p:nvPr>
        </p:nvSpPr>
        <p:spPr>
          <a:xfrm rot="0">
            <a:off x="628650" y="6356350"/>
            <a:ext cx="20574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1pPr>
            <a:lvl2pPr algn="l" eaLnBrk="1" fontAlgn="base" hangingPunct="1" indent="0" latinLnBrk="1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2pPr>
            <a:lvl3pPr algn="l" eaLnBrk="1" fontAlgn="base" hangingPunct="1" indent="0" latinLnBrk="1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3pPr>
            <a:lvl4pPr algn="l" eaLnBrk="1" fontAlgn="base" hangingPunct="1" indent="0" latinLnBrk="1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4pPr>
            <a:lvl5pPr algn="l" eaLnBrk="1" fontAlgn="base" hangingPunct="1" indent="0" latinLnBrk="1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5pPr>
          </a:lstStyle>
          <a:p>
            <a:pPr eaLnBrk="1" hangingPunct="1" latinLnBrk="1" lvl="0"/>
            <a:fld id="{566ABCEB-ACFC-4714-9973-3DA970169C29}" type="datetime1">
              <a:rPr altLang="en-US" sz="1200" lang="en-US">
                <a:solidFill>
                  <a:srgbClr val="898989"/>
                </a:solidFill>
              </a:rPr>
              <a:pPr eaLnBrk="1" hangingPunct="1" latinLnBrk="1" lvl="0"/>
            </a:fld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8850" name=""/>
          <p:cNvSpPr/>
          <p:nvPr>
            <p:ph type="sldNum" sz="quarter" idx="4"/>
          </p:nvPr>
        </p:nvSpPr>
        <p:spPr>
          <a:xfrm rot="0">
            <a:off x="6457950" y="6356350"/>
            <a:ext cx="20574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1pPr>
            <a:lvl2pPr algn="l" eaLnBrk="1" fontAlgn="base" hangingPunct="1" indent="0" latinLnBrk="1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2pPr>
            <a:lvl3pPr algn="l" eaLnBrk="1" fontAlgn="base" hangingPunct="1" indent="0" latinLnBrk="1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3pPr>
            <a:lvl4pPr algn="l" eaLnBrk="1" fontAlgn="base" hangingPunct="1" indent="0" latinLnBrk="1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4pPr>
            <a:lvl5pPr algn="l" eaLnBrk="1" fontAlgn="base" hangingPunct="1" indent="0" latinLnBrk="1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5pPr>
          </a:lstStyle>
          <a:p>
            <a:pPr algn="r" eaLnBrk="1" hangingPunct="1" latinLnBrk="1" lvl="0"/>
            <a:fld id="{566ABCEB-ACFC-4714-9973-3DA970169C29}" type="slidenum">
              <a:rPr altLang="en-US" sz="1200" lang="en-US">
                <a:solidFill>
                  <a:srgbClr val="898989"/>
                </a:solidFill>
              </a:rPr>
              <a:pPr algn="r" eaLnBrk="1" hangingPunct="1" latinLnBrk="1" lvl="0"/>
            </a:fld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8849" name=""/>
          <p:cNvSpPr/>
          <p:nvPr>
            <p:ph type="ftr" sz="quarter" idx="3"/>
          </p:nvPr>
        </p:nvSpPr>
        <p:spPr>
          <a:xfrm rot="0">
            <a:off x="3028950" y="6356350"/>
            <a:ext cx="30861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1pPr>
            <a:lvl2pPr algn="l" eaLnBrk="1" fontAlgn="base" hangingPunct="1" indent="0" latinLnBrk="1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2pPr>
            <a:lvl3pPr algn="l" eaLnBrk="1" fontAlgn="base" hangingPunct="1" indent="0" latinLnBrk="1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3pPr>
            <a:lvl4pPr algn="l" eaLnBrk="1" fontAlgn="base" hangingPunct="1" indent="0" latinLnBrk="1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4pPr>
            <a:lvl5pPr algn="l" eaLnBrk="1" fontAlgn="base" hangingPunct="1" indent="0" latinLnBrk="1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5pPr>
          </a:lstStyle>
          <a:p>
            <a:pPr algn="ctr" eaLnBrk="1" hangingPunct="1" latinLnBrk="1" lvl="0"/>
            <a:endParaRPr altLang="en-US" sz="1200" lang="en-US">
              <a:solidFill>
                <a:srgbClr val="898989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spTree>
      <p:nvGrpSpPr>
        <p:cNvPr id="1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5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856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indent="0" marL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indent="0" marL="45720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848" name=""/>
          <p:cNvSpPr/>
          <p:nvPr>
            <p:ph type="dt" sz="half" idx="2"/>
          </p:nvPr>
        </p:nvSpPr>
        <p:spPr>
          <a:xfrm rot="0">
            <a:off x="628650" y="6356350"/>
            <a:ext cx="20574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1pPr>
            <a:lvl2pPr algn="l" eaLnBrk="1" fontAlgn="base" hangingPunct="1" indent="0" latinLnBrk="1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2pPr>
            <a:lvl3pPr algn="l" eaLnBrk="1" fontAlgn="base" hangingPunct="1" indent="0" latinLnBrk="1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3pPr>
            <a:lvl4pPr algn="l" eaLnBrk="1" fontAlgn="base" hangingPunct="1" indent="0" latinLnBrk="1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4pPr>
            <a:lvl5pPr algn="l" eaLnBrk="1" fontAlgn="base" hangingPunct="1" indent="0" latinLnBrk="1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5pPr>
          </a:lstStyle>
          <a:p>
            <a:pPr eaLnBrk="1" hangingPunct="1" latinLnBrk="1" lvl="0"/>
            <a:fld id="{566ABCEB-ACFC-4714-9973-3DA970169C29}" type="datetime1">
              <a:rPr altLang="en-US" sz="1200" lang="en-US">
                <a:solidFill>
                  <a:srgbClr val="898989"/>
                </a:solidFill>
              </a:rPr>
              <a:pPr eaLnBrk="1" hangingPunct="1" latinLnBrk="1" lvl="0"/>
            </a:fld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8850" name=""/>
          <p:cNvSpPr/>
          <p:nvPr>
            <p:ph type="sldNum" sz="quarter" idx="4"/>
          </p:nvPr>
        </p:nvSpPr>
        <p:spPr>
          <a:xfrm rot="0">
            <a:off x="6457950" y="6356350"/>
            <a:ext cx="20574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1pPr>
            <a:lvl2pPr algn="l" eaLnBrk="1" fontAlgn="base" hangingPunct="1" indent="0" latinLnBrk="1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2pPr>
            <a:lvl3pPr algn="l" eaLnBrk="1" fontAlgn="base" hangingPunct="1" indent="0" latinLnBrk="1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3pPr>
            <a:lvl4pPr algn="l" eaLnBrk="1" fontAlgn="base" hangingPunct="1" indent="0" latinLnBrk="1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4pPr>
            <a:lvl5pPr algn="l" eaLnBrk="1" fontAlgn="base" hangingPunct="1" indent="0" latinLnBrk="1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5pPr>
          </a:lstStyle>
          <a:p>
            <a:pPr algn="r" eaLnBrk="1" hangingPunct="1" latinLnBrk="1" lvl="0"/>
            <a:fld id="{566ABCEB-ACFC-4714-9973-3DA970169C29}" type="slidenum">
              <a:rPr altLang="en-US" sz="1200" lang="en-US">
                <a:solidFill>
                  <a:srgbClr val="898989"/>
                </a:solidFill>
              </a:rPr>
              <a:pPr algn="r" eaLnBrk="1" hangingPunct="1" latinLnBrk="1" lvl="0"/>
            </a:fld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8849" name=""/>
          <p:cNvSpPr/>
          <p:nvPr>
            <p:ph type="ftr" sz="quarter" idx="3"/>
          </p:nvPr>
        </p:nvSpPr>
        <p:spPr>
          <a:xfrm rot="0">
            <a:off x="3028950" y="6356350"/>
            <a:ext cx="30861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1pPr>
            <a:lvl2pPr algn="l" eaLnBrk="1" fontAlgn="base" hangingPunct="1" indent="0" latinLnBrk="1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2pPr>
            <a:lvl3pPr algn="l" eaLnBrk="1" fontAlgn="base" hangingPunct="1" indent="0" latinLnBrk="1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3pPr>
            <a:lvl4pPr algn="l" eaLnBrk="1" fontAlgn="base" hangingPunct="1" indent="0" latinLnBrk="1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4pPr>
            <a:lvl5pPr algn="l" eaLnBrk="1" fontAlgn="base" hangingPunct="1" indent="0" latinLnBrk="1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5pPr>
          </a:lstStyle>
          <a:p>
            <a:pPr algn="ctr" eaLnBrk="1" hangingPunct="1" latinLnBrk="1" lvl="0"/>
            <a:endParaRPr altLang="en-US" sz="1200" lang="en-US">
              <a:solidFill>
                <a:srgbClr val="898989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1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7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</a:p>
        </p:txBody>
      </p:sp>
      <p:sp>
        <p:nvSpPr>
          <p:cNvPr id="1048858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859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848" name=""/>
          <p:cNvSpPr/>
          <p:nvPr>
            <p:ph type="dt" sz="half" idx="2"/>
          </p:nvPr>
        </p:nvSpPr>
        <p:spPr>
          <a:xfrm rot="0">
            <a:off x="628650" y="6356350"/>
            <a:ext cx="20574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1pPr>
            <a:lvl2pPr algn="l" eaLnBrk="1" fontAlgn="base" hangingPunct="1" indent="0" latinLnBrk="1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2pPr>
            <a:lvl3pPr algn="l" eaLnBrk="1" fontAlgn="base" hangingPunct="1" indent="0" latinLnBrk="1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3pPr>
            <a:lvl4pPr algn="l" eaLnBrk="1" fontAlgn="base" hangingPunct="1" indent="0" latinLnBrk="1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4pPr>
            <a:lvl5pPr algn="l" eaLnBrk="1" fontAlgn="base" hangingPunct="1" indent="0" latinLnBrk="1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5pPr>
          </a:lstStyle>
          <a:p>
            <a:pPr eaLnBrk="1" hangingPunct="1" latinLnBrk="1" lvl="0"/>
            <a:fld id="{566ABCEB-ACFC-4714-9973-3DA970169C29}" type="datetime1">
              <a:rPr altLang="en-US" sz="1200" lang="en-US">
                <a:solidFill>
                  <a:srgbClr val="898989"/>
                </a:solidFill>
              </a:rPr>
              <a:pPr eaLnBrk="1" hangingPunct="1" latinLnBrk="1" lvl="0"/>
            </a:fld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8850" name=""/>
          <p:cNvSpPr/>
          <p:nvPr>
            <p:ph type="sldNum" sz="quarter" idx="4"/>
          </p:nvPr>
        </p:nvSpPr>
        <p:spPr>
          <a:xfrm rot="0">
            <a:off x="6457950" y="6356350"/>
            <a:ext cx="20574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1pPr>
            <a:lvl2pPr algn="l" eaLnBrk="1" fontAlgn="base" hangingPunct="1" indent="0" latinLnBrk="1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2pPr>
            <a:lvl3pPr algn="l" eaLnBrk="1" fontAlgn="base" hangingPunct="1" indent="0" latinLnBrk="1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3pPr>
            <a:lvl4pPr algn="l" eaLnBrk="1" fontAlgn="base" hangingPunct="1" indent="0" latinLnBrk="1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4pPr>
            <a:lvl5pPr algn="l" eaLnBrk="1" fontAlgn="base" hangingPunct="1" indent="0" latinLnBrk="1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5pPr>
          </a:lstStyle>
          <a:p>
            <a:pPr algn="r" eaLnBrk="1" hangingPunct="1" latinLnBrk="1" lvl="0"/>
            <a:fld id="{566ABCEB-ACFC-4714-9973-3DA970169C29}" type="slidenum">
              <a:rPr altLang="en-US" sz="1200" lang="en-US">
                <a:solidFill>
                  <a:srgbClr val="898989"/>
                </a:solidFill>
              </a:rPr>
              <a:pPr algn="r" eaLnBrk="1" hangingPunct="1" latinLnBrk="1" lvl="0"/>
            </a:fld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8849" name=""/>
          <p:cNvSpPr/>
          <p:nvPr>
            <p:ph type="ftr" sz="quarter" idx="3"/>
          </p:nvPr>
        </p:nvSpPr>
        <p:spPr>
          <a:xfrm rot="0">
            <a:off x="3028950" y="6356350"/>
            <a:ext cx="30861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1pPr>
            <a:lvl2pPr algn="l" eaLnBrk="1" fontAlgn="base" hangingPunct="1" indent="0" latinLnBrk="1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2pPr>
            <a:lvl3pPr algn="l" eaLnBrk="1" fontAlgn="base" hangingPunct="1" indent="0" latinLnBrk="1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3pPr>
            <a:lvl4pPr algn="l" eaLnBrk="1" fontAlgn="base" hangingPunct="1" indent="0" latinLnBrk="1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4pPr>
            <a:lvl5pPr algn="l" eaLnBrk="1" fontAlgn="base" hangingPunct="1" indent="0" latinLnBrk="1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5pPr>
          </a:lstStyle>
          <a:p>
            <a:pPr algn="ctr" eaLnBrk="1" hangingPunct="1" latinLnBrk="1" lvl="0"/>
            <a:endParaRPr altLang="en-US" sz="1200" lang="en-US">
              <a:solidFill>
                <a:srgbClr val="898989"/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1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60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p>
            <a:r>
              <a:rPr lang="en-US"/>
              <a:t>Click to edit Master title style</a:t>
            </a:r>
          </a:p>
        </p:txBody>
      </p:sp>
      <p:sp>
        <p:nvSpPr>
          <p:cNvPr id="1048861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862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86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864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848" name=""/>
          <p:cNvSpPr/>
          <p:nvPr>
            <p:ph type="dt" sz="half" idx="2"/>
          </p:nvPr>
        </p:nvSpPr>
        <p:spPr>
          <a:xfrm rot="0">
            <a:off x="628650" y="6356350"/>
            <a:ext cx="20574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1pPr>
            <a:lvl2pPr algn="l" eaLnBrk="1" fontAlgn="base" hangingPunct="1" indent="0" latinLnBrk="1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2pPr>
            <a:lvl3pPr algn="l" eaLnBrk="1" fontAlgn="base" hangingPunct="1" indent="0" latinLnBrk="1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3pPr>
            <a:lvl4pPr algn="l" eaLnBrk="1" fontAlgn="base" hangingPunct="1" indent="0" latinLnBrk="1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4pPr>
            <a:lvl5pPr algn="l" eaLnBrk="1" fontAlgn="base" hangingPunct="1" indent="0" latinLnBrk="1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5pPr>
          </a:lstStyle>
          <a:p>
            <a:pPr eaLnBrk="1" hangingPunct="1" latinLnBrk="1" lvl="0"/>
            <a:fld id="{566ABCEB-ACFC-4714-9973-3DA970169C29}" type="datetime1">
              <a:rPr altLang="en-US" sz="1200" lang="en-US">
                <a:solidFill>
                  <a:srgbClr val="898989"/>
                </a:solidFill>
              </a:rPr>
              <a:pPr eaLnBrk="1" hangingPunct="1" latinLnBrk="1" lvl="0"/>
            </a:fld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8850" name=""/>
          <p:cNvSpPr/>
          <p:nvPr>
            <p:ph type="sldNum" sz="quarter" idx="4"/>
          </p:nvPr>
        </p:nvSpPr>
        <p:spPr>
          <a:xfrm rot="0">
            <a:off x="6457950" y="6356350"/>
            <a:ext cx="20574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1pPr>
            <a:lvl2pPr algn="l" eaLnBrk="1" fontAlgn="base" hangingPunct="1" indent="0" latinLnBrk="1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2pPr>
            <a:lvl3pPr algn="l" eaLnBrk="1" fontAlgn="base" hangingPunct="1" indent="0" latinLnBrk="1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3pPr>
            <a:lvl4pPr algn="l" eaLnBrk="1" fontAlgn="base" hangingPunct="1" indent="0" latinLnBrk="1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4pPr>
            <a:lvl5pPr algn="l" eaLnBrk="1" fontAlgn="base" hangingPunct="1" indent="0" latinLnBrk="1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5pPr>
          </a:lstStyle>
          <a:p>
            <a:pPr algn="r" eaLnBrk="1" hangingPunct="1" latinLnBrk="1" lvl="0"/>
            <a:fld id="{566ABCEB-ACFC-4714-9973-3DA970169C29}" type="slidenum">
              <a:rPr altLang="en-US" sz="1200" lang="en-US">
                <a:solidFill>
                  <a:srgbClr val="898989"/>
                </a:solidFill>
              </a:rPr>
              <a:pPr algn="r" eaLnBrk="1" hangingPunct="1" latinLnBrk="1" lvl="0"/>
            </a:fld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8849" name=""/>
          <p:cNvSpPr/>
          <p:nvPr>
            <p:ph type="ftr" sz="quarter" idx="3"/>
          </p:nvPr>
        </p:nvSpPr>
        <p:spPr>
          <a:xfrm rot="0">
            <a:off x="3028950" y="6356350"/>
            <a:ext cx="30861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1pPr>
            <a:lvl2pPr algn="l" eaLnBrk="1" fontAlgn="base" hangingPunct="1" indent="0" latinLnBrk="1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2pPr>
            <a:lvl3pPr algn="l" eaLnBrk="1" fontAlgn="base" hangingPunct="1" indent="0" latinLnBrk="1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3pPr>
            <a:lvl4pPr algn="l" eaLnBrk="1" fontAlgn="base" hangingPunct="1" indent="0" latinLnBrk="1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4pPr>
            <a:lvl5pPr algn="l" eaLnBrk="1" fontAlgn="base" hangingPunct="1" indent="0" latinLnBrk="1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5pPr>
          </a:lstStyle>
          <a:p>
            <a:pPr algn="ctr" eaLnBrk="1" hangingPunct="1" latinLnBrk="1" lvl="0"/>
            <a:endParaRPr altLang="en-US" sz="1200" lang="en-US">
              <a:solidFill>
                <a:srgbClr val="898989"/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16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65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</a:p>
        </p:txBody>
      </p:sp>
      <p:sp>
        <p:nvSpPr>
          <p:cNvPr id="1048848" name=""/>
          <p:cNvSpPr/>
          <p:nvPr>
            <p:ph type="dt" sz="half" idx="2"/>
          </p:nvPr>
        </p:nvSpPr>
        <p:spPr>
          <a:xfrm rot="0">
            <a:off x="628650" y="6356350"/>
            <a:ext cx="20574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1pPr>
            <a:lvl2pPr algn="l" eaLnBrk="1" fontAlgn="base" hangingPunct="1" indent="0" latinLnBrk="1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2pPr>
            <a:lvl3pPr algn="l" eaLnBrk="1" fontAlgn="base" hangingPunct="1" indent="0" latinLnBrk="1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3pPr>
            <a:lvl4pPr algn="l" eaLnBrk="1" fontAlgn="base" hangingPunct="1" indent="0" latinLnBrk="1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4pPr>
            <a:lvl5pPr algn="l" eaLnBrk="1" fontAlgn="base" hangingPunct="1" indent="0" latinLnBrk="1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5pPr>
          </a:lstStyle>
          <a:p>
            <a:pPr eaLnBrk="1" hangingPunct="1" latinLnBrk="1" lvl="0"/>
            <a:fld id="{566ABCEB-ACFC-4714-9973-3DA970169C29}" type="datetime1">
              <a:rPr altLang="en-US" sz="1200" lang="en-US">
                <a:solidFill>
                  <a:srgbClr val="898989"/>
                </a:solidFill>
              </a:rPr>
              <a:pPr eaLnBrk="1" hangingPunct="1" latinLnBrk="1" lvl="0"/>
            </a:fld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8850" name=""/>
          <p:cNvSpPr/>
          <p:nvPr>
            <p:ph type="sldNum" sz="quarter" idx="4"/>
          </p:nvPr>
        </p:nvSpPr>
        <p:spPr>
          <a:xfrm rot="0">
            <a:off x="6457950" y="6356350"/>
            <a:ext cx="20574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1pPr>
            <a:lvl2pPr algn="l" eaLnBrk="1" fontAlgn="base" hangingPunct="1" indent="0" latinLnBrk="1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2pPr>
            <a:lvl3pPr algn="l" eaLnBrk="1" fontAlgn="base" hangingPunct="1" indent="0" latinLnBrk="1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3pPr>
            <a:lvl4pPr algn="l" eaLnBrk="1" fontAlgn="base" hangingPunct="1" indent="0" latinLnBrk="1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4pPr>
            <a:lvl5pPr algn="l" eaLnBrk="1" fontAlgn="base" hangingPunct="1" indent="0" latinLnBrk="1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5pPr>
          </a:lstStyle>
          <a:p>
            <a:pPr algn="r" eaLnBrk="1" hangingPunct="1" latinLnBrk="1" lvl="0"/>
            <a:fld id="{566ABCEB-ACFC-4714-9973-3DA970169C29}" type="slidenum">
              <a:rPr altLang="en-US" sz="1200" lang="en-US">
                <a:solidFill>
                  <a:srgbClr val="898989"/>
                </a:solidFill>
              </a:rPr>
              <a:pPr algn="r" eaLnBrk="1" hangingPunct="1" latinLnBrk="1" lvl="0"/>
            </a:fld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8849" name=""/>
          <p:cNvSpPr/>
          <p:nvPr>
            <p:ph type="ftr" sz="quarter" idx="3"/>
          </p:nvPr>
        </p:nvSpPr>
        <p:spPr>
          <a:xfrm rot="0">
            <a:off x="3028950" y="6356350"/>
            <a:ext cx="30861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1pPr>
            <a:lvl2pPr algn="l" eaLnBrk="1" fontAlgn="base" hangingPunct="1" indent="0" latinLnBrk="1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2pPr>
            <a:lvl3pPr algn="l" eaLnBrk="1" fontAlgn="base" hangingPunct="1" indent="0" latinLnBrk="1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3pPr>
            <a:lvl4pPr algn="l" eaLnBrk="1" fontAlgn="base" hangingPunct="1" indent="0" latinLnBrk="1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4pPr>
            <a:lvl5pPr algn="l" eaLnBrk="1" fontAlgn="base" hangingPunct="1" indent="0" latinLnBrk="1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5pPr>
          </a:lstStyle>
          <a:p>
            <a:pPr algn="ctr" eaLnBrk="1" hangingPunct="1" latinLnBrk="1" lvl="0"/>
            <a:endParaRPr altLang="en-US" sz="1200" lang="en-US">
              <a:solidFill>
                <a:srgbClr val="898989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16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8" name=""/>
          <p:cNvSpPr/>
          <p:nvPr>
            <p:ph type="dt" sz="half" idx="2"/>
          </p:nvPr>
        </p:nvSpPr>
        <p:spPr>
          <a:xfrm rot="0">
            <a:off x="628650" y="6356350"/>
            <a:ext cx="20574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1pPr>
            <a:lvl2pPr algn="l" eaLnBrk="1" fontAlgn="base" hangingPunct="1" indent="0" latinLnBrk="1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2pPr>
            <a:lvl3pPr algn="l" eaLnBrk="1" fontAlgn="base" hangingPunct="1" indent="0" latinLnBrk="1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3pPr>
            <a:lvl4pPr algn="l" eaLnBrk="1" fontAlgn="base" hangingPunct="1" indent="0" latinLnBrk="1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4pPr>
            <a:lvl5pPr algn="l" eaLnBrk="1" fontAlgn="base" hangingPunct="1" indent="0" latinLnBrk="1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5pPr>
          </a:lstStyle>
          <a:p>
            <a:pPr eaLnBrk="1" hangingPunct="1" latinLnBrk="1" lvl="0"/>
            <a:fld id="{566ABCEB-ACFC-4714-9973-3DA970169C29}" type="datetime1">
              <a:rPr altLang="en-US" sz="1200" lang="en-US">
                <a:solidFill>
                  <a:srgbClr val="898989"/>
                </a:solidFill>
              </a:rPr>
              <a:pPr eaLnBrk="1" hangingPunct="1" latinLnBrk="1" lvl="0"/>
            </a:fld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8850" name=""/>
          <p:cNvSpPr/>
          <p:nvPr>
            <p:ph type="sldNum" sz="quarter" idx="4"/>
          </p:nvPr>
        </p:nvSpPr>
        <p:spPr>
          <a:xfrm rot="0">
            <a:off x="6457950" y="6356350"/>
            <a:ext cx="20574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1pPr>
            <a:lvl2pPr algn="l" eaLnBrk="1" fontAlgn="base" hangingPunct="1" indent="0" latinLnBrk="1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2pPr>
            <a:lvl3pPr algn="l" eaLnBrk="1" fontAlgn="base" hangingPunct="1" indent="0" latinLnBrk="1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3pPr>
            <a:lvl4pPr algn="l" eaLnBrk="1" fontAlgn="base" hangingPunct="1" indent="0" latinLnBrk="1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4pPr>
            <a:lvl5pPr algn="l" eaLnBrk="1" fontAlgn="base" hangingPunct="1" indent="0" latinLnBrk="1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5pPr>
          </a:lstStyle>
          <a:p>
            <a:pPr algn="r" eaLnBrk="1" hangingPunct="1" latinLnBrk="1" lvl="0"/>
            <a:fld id="{566ABCEB-ACFC-4714-9973-3DA970169C29}" type="slidenum">
              <a:rPr altLang="en-US" sz="1200" lang="en-US">
                <a:solidFill>
                  <a:srgbClr val="898989"/>
                </a:solidFill>
              </a:rPr>
              <a:pPr algn="r" eaLnBrk="1" hangingPunct="1" latinLnBrk="1" lvl="0"/>
            </a:fld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8849" name=""/>
          <p:cNvSpPr/>
          <p:nvPr>
            <p:ph type="ftr" sz="quarter" idx="3"/>
          </p:nvPr>
        </p:nvSpPr>
        <p:spPr>
          <a:xfrm rot="0">
            <a:off x="3028950" y="6356350"/>
            <a:ext cx="30861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1pPr>
            <a:lvl2pPr algn="l" eaLnBrk="1" fontAlgn="base" hangingPunct="1" indent="0" latinLnBrk="1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2pPr>
            <a:lvl3pPr algn="l" eaLnBrk="1" fontAlgn="base" hangingPunct="1" indent="0" latinLnBrk="1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3pPr>
            <a:lvl4pPr algn="l" eaLnBrk="1" fontAlgn="base" hangingPunct="1" indent="0" latinLnBrk="1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4pPr>
            <a:lvl5pPr algn="l" eaLnBrk="1" fontAlgn="base" hangingPunct="1" indent="0" latinLnBrk="1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5pPr>
          </a:lstStyle>
          <a:p>
            <a:pPr algn="ctr" eaLnBrk="1" hangingPunct="1" latinLnBrk="1" lvl="0"/>
            <a:endParaRPr altLang="en-US" sz="1200" lang="en-US">
              <a:solidFill>
                <a:srgbClr val="898989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16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66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867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868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848" name=""/>
          <p:cNvSpPr/>
          <p:nvPr>
            <p:ph type="dt" sz="half" idx="2"/>
          </p:nvPr>
        </p:nvSpPr>
        <p:spPr>
          <a:xfrm rot="0">
            <a:off x="628650" y="6356350"/>
            <a:ext cx="20574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1pPr>
            <a:lvl2pPr algn="l" eaLnBrk="1" fontAlgn="base" hangingPunct="1" indent="0" latinLnBrk="1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2pPr>
            <a:lvl3pPr algn="l" eaLnBrk="1" fontAlgn="base" hangingPunct="1" indent="0" latinLnBrk="1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3pPr>
            <a:lvl4pPr algn="l" eaLnBrk="1" fontAlgn="base" hangingPunct="1" indent="0" latinLnBrk="1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4pPr>
            <a:lvl5pPr algn="l" eaLnBrk="1" fontAlgn="base" hangingPunct="1" indent="0" latinLnBrk="1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5pPr>
          </a:lstStyle>
          <a:p>
            <a:pPr eaLnBrk="1" hangingPunct="1" latinLnBrk="1" lvl="0"/>
            <a:fld id="{566ABCEB-ACFC-4714-9973-3DA970169C29}" type="datetime1">
              <a:rPr altLang="en-US" sz="1200" lang="en-US">
                <a:solidFill>
                  <a:srgbClr val="898989"/>
                </a:solidFill>
              </a:rPr>
              <a:pPr eaLnBrk="1" hangingPunct="1" latinLnBrk="1" lvl="0"/>
            </a:fld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8850" name=""/>
          <p:cNvSpPr/>
          <p:nvPr>
            <p:ph type="sldNum" sz="quarter" idx="4"/>
          </p:nvPr>
        </p:nvSpPr>
        <p:spPr>
          <a:xfrm rot="0">
            <a:off x="6457950" y="6356350"/>
            <a:ext cx="20574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1pPr>
            <a:lvl2pPr algn="l" eaLnBrk="1" fontAlgn="base" hangingPunct="1" indent="0" latinLnBrk="1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2pPr>
            <a:lvl3pPr algn="l" eaLnBrk="1" fontAlgn="base" hangingPunct="1" indent="0" latinLnBrk="1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3pPr>
            <a:lvl4pPr algn="l" eaLnBrk="1" fontAlgn="base" hangingPunct="1" indent="0" latinLnBrk="1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4pPr>
            <a:lvl5pPr algn="l" eaLnBrk="1" fontAlgn="base" hangingPunct="1" indent="0" latinLnBrk="1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5pPr>
          </a:lstStyle>
          <a:p>
            <a:pPr algn="r" eaLnBrk="1" hangingPunct="1" latinLnBrk="1" lvl="0"/>
            <a:fld id="{566ABCEB-ACFC-4714-9973-3DA970169C29}" type="slidenum">
              <a:rPr altLang="en-US" sz="1200" lang="en-US">
                <a:solidFill>
                  <a:srgbClr val="898989"/>
                </a:solidFill>
              </a:rPr>
              <a:pPr algn="r" eaLnBrk="1" hangingPunct="1" latinLnBrk="1" lvl="0"/>
            </a:fld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8849" name=""/>
          <p:cNvSpPr/>
          <p:nvPr>
            <p:ph type="ftr" sz="quarter" idx="3"/>
          </p:nvPr>
        </p:nvSpPr>
        <p:spPr>
          <a:xfrm rot="0">
            <a:off x="3028950" y="6356350"/>
            <a:ext cx="30861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1pPr>
            <a:lvl2pPr algn="l" eaLnBrk="1" fontAlgn="base" hangingPunct="1" indent="0" latinLnBrk="1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2pPr>
            <a:lvl3pPr algn="l" eaLnBrk="1" fontAlgn="base" hangingPunct="1" indent="0" latinLnBrk="1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3pPr>
            <a:lvl4pPr algn="l" eaLnBrk="1" fontAlgn="base" hangingPunct="1" indent="0" latinLnBrk="1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4pPr>
            <a:lvl5pPr algn="l" eaLnBrk="1" fontAlgn="base" hangingPunct="1" indent="0" latinLnBrk="1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5pPr>
          </a:lstStyle>
          <a:p>
            <a:pPr algn="ctr" eaLnBrk="1" hangingPunct="1" latinLnBrk="1" lvl="0"/>
            <a:endParaRPr altLang="en-US" sz="1200" lang="en-US">
              <a:solidFill>
                <a:srgbClr val="898989"/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Picture with Caption">
    <p:spTree>
      <p:nvGrpSpPr>
        <p:cNvPr id="1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69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870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anchor="t" anchorCtr="0" bIns="45720" compatLnSpc="1" lIns="91440" numCol="1" rIns="91440" rtlCol="0" tIns="45720" vert="horz" wrap="square">
            <a:prstTxWarp prst="textNoShape"/>
            <a:normAutofit/>
          </a:bodyPr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pPr algn="l" defTabSz="914400" eaLnBrk="0" fontAlgn="base" hangingPunct="0" indent="0" latinLnBrk="0" lvl="0" marL="0" marR="0" rtl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baseline="0" b="0" cap="none" sz="3200" i="0" kern="1200" kumimoji="0" lang="en-US" noProof="0" normalizeH="0" spc="0" strike="noStrike" u="none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871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848" name=""/>
          <p:cNvSpPr/>
          <p:nvPr>
            <p:ph type="dt" sz="half" idx="2"/>
          </p:nvPr>
        </p:nvSpPr>
        <p:spPr>
          <a:xfrm rot="0">
            <a:off x="628650" y="6356350"/>
            <a:ext cx="20574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1pPr>
            <a:lvl2pPr algn="l" eaLnBrk="1" fontAlgn="base" hangingPunct="1" indent="0" latinLnBrk="1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2pPr>
            <a:lvl3pPr algn="l" eaLnBrk="1" fontAlgn="base" hangingPunct="1" indent="0" latinLnBrk="1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3pPr>
            <a:lvl4pPr algn="l" eaLnBrk="1" fontAlgn="base" hangingPunct="1" indent="0" latinLnBrk="1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4pPr>
            <a:lvl5pPr algn="l" eaLnBrk="1" fontAlgn="base" hangingPunct="1" indent="0" latinLnBrk="1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5pPr>
          </a:lstStyle>
          <a:p>
            <a:pPr eaLnBrk="1" hangingPunct="1" latinLnBrk="1" lvl="0"/>
            <a:fld id="{566ABCEB-ACFC-4714-9973-3DA970169C29}" type="datetime1">
              <a:rPr altLang="en-US" sz="1200" lang="en-US">
                <a:solidFill>
                  <a:srgbClr val="898989"/>
                </a:solidFill>
              </a:rPr>
              <a:pPr eaLnBrk="1" hangingPunct="1" latinLnBrk="1" lvl="0"/>
            </a:fld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8850" name=""/>
          <p:cNvSpPr/>
          <p:nvPr>
            <p:ph type="sldNum" sz="quarter" idx="4"/>
          </p:nvPr>
        </p:nvSpPr>
        <p:spPr>
          <a:xfrm rot="0">
            <a:off x="6457950" y="6356350"/>
            <a:ext cx="20574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1pPr>
            <a:lvl2pPr algn="l" eaLnBrk="1" fontAlgn="base" hangingPunct="1" indent="0" latinLnBrk="1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2pPr>
            <a:lvl3pPr algn="l" eaLnBrk="1" fontAlgn="base" hangingPunct="1" indent="0" latinLnBrk="1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3pPr>
            <a:lvl4pPr algn="l" eaLnBrk="1" fontAlgn="base" hangingPunct="1" indent="0" latinLnBrk="1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4pPr>
            <a:lvl5pPr algn="l" eaLnBrk="1" fontAlgn="base" hangingPunct="1" indent="0" latinLnBrk="1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5pPr>
          </a:lstStyle>
          <a:p>
            <a:pPr algn="r" eaLnBrk="1" hangingPunct="1" latinLnBrk="1" lvl="0"/>
            <a:fld id="{566ABCEB-ACFC-4714-9973-3DA970169C29}" type="slidenum">
              <a:rPr altLang="en-US" sz="1200" lang="en-US">
                <a:solidFill>
                  <a:srgbClr val="898989"/>
                </a:solidFill>
              </a:rPr>
              <a:pPr algn="r" eaLnBrk="1" hangingPunct="1" latinLnBrk="1" lvl="0"/>
            </a:fld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8849" name=""/>
          <p:cNvSpPr/>
          <p:nvPr>
            <p:ph type="ftr" sz="quarter" idx="3"/>
          </p:nvPr>
        </p:nvSpPr>
        <p:spPr>
          <a:xfrm rot="0">
            <a:off x="3028950" y="6356350"/>
            <a:ext cx="30861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1pPr>
            <a:lvl2pPr algn="l" eaLnBrk="1" fontAlgn="base" hangingPunct="1" indent="0" latinLnBrk="1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2pPr>
            <a:lvl3pPr algn="l" eaLnBrk="1" fontAlgn="base" hangingPunct="1" indent="0" latinLnBrk="1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3pPr>
            <a:lvl4pPr algn="l" eaLnBrk="1" fontAlgn="base" hangingPunct="1" indent="0" latinLnBrk="1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4pPr>
            <a:lvl5pPr algn="l" eaLnBrk="1" fontAlgn="base" hangingPunct="1" indent="0" latinLnBrk="1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5pPr>
          </a:lstStyle>
          <a:p>
            <a:pPr algn="ctr" eaLnBrk="1" hangingPunct="1" latinLnBrk="1" lvl="0"/>
            <a:endParaRPr altLang="en-US" sz="1200" lang="en-US">
              <a:solidFill>
                <a:srgbClr val="898989"/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17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7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</a:p>
        </p:txBody>
      </p:sp>
      <p:sp>
        <p:nvSpPr>
          <p:cNvPr id="104887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848" name=""/>
          <p:cNvSpPr/>
          <p:nvPr>
            <p:ph type="dt" sz="half" idx="2"/>
          </p:nvPr>
        </p:nvSpPr>
        <p:spPr>
          <a:xfrm rot="0">
            <a:off x="628650" y="6356350"/>
            <a:ext cx="20574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1pPr>
            <a:lvl2pPr algn="l" eaLnBrk="1" fontAlgn="base" hangingPunct="1" indent="0" latinLnBrk="1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2pPr>
            <a:lvl3pPr algn="l" eaLnBrk="1" fontAlgn="base" hangingPunct="1" indent="0" latinLnBrk="1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3pPr>
            <a:lvl4pPr algn="l" eaLnBrk="1" fontAlgn="base" hangingPunct="1" indent="0" latinLnBrk="1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4pPr>
            <a:lvl5pPr algn="l" eaLnBrk="1" fontAlgn="base" hangingPunct="1" indent="0" latinLnBrk="1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5pPr>
          </a:lstStyle>
          <a:p>
            <a:pPr eaLnBrk="1" hangingPunct="1" latinLnBrk="1" lvl="0"/>
            <a:fld id="{566ABCEB-ACFC-4714-9973-3DA970169C29}" type="datetime1">
              <a:rPr altLang="en-US" sz="1200" lang="en-US">
                <a:solidFill>
                  <a:srgbClr val="898989"/>
                </a:solidFill>
              </a:rPr>
              <a:pPr eaLnBrk="1" hangingPunct="1" latinLnBrk="1" lvl="0"/>
            </a:fld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8850" name=""/>
          <p:cNvSpPr/>
          <p:nvPr>
            <p:ph type="sldNum" sz="quarter" idx="4"/>
          </p:nvPr>
        </p:nvSpPr>
        <p:spPr>
          <a:xfrm rot="0">
            <a:off x="6457950" y="6356350"/>
            <a:ext cx="20574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1pPr>
            <a:lvl2pPr algn="l" eaLnBrk="1" fontAlgn="base" hangingPunct="1" indent="0" latinLnBrk="1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2pPr>
            <a:lvl3pPr algn="l" eaLnBrk="1" fontAlgn="base" hangingPunct="1" indent="0" latinLnBrk="1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3pPr>
            <a:lvl4pPr algn="l" eaLnBrk="1" fontAlgn="base" hangingPunct="1" indent="0" latinLnBrk="1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4pPr>
            <a:lvl5pPr algn="l" eaLnBrk="1" fontAlgn="base" hangingPunct="1" indent="0" latinLnBrk="1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5pPr>
          </a:lstStyle>
          <a:p>
            <a:pPr algn="r" eaLnBrk="1" hangingPunct="1" latinLnBrk="1" lvl="0"/>
            <a:fld id="{566ABCEB-ACFC-4714-9973-3DA970169C29}" type="slidenum">
              <a:rPr altLang="en-US" sz="1200" lang="en-US">
                <a:solidFill>
                  <a:srgbClr val="898989"/>
                </a:solidFill>
              </a:rPr>
              <a:pPr algn="r" eaLnBrk="1" hangingPunct="1" latinLnBrk="1" lvl="0"/>
            </a:fld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8849" name=""/>
          <p:cNvSpPr/>
          <p:nvPr>
            <p:ph type="ftr" sz="quarter" idx="3"/>
          </p:nvPr>
        </p:nvSpPr>
        <p:spPr>
          <a:xfrm rot="0">
            <a:off x="3028950" y="6356350"/>
            <a:ext cx="30861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1pPr>
            <a:lvl2pPr algn="l" eaLnBrk="1" fontAlgn="base" hangingPunct="1" indent="0" latinLnBrk="1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2pPr>
            <a:lvl3pPr algn="l" eaLnBrk="1" fontAlgn="base" hangingPunct="1" indent="0" latinLnBrk="1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3pPr>
            <a:lvl4pPr algn="l" eaLnBrk="1" fontAlgn="base" hangingPunct="1" indent="0" latinLnBrk="1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4pPr>
            <a:lvl5pPr algn="l" eaLnBrk="1" fontAlgn="base" hangingPunct="1" indent="0" latinLnBrk="1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5pPr>
          </a:lstStyle>
          <a:p>
            <a:pPr algn="ctr" eaLnBrk="1" hangingPunct="1" latinLnBrk="1" lvl="0"/>
            <a:endParaRPr altLang="en-US" sz="1200" lang="en-US">
              <a:solidFill>
                <a:srgbClr val="898989"/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17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74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p>
            <a:r>
              <a:rPr lang="en-US"/>
              <a:t>Click to edit Master title style</a:t>
            </a:r>
          </a:p>
        </p:txBody>
      </p:sp>
      <p:sp>
        <p:nvSpPr>
          <p:cNvPr id="1048875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848" name=""/>
          <p:cNvSpPr/>
          <p:nvPr>
            <p:ph type="dt" sz="half" idx="2"/>
          </p:nvPr>
        </p:nvSpPr>
        <p:spPr>
          <a:xfrm rot="0">
            <a:off x="628650" y="6356350"/>
            <a:ext cx="20574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1pPr>
            <a:lvl2pPr algn="l" eaLnBrk="1" fontAlgn="base" hangingPunct="1" indent="0" latinLnBrk="1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2pPr>
            <a:lvl3pPr algn="l" eaLnBrk="1" fontAlgn="base" hangingPunct="1" indent="0" latinLnBrk="1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3pPr>
            <a:lvl4pPr algn="l" eaLnBrk="1" fontAlgn="base" hangingPunct="1" indent="0" latinLnBrk="1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4pPr>
            <a:lvl5pPr algn="l" eaLnBrk="1" fontAlgn="base" hangingPunct="1" indent="0" latinLnBrk="1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5pPr>
          </a:lstStyle>
          <a:p>
            <a:pPr eaLnBrk="1" hangingPunct="1" latinLnBrk="1" lvl="0"/>
            <a:fld id="{566ABCEB-ACFC-4714-9973-3DA970169C29}" type="datetime1">
              <a:rPr altLang="en-US" sz="1200" lang="en-US">
                <a:solidFill>
                  <a:srgbClr val="898989"/>
                </a:solidFill>
              </a:rPr>
              <a:pPr eaLnBrk="1" hangingPunct="1" latinLnBrk="1" lvl="0"/>
            </a:fld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8850" name=""/>
          <p:cNvSpPr/>
          <p:nvPr>
            <p:ph type="sldNum" sz="quarter" idx="4"/>
          </p:nvPr>
        </p:nvSpPr>
        <p:spPr>
          <a:xfrm rot="0">
            <a:off x="6457950" y="6356350"/>
            <a:ext cx="20574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1pPr>
            <a:lvl2pPr algn="l" eaLnBrk="1" fontAlgn="base" hangingPunct="1" indent="0" latinLnBrk="1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2pPr>
            <a:lvl3pPr algn="l" eaLnBrk="1" fontAlgn="base" hangingPunct="1" indent="0" latinLnBrk="1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3pPr>
            <a:lvl4pPr algn="l" eaLnBrk="1" fontAlgn="base" hangingPunct="1" indent="0" latinLnBrk="1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4pPr>
            <a:lvl5pPr algn="l" eaLnBrk="1" fontAlgn="base" hangingPunct="1" indent="0" latinLnBrk="1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5pPr>
          </a:lstStyle>
          <a:p>
            <a:pPr algn="r" eaLnBrk="1" hangingPunct="1" latinLnBrk="1" lvl="0"/>
            <a:fld id="{566ABCEB-ACFC-4714-9973-3DA970169C29}" type="slidenum">
              <a:rPr altLang="en-US" sz="1200" lang="en-US">
                <a:solidFill>
                  <a:srgbClr val="898989"/>
                </a:solidFill>
              </a:rPr>
              <a:pPr algn="r" eaLnBrk="1" hangingPunct="1" latinLnBrk="1" lvl="0"/>
            </a:fld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8849" name=""/>
          <p:cNvSpPr/>
          <p:nvPr>
            <p:ph type="ftr" sz="quarter" idx="3"/>
          </p:nvPr>
        </p:nvSpPr>
        <p:spPr>
          <a:xfrm rot="0">
            <a:off x="3028950" y="6356350"/>
            <a:ext cx="30861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1pPr>
            <a:lvl2pPr algn="l" eaLnBrk="1" fontAlgn="base" hangingPunct="1" indent="0" latinLnBrk="1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2pPr>
            <a:lvl3pPr algn="l" eaLnBrk="1" fontAlgn="base" hangingPunct="1" indent="0" latinLnBrk="1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3pPr>
            <a:lvl4pPr algn="l" eaLnBrk="1" fontAlgn="base" hangingPunct="1" indent="0" latinLnBrk="1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4pPr>
            <a:lvl5pPr algn="l" eaLnBrk="1" fontAlgn="base" hangingPunct="1" indent="0" latinLnBrk="1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5pPr>
          </a:lstStyle>
          <a:p>
            <a:pPr algn="ctr" eaLnBrk="1" hangingPunct="1" latinLnBrk="1" lvl="0"/>
            <a:endParaRPr altLang="en-US" sz="1200" lang="en-US">
              <a:solidFill>
                <a:srgbClr val="898989"/>
              </a:solidFill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>
    <p:bg bwMode="white">
      <p:bgPr>
        <a:solidFill>
          <a:schemeClr val="lt1"/>
        </a:solidFill>
      </p:bgPr>
    </p:bg>
    <p:spTree>
      <p:nvGrpSpPr>
        <p:cNvPr id="35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584" name=""/>
          <p:cNvSpPr/>
          <p:nvPr/>
        </p:nvSpPr>
        <p:spPr>
          <a:xfrm rot="0">
            <a:off x="904875" y="3648075"/>
            <a:ext cx="7315200" cy="1279525"/>
          </a:xfrm>
          <a:prstGeom prst="rect"/>
          <a:noFill/>
          <a:ln w="6350" cap="rnd" cmpd="sng">
            <a:solidFill>
              <a:schemeClr val="accent1">
                <a:alpha val="100000"/>
              </a:schemeClr>
            </a:solidFill>
            <a:prstDash val="solid"/>
            <a:round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1pPr>
            <a:lvl2pPr algn="l" eaLnBrk="1" fontAlgn="base" hangingPunct="1" indent="0" latinLnBrk="1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2pPr>
            <a:lvl3pPr algn="l" eaLnBrk="1" fontAlgn="base" hangingPunct="1" indent="0" latinLnBrk="1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3pPr>
            <a:lvl4pPr algn="l" eaLnBrk="1" fontAlgn="base" hangingPunct="1" indent="0" latinLnBrk="1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4pPr>
            <a:lvl5pPr algn="l" eaLnBrk="1" fontAlgn="base" hangingPunct="1" indent="0" latinLnBrk="1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5pPr>
          </a:lstStyle>
          <a:p>
            <a:pPr algn="ctr" eaLnBrk="1" hangingPunct="1" latinLnBrk="1" lvl="0"/>
            <a:endParaRPr altLang="en-US" lang="en-US">
              <a:solidFill>
                <a:srgbClr val="FFFFFF"/>
              </a:solidFill>
              <a:latin typeface="Gill Sans MT" pitchFamily="34" charset="0"/>
            </a:endParaRPr>
          </a:p>
        </p:txBody>
      </p:sp>
      <p:sp>
        <p:nvSpPr>
          <p:cNvPr id="1048585" name=""/>
          <p:cNvSpPr/>
          <p:nvPr/>
        </p:nvSpPr>
        <p:spPr>
          <a:xfrm rot="0">
            <a:off x="914400" y="5048250"/>
            <a:ext cx="7315200" cy="685800"/>
          </a:xfrm>
          <a:prstGeom prst="rect"/>
          <a:noFill/>
          <a:ln w="6350" cap="rnd" cmpd="sng">
            <a:solidFill>
              <a:schemeClr val="accent2">
                <a:alpha val="100000"/>
              </a:schemeClr>
            </a:solidFill>
            <a:prstDash val="solid"/>
            <a:round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1pPr>
            <a:lvl2pPr algn="l" eaLnBrk="1" fontAlgn="base" hangingPunct="1" indent="0" latinLnBrk="1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2pPr>
            <a:lvl3pPr algn="l" eaLnBrk="1" fontAlgn="base" hangingPunct="1" indent="0" latinLnBrk="1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3pPr>
            <a:lvl4pPr algn="l" eaLnBrk="1" fontAlgn="base" hangingPunct="1" indent="0" latinLnBrk="1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4pPr>
            <a:lvl5pPr algn="l" eaLnBrk="1" fontAlgn="base" hangingPunct="1" indent="0" latinLnBrk="1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5pPr>
          </a:lstStyle>
          <a:p>
            <a:pPr algn="ctr" eaLnBrk="1" hangingPunct="1" latinLnBrk="1" lvl="0"/>
            <a:endParaRPr altLang="en-US" lang="en-US">
              <a:solidFill>
                <a:srgbClr val="FFFFFF"/>
              </a:solidFill>
              <a:latin typeface="Gill Sans MT" pitchFamily="34" charset="0"/>
            </a:endParaRPr>
          </a:p>
        </p:txBody>
      </p:sp>
      <p:sp>
        <p:nvSpPr>
          <p:cNvPr id="1048586" name=""/>
          <p:cNvSpPr/>
          <p:nvPr/>
        </p:nvSpPr>
        <p:spPr>
          <a:xfrm rot="0">
            <a:off x="904875" y="3648075"/>
            <a:ext cx="228600" cy="1279525"/>
          </a:xfrm>
          <a:prstGeom prst="rect"/>
          <a:solidFill>
            <a:schemeClr val="accent1"/>
          </a:solidFill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1pPr>
            <a:lvl2pPr algn="l" eaLnBrk="1" fontAlgn="base" hangingPunct="1" indent="0" latinLnBrk="1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2pPr>
            <a:lvl3pPr algn="l" eaLnBrk="1" fontAlgn="base" hangingPunct="1" indent="0" latinLnBrk="1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3pPr>
            <a:lvl4pPr algn="l" eaLnBrk="1" fontAlgn="base" hangingPunct="1" indent="0" latinLnBrk="1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4pPr>
            <a:lvl5pPr algn="l" eaLnBrk="1" fontAlgn="base" hangingPunct="1" indent="0" latinLnBrk="1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5pPr>
          </a:lstStyle>
          <a:p>
            <a:pPr algn="ctr" eaLnBrk="1" hangingPunct="1" latinLnBrk="1" lvl="0"/>
            <a:endParaRPr altLang="en-US" lang="en-US">
              <a:solidFill>
                <a:srgbClr val="FFFFFF"/>
              </a:solidFill>
              <a:latin typeface="Gill Sans MT" pitchFamily="34" charset="0"/>
            </a:endParaRPr>
          </a:p>
        </p:txBody>
      </p:sp>
      <p:sp>
        <p:nvSpPr>
          <p:cNvPr id="1048587" name=""/>
          <p:cNvSpPr/>
          <p:nvPr/>
        </p:nvSpPr>
        <p:spPr>
          <a:xfrm rot="0">
            <a:off x="914400" y="5048250"/>
            <a:ext cx="228600" cy="685800"/>
          </a:xfrm>
          <a:prstGeom prst="rect"/>
          <a:solidFill>
            <a:schemeClr val="accent2"/>
          </a:solidFill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1pPr>
            <a:lvl2pPr algn="l" eaLnBrk="1" fontAlgn="base" hangingPunct="1" indent="0" latinLnBrk="1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2pPr>
            <a:lvl3pPr algn="l" eaLnBrk="1" fontAlgn="base" hangingPunct="1" indent="0" latinLnBrk="1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3pPr>
            <a:lvl4pPr algn="l" eaLnBrk="1" fontAlgn="base" hangingPunct="1" indent="0" latinLnBrk="1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4pPr>
            <a:lvl5pPr algn="l" eaLnBrk="1" fontAlgn="base" hangingPunct="1" indent="0" latinLnBrk="1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5pPr>
          </a:lstStyle>
          <a:p>
            <a:pPr algn="ctr" eaLnBrk="1" hangingPunct="1" latinLnBrk="1" lvl="0"/>
            <a:endParaRPr altLang="en-US" lang="en-US">
              <a:solidFill>
                <a:srgbClr val="FFFFFF"/>
              </a:solidFill>
              <a:latin typeface="Gill Sans MT" pitchFamily="34" charset="0"/>
            </a:endParaRPr>
          </a:p>
        </p:txBody>
      </p:sp>
      <p:sp>
        <p:nvSpPr>
          <p:cNvPr id="1048590" name=""/>
          <p:cNvSpPr/>
          <p:nvPr>
            <p:ph type="dt" sz="half" idx="2"/>
          </p:nvPr>
        </p:nvSpPr>
        <p:spPr>
          <a:xfrm rot="0">
            <a:off x="6400800" y="6354762"/>
            <a:ext cx="2286000" cy="366712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1pPr>
            <a:lvl2pPr algn="l" eaLnBrk="1" fontAlgn="base" hangingPunct="1" indent="0" latinLnBrk="1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2pPr>
            <a:lvl3pPr algn="l" eaLnBrk="1" fontAlgn="base" hangingPunct="1" indent="0" latinLnBrk="1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3pPr>
            <a:lvl4pPr algn="l" eaLnBrk="1" fontAlgn="base" hangingPunct="1" indent="0" latinLnBrk="1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4pPr>
            <a:lvl5pPr algn="l" eaLnBrk="1" fontAlgn="base" hangingPunct="1" indent="0" latinLnBrk="1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5pPr>
          </a:lstStyle>
          <a:p>
            <a:pPr eaLnBrk="1" hangingPunct="1" latinLnBrk="1" lvl="0"/>
            <a:endParaRPr altLang="en-US" sz="1400" lang="en-US">
              <a:solidFill>
                <a:schemeClr val="lt2"/>
              </a:solidFill>
            </a:endParaRPr>
          </a:p>
        </p:txBody>
      </p:sp>
      <p:sp>
        <p:nvSpPr>
          <p:cNvPr id="1048591" name=""/>
          <p:cNvSpPr/>
          <p:nvPr>
            <p:ph type="ftr" sz="quarter" idx="3"/>
          </p:nvPr>
        </p:nvSpPr>
        <p:spPr>
          <a:xfrm rot="0">
            <a:off x="2898775" y="6354762"/>
            <a:ext cx="3475037" cy="366712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1pPr>
            <a:lvl2pPr algn="l" eaLnBrk="1" fontAlgn="base" hangingPunct="1" indent="0" latinLnBrk="1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2pPr>
            <a:lvl3pPr algn="l" eaLnBrk="1" fontAlgn="base" hangingPunct="1" indent="0" latinLnBrk="1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3pPr>
            <a:lvl4pPr algn="l" eaLnBrk="1" fontAlgn="base" hangingPunct="1" indent="0" latinLnBrk="1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4pPr>
            <a:lvl5pPr algn="l" eaLnBrk="1" fontAlgn="base" hangingPunct="1" indent="0" latinLnBrk="1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5pPr>
          </a:lstStyle>
          <a:p>
            <a:pPr algn="r" eaLnBrk="1" hangingPunct="1" latinLnBrk="1" lvl="0"/>
            <a:endParaRPr altLang="en-US" sz="1400" lang="en-US">
              <a:solidFill>
                <a:schemeClr val="lt2"/>
              </a:solidFill>
            </a:endParaRPr>
          </a:p>
        </p:txBody>
      </p:sp>
      <p:sp>
        <p:nvSpPr>
          <p:cNvPr id="1048592" name=""/>
          <p:cNvSpPr/>
          <p:nvPr>
            <p:ph type="sldNum" sz="quarter" idx="4"/>
          </p:nvPr>
        </p:nvSpPr>
        <p:spPr>
          <a:xfrm rot="0">
            <a:off x="1216025" y="6354762"/>
            <a:ext cx="1219200" cy="366712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1pPr>
            <a:lvl2pPr algn="l" eaLnBrk="1" fontAlgn="base" hangingPunct="1" indent="0" latinLnBrk="1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2pPr>
            <a:lvl3pPr algn="l" eaLnBrk="1" fontAlgn="base" hangingPunct="1" indent="0" latinLnBrk="1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3pPr>
            <a:lvl4pPr algn="l" eaLnBrk="1" fontAlgn="base" hangingPunct="1" indent="0" latinLnBrk="1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4pPr>
            <a:lvl5pPr algn="l" eaLnBrk="1" fontAlgn="base" hangingPunct="1" indent="0" latinLnBrk="1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5pPr>
          </a:lstStyle>
          <a:p>
            <a:pPr eaLnBrk="1" hangingPunct="1" latinLnBrk="1" lvl="0"/>
            <a:fld id="{566ABCEB-ACFC-4714-9973-3DA970169C29}" type="slidenum">
              <a:rPr altLang="en-US" sz="1400" lang="en-US">
                <a:solidFill>
                  <a:schemeClr val="lt2"/>
                </a:solidFill>
              </a:rPr>
              <a:pPr eaLnBrk="1" hangingPunct="1" latinLnBrk="1" lvl="0"/>
            </a:fld>
            <a:endParaRPr altLang="en-US" sz="1400" lang="en-US">
              <a:solidFill>
                <a:schemeClr val="lt2"/>
              </a:solidFill>
            </a:endParaRPr>
          </a:p>
        </p:txBody>
      </p:sp>
      <p:sp>
        <p:nvSpPr>
          <p:cNvPr id="1048594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algn="r" indent="0" marL="0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indent="0" marL="457200">
              <a:buNone/>
            </a:lvl2pPr>
            <a:lvl3pPr algn="ctr" indent="0" marL="914400">
              <a:buNone/>
            </a:lvl3pPr>
            <a:lvl4pPr algn="ctr" indent="0" marL="1371600">
              <a:buNone/>
            </a:lvl4pPr>
            <a:lvl5pPr algn="ctr" indent="0" marL="1828800">
              <a:buNone/>
            </a:lvl5pPr>
            <a:lvl6pPr algn="ctr" indent="0" marL="2286000">
              <a:buNone/>
            </a:lvl6pPr>
            <a:lvl7pPr algn="ctr" indent="0" marL="2743200">
              <a:buNone/>
            </a:lvl7pPr>
            <a:lvl8pPr algn="ctr" indent="0" marL="3200400">
              <a:buNone/>
            </a:lvl8pPr>
            <a:lvl9pPr algn="ctr" indent="0" marL="3657600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48593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iming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>
    <p:bg bwMode="white">
      <p:bgPr>
        <a:solidFill>
          <a:schemeClr val="lt1"/>
        </a:solidFill>
      </p:bgPr>
    </p:bg>
    <p:spTree>
      <p:nvGrpSpPr>
        <p:cNvPr id="72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01" name=""/>
          <p:cNvSpPr/>
          <p:nvPr/>
        </p:nvSpPr>
        <p:spPr>
          <a:xfrm rot="0">
            <a:off x="457200" y="6353175"/>
            <a:ext cx="8229600" cy="0"/>
          </a:xfrm>
          <a:prstGeom prst="line"/>
          <a:noFill/>
          <a:ln w="9525" cap="flat" cmpd="sng">
            <a:solidFill>
              <a:schemeClr val="accent2">
                <a:alpha val="100000"/>
              </a:schemeClr>
            </a:solidFill>
            <a:prstDash val="dash"/>
            <a:round/>
          </a:ln>
        </p:spPr>
      </p:sp>
      <p:sp>
        <p:nvSpPr>
          <p:cNvPr id="1048602" name=""/>
          <p:cNvSpPr/>
          <p:nvPr/>
        </p:nvSpPr>
        <p:spPr>
          <a:xfrm rot="0">
            <a:off x="457200" y="1143000"/>
            <a:ext cx="8229600" cy="0"/>
          </a:xfrm>
          <a:prstGeom prst="line"/>
          <a:noFill/>
          <a:ln w="9525" cap="flat" cmpd="sng">
            <a:solidFill>
              <a:schemeClr val="accent2">
                <a:alpha val="100000"/>
              </a:schemeClr>
            </a:solidFill>
            <a:prstDash val="dash"/>
            <a:round/>
          </a:ln>
        </p:spPr>
      </p:sp>
      <p:sp>
        <p:nvSpPr>
          <p:cNvPr id="1048603" name=""/>
          <p:cNvSpPr/>
          <p:nvPr/>
        </p:nvSpPr>
        <p:spPr>
          <a:xfrm rot="5400000">
            <a:off x="419100" y="6467475"/>
            <a:ext cx="190500" cy="120650"/>
          </a:xfrm>
          <a:prstGeom prst="triangle"/>
          <a:solidFill>
            <a:schemeClr val="accent2"/>
          </a:solidFill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1pPr>
            <a:lvl2pPr algn="l" eaLnBrk="1" fontAlgn="base" hangingPunct="1" indent="0" latinLnBrk="1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2pPr>
            <a:lvl3pPr algn="l" eaLnBrk="1" fontAlgn="base" hangingPunct="1" indent="0" latinLnBrk="1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3pPr>
            <a:lvl4pPr algn="l" eaLnBrk="1" fontAlgn="base" hangingPunct="1" indent="0" latinLnBrk="1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4pPr>
            <a:lvl5pPr algn="l" eaLnBrk="1" fontAlgn="base" hangingPunct="1" indent="0" latinLnBrk="1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5pPr>
          </a:lstStyle>
          <a:p>
            <a:pPr algn="ctr" eaLnBrk="1" hangingPunct="1" latinLnBrk="1" lvl="0"/>
            <a:endParaRPr altLang="en-US" lang="en-US">
              <a:solidFill>
                <a:srgbClr val="FFFFFF"/>
              </a:solidFill>
              <a:latin typeface="Gill Sans MT" pitchFamily="34" charset="0"/>
            </a:endParaRPr>
          </a:p>
        </p:txBody>
      </p:sp>
      <p:sp>
        <p:nvSpPr>
          <p:cNvPr id="1048606" name=""/>
          <p:cNvSpPr/>
          <p:nvPr>
            <p:ph type="dt" sz="half" idx="2"/>
          </p:nvPr>
        </p:nvSpPr>
        <p:spPr>
          <a:xfrm rot="0">
            <a:off x="6400800" y="6356350"/>
            <a:ext cx="2289175" cy="365125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1pPr>
            <a:lvl2pPr algn="l" eaLnBrk="1" fontAlgn="base" hangingPunct="1" indent="0" latinLnBrk="1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2pPr>
            <a:lvl3pPr algn="l" eaLnBrk="1" fontAlgn="base" hangingPunct="1" indent="0" latinLnBrk="1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3pPr>
            <a:lvl4pPr algn="l" eaLnBrk="1" fontAlgn="base" hangingPunct="1" indent="0" latinLnBrk="1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4pPr>
            <a:lvl5pPr algn="l" eaLnBrk="1" fontAlgn="base" hangingPunct="1" indent="0" latinLnBrk="1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5pPr>
          </a:lstStyle>
          <a:p>
            <a:pPr eaLnBrk="1" hangingPunct="1" latinLnBrk="1" lvl="0"/>
            <a:endParaRPr altLang="en-US" sz="1400" lang="en-US">
              <a:solidFill>
                <a:schemeClr val="lt2"/>
              </a:solidFill>
            </a:endParaRPr>
          </a:p>
        </p:txBody>
      </p:sp>
      <p:sp>
        <p:nvSpPr>
          <p:cNvPr id="1048607" name=""/>
          <p:cNvSpPr/>
          <p:nvPr>
            <p:ph type="ftr" sz="quarter" idx="3"/>
          </p:nvPr>
        </p:nvSpPr>
        <p:spPr>
          <a:xfrm rot="0">
            <a:off x="2898775" y="6356350"/>
            <a:ext cx="3505200" cy="365125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1pPr>
            <a:lvl2pPr algn="l" eaLnBrk="1" fontAlgn="base" hangingPunct="1" indent="0" latinLnBrk="1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2pPr>
            <a:lvl3pPr algn="l" eaLnBrk="1" fontAlgn="base" hangingPunct="1" indent="0" latinLnBrk="1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3pPr>
            <a:lvl4pPr algn="l" eaLnBrk="1" fontAlgn="base" hangingPunct="1" indent="0" latinLnBrk="1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4pPr>
            <a:lvl5pPr algn="l" eaLnBrk="1" fontAlgn="base" hangingPunct="1" indent="0" latinLnBrk="1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5pPr>
          </a:lstStyle>
          <a:p>
            <a:pPr algn="r" eaLnBrk="1" hangingPunct="1" latinLnBrk="1" lvl="0"/>
            <a:endParaRPr altLang="en-US" sz="1400" lang="en-US">
              <a:solidFill>
                <a:schemeClr val="lt2"/>
              </a:solidFill>
            </a:endParaRPr>
          </a:p>
        </p:txBody>
      </p:sp>
      <p:sp>
        <p:nvSpPr>
          <p:cNvPr id="1048608" name=""/>
          <p:cNvSpPr/>
          <p:nvPr>
            <p:ph type="sldNum" sz="quarter" idx="4"/>
          </p:nvPr>
        </p:nvSpPr>
        <p:spPr>
          <a:xfrm rot="0">
            <a:off x="612775" y="6356350"/>
            <a:ext cx="1981200" cy="365125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1pPr>
            <a:lvl2pPr algn="l" eaLnBrk="1" fontAlgn="base" hangingPunct="1" indent="0" latinLnBrk="1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2pPr>
            <a:lvl3pPr algn="l" eaLnBrk="1" fontAlgn="base" hangingPunct="1" indent="0" latinLnBrk="1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3pPr>
            <a:lvl4pPr algn="l" eaLnBrk="1" fontAlgn="base" hangingPunct="1" indent="0" latinLnBrk="1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4pPr>
            <a:lvl5pPr algn="l" eaLnBrk="1" fontAlgn="base" hangingPunct="1" indent="0" latinLnBrk="1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5pPr>
          </a:lstStyle>
          <a:p>
            <a:pPr eaLnBrk="1" hangingPunct="1" latinLnBrk="1" lvl="0"/>
            <a:fld id="{566ABCEB-ACFC-4714-9973-3DA970169C29}" type="slidenum">
              <a:rPr altLang="en-US" sz="1400" lang="en-US">
                <a:solidFill>
                  <a:schemeClr val="lt2"/>
                </a:solidFill>
              </a:rPr>
              <a:pPr eaLnBrk="1" hangingPunct="1" latinLnBrk="1" lvl="0"/>
            </a:fld>
            <a:endParaRPr altLang="en-US" sz="1400" lang="en-US">
              <a:solidFill>
                <a:schemeClr val="lt2"/>
              </a:solidFill>
            </a:endParaRPr>
          </a:p>
        </p:txBody>
      </p:sp>
      <p:sp>
        <p:nvSpPr>
          <p:cNvPr id="1048610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09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iming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>
    <p:bg bwMode="white">
      <p:bgPr>
        <a:solidFill>
          <a:schemeClr val="dk2"/>
        </a:solidFill>
      </p:bgPr>
    </p:bg>
    <p:spTree>
      <p:nvGrpSpPr>
        <p:cNvPr id="136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761" name=""/>
          <p:cNvSpPr/>
          <p:nvPr/>
        </p:nvSpPr>
        <p:spPr>
          <a:xfrm rot="0">
            <a:off x="914400" y="2819400"/>
            <a:ext cx="7315200" cy="1279525"/>
          </a:xfrm>
          <a:prstGeom prst="rect"/>
          <a:noFill/>
          <a:ln w="6350" cap="rnd" cmpd="sng">
            <a:solidFill>
              <a:schemeClr val="accent1">
                <a:alpha val="100000"/>
              </a:schemeClr>
            </a:solidFill>
            <a:prstDash val="solid"/>
            <a:round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1pPr>
            <a:lvl2pPr algn="l" eaLnBrk="1" fontAlgn="base" hangingPunct="1" indent="0" latinLnBrk="1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2pPr>
            <a:lvl3pPr algn="l" eaLnBrk="1" fontAlgn="base" hangingPunct="1" indent="0" latinLnBrk="1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3pPr>
            <a:lvl4pPr algn="l" eaLnBrk="1" fontAlgn="base" hangingPunct="1" indent="0" latinLnBrk="1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4pPr>
            <a:lvl5pPr algn="l" eaLnBrk="1" fontAlgn="base" hangingPunct="1" indent="0" latinLnBrk="1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5pPr>
          </a:lstStyle>
          <a:p>
            <a:pPr algn="ctr" eaLnBrk="1" hangingPunct="1" latinLnBrk="1" lvl="0"/>
            <a:endParaRPr altLang="en-US" lang="en-US">
              <a:solidFill>
                <a:srgbClr val="FFFFFF"/>
              </a:solidFill>
              <a:latin typeface="Gill Sans MT" pitchFamily="34" charset="0"/>
            </a:endParaRPr>
          </a:p>
        </p:txBody>
      </p:sp>
      <p:sp>
        <p:nvSpPr>
          <p:cNvPr id="1048762" name=""/>
          <p:cNvSpPr/>
          <p:nvPr/>
        </p:nvSpPr>
        <p:spPr>
          <a:xfrm rot="0">
            <a:off x="914400" y="2819400"/>
            <a:ext cx="228600" cy="1279525"/>
          </a:xfrm>
          <a:prstGeom prst="rect"/>
          <a:solidFill>
            <a:schemeClr val="accent1"/>
          </a:solidFill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1pPr>
            <a:lvl2pPr algn="l" eaLnBrk="1" fontAlgn="base" hangingPunct="1" indent="0" latinLnBrk="1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2pPr>
            <a:lvl3pPr algn="l" eaLnBrk="1" fontAlgn="base" hangingPunct="1" indent="0" latinLnBrk="1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3pPr>
            <a:lvl4pPr algn="l" eaLnBrk="1" fontAlgn="base" hangingPunct="1" indent="0" latinLnBrk="1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4pPr>
            <a:lvl5pPr algn="l" eaLnBrk="1" fontAlgn="base" hangingPunct="1" indent="0" latinLnBrk="1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5pPr>
          </a:lstStyle>
          <a:p>
            <a:pPr algn="ctr" eaLnBrk="1" hangingPunct="1" latinLnBrk="1" lvl="0"/>
            <a:endParaRPr altLang="en-US" lang="en-US">
              <a:solidFill>
                <a:srgbClr val="FFFFFF"/>
              </a:solidFill>
              <a:latin typeface="Gill Sans MT" pitchFamily="34" charset="0"/>
            </a:endParaRPr>
          </a:p>
        </p:txBody>
      </p:sp>
      <p:sp>
        <p:nvSpPr>
          <p:cNvPr id="1048765" name=""/>
          <p:cNvSpPr/>
          <p:nvPr>
            <p:ph type="dt" sz="half" idx="2"/>
          </p:nvPr>
        </p:nvSpPr>
        <p:spPr>
          <a:xfrm rot="0">
            <a:off x="6400800" y="6354762"/>
            <a:ext cx="2286000" cy="366712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1pPr>
            <a:lvl2pPr algn="l" eaLnBrk="1" fontAlgn="base" hangingPunct="1" indent="0" latinLnBrk="1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2pPr>
            <a:lvl3pPr algn="l" eaLnBrk="1" fontAlgn="base" hangingPunct="1" indent="0" latinLnBrk="1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3pPr>
            <a:lvl4pPr algn="l" eaLnBrk="1" fontAlgn="base" hangingPunct="1" indent="0" latinLnBrk="1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4pPr>
            <a:lvl5pPr algn="l" eaLnBrk="1" fontAlgn="base" hangingPunct="1" indent="0" latinLnBrk="1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5pPr>
          </a:lstStyle>
          <a:p>
            <a:pPr eaLnBrk="1" hangingPunct="1" latinLnBrk="1" lvl="0"/>
            <a:endParaRPr altLang="en-US" sz="1400" lang="en-US">
              <a:solidFill>
                <a:schemeClr val="lt2"/>
              </a:solidFill>
            </a:endParaRPr>
          </a:p>
        </p:txBody>
      </p:sp>
      <p:sp>
        <p:nvSpPr>
          <p:cNvPr id="1048766" name=""/>
          <p:cNvSpPr/>
          <p:nvPr>
            <p:ph type="ftr" sz="quarter" idx="3"/>
          </p:nvPr>
        </p:nvSpPr>
        <p:spPr>
          <a:xfrm rot="0">
            <a:off x="2898775" y="6354762"/>
            <a:ext cx="3475037" cy="366712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1pPr>
            <a:lvl2pPr algn="l" eaLnBrk="1" fontAlgn="base" hangingPunct="1" indent="0" latinLnBrk="1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2pPr>
            <a:lvl3pPr algn="l" eaLnBrk="1" fontAlgn="base" hangingPunct="1" indent="0" latinLnBrk="1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3pPr>
            <a:lvl4pPr algn="l" eaLnBrk="1" fontAlgn="base" hangingPunct="1" indent="0" latinLnBrk="1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4pPr>
            <a:lvl5pPr algn="l" eaLnBrk="1" fontAlgn="base" hangingPunct="1" indent="0" latinLnBrk="1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5pPr>
          </a:lstStyle>
          <a:p>
            <a:pPr algn="r" eaLnBrk="1" hangingPunct="1" latinLnBrk="1" lvl="0"/>
            <a:endParaRPr altLang="en-US" sz="1400" lang="en-US">
              <a:solidFill>
                <a:schemeClr val="lt2"/>
              </a:solidFill>
            </a:endParaRPr>
          </a:p>
        </p:txBody>
      </p:sp>
      <p:sp>
        <p:nvSpPr>
          <p:cNvPr id="1048767" name=""/>
          <p:cNvSpPr/>
          <p:nvPr>
            <p:ph type="sldNum" sz="quarter" idx="4"/>
          </p:nvPr>
        </p:nvSpPr>
        <p:spPr>
          <a:xfrm rot="0">
            <a:off x="1069975" y="6354762"/>
            <a:ext cx="1520825" cy="366712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1pPr>
            <a:lvl2pPr algn="l" eaLnBrk="1" fontAlgn="base" hangingPunct="1" indent="0" latinLnBrk="1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2pPr>
            <a:lvl3pPr algn="l" eaLnBrk="1" fontAlgn="base" hangingPunct="1" indent="0" latinLnBrk="1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3pPr>
            <a:lvl4pPr algn="l" eaLnBrk="1" fontAlgn="base" hangingPunct="1" indent="0" latinLnBrk="1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4pPr>
            <a:lvl5pPr algn="l" eaLnBrk="1" fontAlgn="base" hangingPunct="1" indent="0" latinLnBrk="1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5pPr>
          </a:lstStyle>
          <a:p>
            <a:pPr eaLnBrk="1" hangingPunct="1" latinLnBrk="1" lvl="0"/>
            <a:fld id="{566ABCEB-ACFC-4714-9973-3DA970169C29}" type="slidenum">
              <a:rPr altLang="en-US" sz="1400" lang="en-US">
                <a:solidFill>
                  <a:schemeClr val="lt2"/>
                </a:solidFill>
              </a:rPr>
              <a:pPr eaLnBrk="1" hangingPunct="1" latinLnBrk="1" lvl="0"/>
            </a:fld>
            <a:endParaRPr altLang="en-US" sz="1400" lang="en-US">
              <a:solidFill>
                <a:schemeClr val="lt2"/>
              </a:solidFill>
            </a:endParaRPr>
          </a:p>
        </p:txBody>
      </p:sp>
      <p:sp>
        <p:nvSpPr>
          <p:cNvPr id="1048769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/>
          <a:lstStyle>
            <a:lvl1pPr algn="r" indent="0" marL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68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/>
          <a:lstStyle>
            <a:lvl1pPr algn="r">
              <a:buNone/>
              <a:defRPr baseline="0" b="0" cap="none" sz="3200"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iming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>
    <p:bg bwMode="white">
      <p:bgPr>
        <a:solidFill>
          <a:schemeClr val="lt1"/>
        </a:solidFill>
      </p:bgPr>
    </p:bg>
    <p:spTree>
      <p:nvGrpSpPr>
        <p:cNvPr id="139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770" name=""/>
          <p:cNvSpPr/>
          <p:nvPr/>
        </p:nvSpPr>
        <p:spPr>
          <a:xfrm rot="0">
            <a:off x="457200" y="6353175"/>
            <a:ext cx="8229600" cy="0"/>
          </a:xfrm>
          <a:prstGeom prst="line"/>
          <a:noFill/>
          <a:ln w="9525" cap="flat" cmpd="sng">
            <a:solidFill>
              <a:schemeClr val="accent2">
                <a:alpha val="100000"/>
              </a:schemeClr>
            </a:solidFill>
            <a:prstDash val="dash"/>
            <a:round/>
          </a:ln>
        </p:spPr>
      </p:sp>
      <p:sp>
        <p:nvSpPr>
          <p:cNvPr id="1048771" name=""/>
          <p:cNvSpPr/>
          <p:nvPr/>
        </p:nvSpPr>
        <p:spPr>
          <a:xfrm rot="0">
            <a:off x="457200" y="1143000"/>
            <a:ext cx="8229600" cy="0"/>
          </a:xfrm>
          <a:prstGeom prst="line"/>
          <a:noFill/>
          <a:ln w="9525" cap="flat" cmpd="sng">
            <a:solidFill>
              <a:schemeClr val="accent2">
                <a:alpha val="100000"/>
              </a:schemeClr>
            </a:solidFill>
            <a:prstDash val="dash"/>
            <a:round/>
          </a:ln>
        </p:spPr>
      </p:sp>
      <p:sp>
        <p:nvSpPr>
          <p:cNvPr id="1048772" name=""/>
          <p:cNvSpPr/>
          <p:nvPr/>
        </p:nvSpPr>
        <p:spPr>
          <a:xfrm rot="5400000">
            <a:off x="419100" y="6467475"/>
            <a:ext cx="190500" cy="120650"/>
          </a:xfrm>
          <a:prstGeom prst="triangle"/>
          <a:solidFill>
            <a:schemeClr val="accent2"/>
          </a:solidFill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1pPr>
            <a:lvl2pPr algn="l" eaLnBrk="1" fontAlgn="base" hangingPunct="1" indent="0" latinLnBrk="1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2pPr>
            <a:lvl3pPr algn="l" eaLnBrk="1" fontAlgn="base" hangingPunct="1" indent="0" latinLnBrk="1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3pPr>
            <a:lvl4pPr algn="l" eaLnBrk="1" fontAlgn="base" hangingPunct="1" indent="0" latinLnBrk="1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4pPr>
            <a:lvl5pPr algn="l" eaLnBrk="1" fontAlgn="base" hangingPunct="1" indent="0" latinLnBrk="1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5pPr>
          </a:lstStyle>
          <a:p>
            <a:pPr algn="ctr" eaLnBrk="1" hangingPunct="1" latinLnBrk="1" lvl="0"/>
            <a:endParaRPr altLang="en-US" lang="en-US">
              <a:solidFill>
                <a:srgbClr val="FFFFFF"/>
              </a:solidFill>
              <a:latin typeface="Gill Sans MT" pitchFamily="34" charset="0"/>
            </a:endParaRPr>
          </a:p>
        </p:txBody>
      </p:sp>
      <p:sp>
        <p:nvSpPr>
          <p:cNvPr id="1048775" name=""/>
          <p:cNvSpPr/>
          <p:nvPr>
            <p:ph type="dt" sz="half" idx="2"/>
          </p:nvPr>
        </p:nvSpPr>
        <p:spPr>
          <a:xfrm rot="0">
            <a:off x="6400800" y="6356350"/>
            <a:ext cx="2289175" cy="365125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1pPr>
            <a:lvl2pPr algn="l" eaLnBrk="1" fontAlgn="base" hangingPunct="1" indent="0" latinLnBrk="1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2pPr>
            <a:lvl3pPr algn="l" eaLnBrk="1" fontAlgn="base" hangingPunct="1" indent="0" latinLnBrk="1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3pPr>
            <a:lvl4pPr algn="l" eaLnBrk="1" fontAlgn="base" hangingPunct="1" indent="0" latinLnBrk="1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4pPr>
            <a:lvl5pPr algn="l" eaLnBrk="1" fontAlgn="base" hangingPunct="1" indent="0" latinLnBrk="1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5pPr>
          </a:lstStyle>
          <a:p>
            <a:pPr eaLnBrk="1" hangingPunct="1" latinLnBrk="1" lvl="0"/>
            <a:endParaRPr altLang="en-US" sz="1400" lang="en-US">
              <a:solidFill>
                <a:schemeClr val="lt2"/>
              </a:solidFill>
            </a:endParaRPr>
          </a:p>
        </p:txBody>
      </p:sp>
      <p:sp>
        <p:nvSpPr>
          <p:cNvPr id="1048776" name=""/>
          <p:cNvSpPr/>
          <p:nvPr>
            <p:ph type="ftr" sz="quarter" idx="3"/>
          </p:nvPr>
        </p:nvSpPr>
        <p:spPr>
          <a:xfrm rot="0">
            <a:off x="2898775" y="6356350"/>
            <a:ext cx="3505200" cy="365125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1pPr>
            <a:lvl2pPr algn="l" eaLnBrk="1" fontAlgn="base" hangingPunct="1" indent="0" latinLnBrk="1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2pPr>
            <a:lvl3pPr algn="l" eaLnBrk="1" fontAlgn="base" hangingPunct="1" indent="0" latinLnBrk="1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3pPr>
            <a:lvl4pPr algn="l" eaLnBrk="1" fontAlgn="base" hangingPunct="1" indent="0" latinLnBrk="1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4pPr>
            <a:lvl5pPr algn="l" eaLnBrk="1" fontAlgn="base" hangingPunct="1" indent="0" latinLnBrk="1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5pPr>
          </a:lstStyle>
          <a:p>
            <a:pPr algn="r" eaLnBrk="1" hangingPunct="1" latinLnBrk="1" lvl="0"/>
            <a:endParaRPr altLang="en-US" sz="1400" lang="en-US">
              <a:solidFill>
                <a:schemeClr val="lt2"/>
              </a:solidFill>
            </a:endParaRPr>
          </a:p>
        </p:txBody>
      </p:sp>
      <p:sp>
        <p:nvSpPr>
          <p:cNvPr id="1048777" name=""/>
          <p:cNvSpPr/>
          <p:nvPr>
            <p:ph type="sldNum" sz="quarter" idx="4"/>
          </p:nvPr>
        </p:nvSpPr>
        <p:spPr>
          <a:xfrm rot="0">
            <a:off x="612775" y="6356350"/>
            <a:ext cx="1981200" cy="365125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1pPr>
            <a:lvl2pPr algn="l" eaLnBrk="1" fontAlgn="base" hangingPunct="1" indent="0" latinLnBrk="1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2pPr>
            <a:lvl3pPr algn="l" eaLnBrk="1" fontAlgn="base" hangingPunct="1" indent="0" latinLnBrk="1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3pPr>
            <a:lvl4pPr algn="l" eaLnBrk="1" fontAlgn="base" hangingPunct="1" indent="0" latinLnBrk="1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4pPr>
            <a:lvl5pPr algn="l" eaLnBrk="1" fontAlgn="base" hangingPunct="1" indent="0" latinLnBrk="1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5pPr>
          </a:lstStyle>
          <a:p>
            <a:pPr eaLnBrk="1" hangingPunct="1" latinLnBrk="1" lvl="0"/>
            <a:fld id="{566ABCEB-ACFC-4714-9973-3DA970169C29}" type="slidenum">
              <a:rPr altLang="en-US" sz="1400" lang="en-US">
                <a:solidFill>
                  <a:schemeClr val="lt2"/>
                </a:solidFill>
              </a:rPr>
              <a:pPr eaLnBrk="1" hangingPunct="1" latinLnBrk="1" lvl="0"/>
            </a:fld>
            <a:endParaRPr altLang="en-US" sz="1400" lang="en-US">
              <a:solidFill>
                <a:schemeClr val="lt2"/>
              </a:solidFill>
            </a:endParaRPr>
          </a:p>
        </p:txBody>
      </p:sp>
      <p:sp>
        <p:nvSpPr>
          <p:cNvPr id="1048780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7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78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iming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>
    <p:bg bwMode="white">
      <p:bgPr>
        <a:solidFill>
          <a:schemeClr val="lt1"/>
        </a:solidFill>
      </p:bgPr>
    </p:bg>
    <p:spTree>
      <p:nvGrpSpPr>
        <p:cNvPr id="142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781" name=""/>
          <p:cNvSpPr/>
          <p:nvPr/>
        </p:nvSpPr>
        <p:spPr>
          <a:xfrm rot="0">
            <a:off x="457200" y="6353175"/>
            <a:ext cx="8229600" cy="0"/>
          </a:xfrm>
          <a:prstGeom prst="line"/>
          <a:noFill/>
          <a:ln w="9525" cap="flat" cmpd="sng">
            <a:solidFill>
              <a:schemeClr val="accent2">
                <a:alpha val="100000"/>
              </a:schemeClr>
            </a:solidFill>
            <a:prstDash val="dash"/>
            <a:round/>
          </a:ln>
        </p:spPr>
      </p:sp>
      <p:sp>
        <p:nvSpPr>
          <p:cNvPr id="1048782" name=""/>
          <p:cNvSpPr/>
          <p:nvPr/>
        </p:nvSpPr>
        <p:spPr>
          <a:xfrm rot="0">
            <a:off x="457200" y="1143000"/>
            <a:ext cx="8229600" cy="0"/>
          </a:xfrm>
          <a:prstGeom prst="line"/>
          <a:noFill/>
          <a:ln w="9525" cap="flat" cmpd="sng">
            <a:solidFill>
              <a:schemeClr val="accent2">
                <a:alpha val="100000"/>
              </a:schemeClr>
            </a:solidFill>
            <a:prstDash val="dash"/>
            <a:round/>
          </a:ln>
        </p:spPr>
      </p:sp>
      <p:sp>
        <p:nvSpPr>
          <p:cNvPr id="1048783" name=""/>
          <p:cNvSpPr/>
          <p:nvPr/>
        </p:nvSpPr>
        <p:spPr>
          <a:xfrm rot="5400000">
            <a:off x="419100" y="6467475"/>
            <a:ext cx="190500" cy="120650"/>
          </a:xfrm>
          <a:prstGeom prst="triangle"/>
          <a:solidFill>
            <a:schemeClr val="accent2"/>
          </a:solidFill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1pPr>
            <a:lvl2pPr algn="l" eaLnBrk="1" fontAlgn="base" hangingPunct="1" indent="0" latinLnBrk="1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2pPr>
            <a:lvl3pPr algn="l" eaLnBrk="1" fontAlgn="base" hangingPunct="1" indent="0" latinLnBrk="1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3pPr>
            <a:lvl4pPr algn="l" eaLnBrk="1" fontAlgn="base" hangingPunct="1" indent="0" latinLnBrk="1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4pPr>
            <a:lvl5pPr algn="l" eaLnBrk="1" fontAlgn="base" hangingPunct="1" indent="0" latinLnBrk="1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5pPr>
          </a:lstStyle>
          <a:p>
            <a:pPr algn="ctr" eaLnBrk="1" hangingPunct="1" latinLnBrk="1" lvl="0"/>
            <a:endParaRPr altLang="en-US" lang="en-US">
              <a:solidFill>
                <a:srgbClr val="FFFFFF"/>
              </a:solidFill>
              <a:latin typeface="Gill Sans MT" pitchFamily="34" charset="0"/>
            </a:endParaRPr>
          </a:p>
        </p:txBody>
      </p:sp>
      <p:sp>
        <p:nvSpPr>
          <p:cNvPr id="1048786" name=""/>
          <p:cNvSpPr/>
          <p:nvPr>
            <p:ph type="dt" sz="half" idx="2"/>
          </p:nvPr>
        </p:nvSpPr>
        <p:spPr>
          <a:xfrm rot="0">
            <a:off x="6400800" y="6356350"/>
            <a:ext cx="2289175" cy="365125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1pPr>
            <a:lvl2pPr algn="l" eaLnBrk="1" fontAlgn="base" hangingPunct="1" indent="0" latinLnBrk="1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2pPr>
            <a:lvl3pPr algn="l" eaLnBrk="1" fontAlgn="base" hangingPunct="1" indent="0" latinLnBrk="1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3pPr>
            <a:lvl4pPr algn="l" eaLnBrk="1" fontAlgn="base" hangingPunct="1" indent="0" latinLnBrk="1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4pPr>
            <a:lvl5pPr algn="l" eaLnBrk="1" fontAlgn="base" hangingPunct="1" indent="0" latinLnBrk="1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5pPr>
          </a:lstStyle>
          <a:p>
            <a:pPr eaLnBrk="1" hangingPunct="1" latinLnBrk="1" lvl="0"/>
            <a:endParaRPr altLang="en-US" sz="1400" lang="en-US">
              <a:solidFill>
                <a:schemeClr val="lt2"/>
              </a:solidFill>
            </a:endParaRPr>
          </a:p>
        </p:txBody>
      </p:sp>
      <p:sp>
        <p:nvSpPr>
          <p:cNvPr id="1048787" name=""/>
          <p:cNvSpPr/>
          <p:nvPr>
            <p:ph type="ftr" sz="quarter" idx="3"/>
          </p:nvPr>
        </p:nvSpPr>
        <p:spPr>
          <a:xfrm rot="0">
            <a:off x="2898775" y="6356350"/>
            <a:ext cx="3505200" cy="365125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1pPr>
            <a:lvl2pPr algn="l" eaLnBrk="1" fontAlgn="base" hangingPunct="1" indent="0" latinLnBrk="1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2pPr>
            <a:lvl3pPr algn="l" eaLnBrk="1" fontAlgn="base" hangingPunct="1" indent="0" latinLnBrk="1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3pPr>
            <a:lvl4pPr algn="l" eaLnBrk="1" fontAlgn="base" hangingPunct="1" indent="0" latinLnBrk="1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4pPr>
            <a:lvl5pPr algn="l" eaLnBrk="1" fontAlgn="base" hangingPunct="1" indent="0" latinLnBrk="1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5pPr>
          </a:lstStyle>
          <a:p>
            <a:pPr algn="r" eaLnBrk="1" hangingPunct="1" latinLnBrk="1" lvl="0"/>
            <a:endParaRPr altLang="en-US" sz="1400" lang="en-US">
              <a:solidFill>
                <a:schemeClr val="lt2"/>
              </a:solidFill>
            </a:endParaRPr>
          </a:p>
        </p:txBody>
      </p:sp>
      <p:sp>
        <p:nvSpPr>
          <p:cNvPr id="1048788" name=""/>
          <p:cNvSpPr/>
          <p:nvPr>
            <p:ph type="sldNum" sz="quarter" idx="4"/>
          </p:nvPr>
        </p:nvSpPr>
        <p:spPr>
          <a:xfrm rot="0">
            <a:off x="612775" y="6356350"/>
            <a:ext cx="1981200" cy="365125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1pPr>
            <a:lvl2pPr algn="l" eaLnBrk="1" fontAlgn="base" hangingPunct="1" indent="0" latinLnBrk="1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2pPr>
            <a:lvl3pPr algn="l" eaLnBrk="1" fontAlgn="base" hangingPunct="1" indent="0" latinLnBrk="1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3pPr>
            <a:lvl4pPr algn="l" eaLnBrk="1" fontAlgn="base" hangingPunct="1" indent="0" latinLnBrk="1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4pPr>
            <a:lvl5pPr algn="l" eaLnBrk="1" fontAlgn="base" hangingPunct="1" indent="0" latinLnBrk="1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5pPr>
          </a:lstStyle>
          <a:p>
            <a:pPr eaLnBrk="1" hangingPunct="1" latinLnBrk="1" lvl="0"/>
            <a:fld id="{566ABCEB-ACFC-4714-9973-3DA970169C29}" type="slidenum">
              <a:rPr altLang="en-US" sz="1400" lang="en-US">
                <a:solidFill>
                  <a:schemeClr val="lt2"/>
                </a:solidFill>
              </a:rPr>
              <a:pPr eaLnBrk="1" hangingPunct="1" latinLnBrk="1" lvl="0"/>
            </a:fld>
            <a:endParaRPr altLang="en-US" sz="1400" lang="en-US">
              <a:solidFill>
                <a:schemeClr val="lt2"/>
              </a:solidFill>
            </a:endParaRPr>
          </a:p>
        </p:txBody>
      </p:sp>
      <p:sp>
        <p:nvSpPr>
          <p:cNvPr id="104879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92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91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anchor="b"/>
          <a:lstStyle>
            <a:lvl1pPr indent="0" marL="0">
              <a:buNone/>
              <a:defRPr b="1" sz="2400">
                <a:solidFill>
                  <a:schemeClr val="accent2"/>
                </a:solidFill>
              </a:defRPr>
            </a:lvl1pPr>
            <a:lvl2pPr>
              <a:buNone/>
              <a:defRPr b="1" sz="2000"/>
            </a:lvl2pPr>
            <a:lvl3pPr>
              <a:buNone/>
              <a:defRPr b="1" sz="1800"/>
            </a:lvl3pPr>
            <a:lvl4pPr>
              <a:buNone/>
              <a:defRPr b="1" sz="1600"/>
            </a:lvl4pPr>
            <a:lvl5pPr>
              <a:buNone/>
              <a:defRPr b="1"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90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anchor="b">
            <a:noAutofit/>
          </a:bodyPr>
          <a:lstStyle>
            <a:lvl1pPr indent="0" marL="0">
              <a:buNone/>
              <a:defRPr b="1" sz="2400">
                <a:solidFill>
                  <a:schemeClr val="accent2"/>
                </a:solidFill>
              </a:defRPr>
            </a:lvl1pPr>
            <a:lvl2pPr>
              <a:buNone/>
              <a:defRPr b="1" sz="2000"/>
            </a:lvl2pPr>
            <a:lvl3pPr>
              <a:buNone/>
              <a:defRPr b="1" sz="1800"/>
            </a:lvl3pPr>
            <a:lvl4pPr>
              <a:buNone/>
              <a:defRPr b="1" sz="1600"/>
            </a:lvl4pPr>
            <a:lvl5pPr>
              <a:buNone/>
              <a:defRPr b="1"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89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iming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>
    <p:bg bwMode="white">
      <p:bgPr>
        <a:solidFill>
          <a:schemeClr val="lt1"/>
        </a:solidFill>
      </p:bgPr>
    </p:bg>
    <p:spTree>
      <p:nvGrpSpPr>
        <p:cNvPr id="145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794" name=""/>
          <p:cNvSpPr/>
          <p:nvPr/>
        </p:nvSpPr>
        <p:spPr>
          <a:xfrm rot="0">
            <a:off x="457200" y="6353175"/>
            <a:ext cx="8229600" cy="0"/>
          </a:xfrm>
          <a:prstGeom prst="line"/>
          <a:noFill/>
          <a:ln w="9525" cap="flat" cmpd="sng">
            <a:solidFill>
              <a:schemeClr val="accent2">
                <a:alpha val="100000"/>
              </a:schemeClr>
            </a:solidFill>
            <a:prstDash val="dash"/>
            <a:round/>
          </a:ln>
        </p:spPr>
      </p:sp>
      <p:sp>
        <p:nvSpPr>
          <p:cNvPr id="1048795" name=""/>
          <p:cNvSpPr/>
          <p:nvPr/>
        </p:nvSpPr>
        <p:spPr>
          <a:xfrm rot="0">
            <a:off x="457200" y="1143000"/>
            <a:ext cx="8229600" cy="0"/>
          </a:xfrm>
          <a:prstGeom prst="line"/>
          <a:noFill/>
          <a:ln w="9525" cap="flat" cmpd="sng">
            <a:solidFill>
              <a:schemeClr val="accent2">
                <a:alpha val="100000"/>
              </a:schemeClr>
            </a:solidFill>
            <a:prstDash val="dash"/>
            <a:round/>
          </a:ln>
        </p:spPr>
      </p:sp>
      <p:sp>
        <p:nvSpPr>
          <p:cNvPr id="1048796" name=""/>
          <p:cNvSpPr/>
          <p:nvPr/>
        </p:nvSpPr>
        <p:spPr>
          <a:xfrm rot="5400000">
            <a:off x="419100" y="6467475"/>
            <a:ext cx="190500" cy="120650"/>
          </a:xfrm>
          <a:prstGeom prst="triangle"/>
          <a:solidFill>
            <a:schemeClr val="accent2"/>
          </a:solidFill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1pPr>
            <a:lvl2pPr algn="l" eaLnBrk="1" fontAlgn="base" hangingPunct="1" indent="0" latinLnBrk="1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2pPr>
            <a:lvl3pPr algn="l" eaLnBrk="1" fontAlgn="base" hangingPunct="1" indent="0" latinLnBrk="1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3pPr>
            <a:lvl4pPr algn="l" eaLnBrk="1" fontAlgn="base" hangingPunct="1" indent="0" latinLnBrk="1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4pPr>
            <a:lvl5pPr algn="l" eaLnBrk="1" fontAlgn="base" hangingPunct="1" indent="0" latinLnBrk="1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5pPr>
          </a:lstStyle>
          <a:p>
            <a:pPr algn="ctr" eaLnBrk="1" hangingPunct="1" latinLnBrk="1" lvl="0"/>
            <a:endParaRPr altLang="en-US" lang="en-US">
              <a:solidFill>
                <a:srgbClr val="FFFFFF"/>
              </a:solidFill>
              <a:latin typeface="Gill Sans MT" pitchFamily="34" charset="0"/>
            </a:endParaRPr>
          </a:p>
        </p:txBody>
      </p:sp>
      <p:sp>
        <p:nvSpPr>
          <p:cNvPr id="1048797" name=""/>
          <p:cNvSpPr/>
          <p:nvPr/>
        </p:nvSpPr>
        <p:spPr>
          <a:xfrm rot="5400000">
            <a:off x="419100" y="6467475"/>
            <a:ext cx="190500" cy="120650"/>
          </a:xfrm>
          <a:prstGeom prst="triangle"/>
          <a:solidFill>
            <a:schemeClr val="accent2"/>
          </a:solidFill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1pPr>
            <a:lvl2pPr algn="l" eaLnBrk="1" fontAlgn="base" hangingPunct="1" indent="0" latinLnBrk="1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2pPr>
            <a:lvl3pPr algn="l" eaLnBrk="1" fontAlgn="base" hangingPunct="1" indent="0" latinLnBrk="1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3pPr>
            <a:lvl4pPr algn="l" eaLnBrk="1" fontAlgn="base" hangingPunct="1" indent="0" latinLnBrk="1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4pPr>
            <a:lvl5pPr algn="l" eaLnBrk="1" fontAlgn="base" hangingPunct="1" indent="0" latinLnBrk="1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5pPr>
          </a:lstStyle>
          <a:p>
            <a:pPr algn="ctr" eaLnBrk="1" hangingPunct="1" latinLnBrk="1" lvl="0"/>
            <a:endParaRPr altLang="en-US" lang="en-US">
              <a:solidFill>
                <a:srgbClr val="FFFFFF"/>
              </a:solidFill>
              <a:latin typeface="Gill Sans MT" pitchFamily="34" charset="0"/>
            </a:endParaRPr>
          </a:p>
        </p:txBody>
      </p:sp>
      <p:sp>
        <p:nvSpPr>
          <p:cNvPr id="1048800" name=""/>
          <p:cNvSpPr/>
          <p:nvPr>
            <p:ph type="dt" sz="half" idx="2"/>
          </p:nvPr>
        </p:nvSpPr>
        <p:spPr>
          <a:xfrm rot="0">
            <a:off x="6400800" y="6356350"/>
            <a:ext cx="2289175" cy="365125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1pPr>
            <a:lvl2pPr algn="l" eaLnBrk="1" fontAlgn="base" hangingPunct="1" indent="0" latinLnBrk="1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2pPr>
            <a:lvl3pPr algn="l" eaLnBrk="1" fontAlgn="base" hangingPunct="1" indent="0" latinLnBrk="1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3pPr>
            <a:lvl4pPr algn="l" eaLnBrk="1" fontAlgn="base" hangingPunct="1" indent="0" latinLnBrk="1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4pPr>
            <a:lvl5pPr algn="l" eaLnBrk="1" fontAlgn="base" hangingPunct="1" indent="0" latinLnBrk="1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5pPr>
          </a:lstStyle>
          <a:p>
            <a:pPr eaLnBrk="1" hangingPunct="1" latinLnBrk="1" lvl="0"/>
            <a:endParaRPr altLang="en-US" sz="1400" lang="en-US">
              <a:solidFill>
                <a:schemeClr val="lt2"/>
              </a:solidFill>
            </a:endParaRPr>
          </a:p>
        </p:txBody>
      </p:sp>
      <p:sp>
        <p:nvSpPr>
          <p:cNvPr id="1048801" name=""/>
          <p:cNvSpPr/>
          <p:nvPr>
            <p:ph type="ftr" sz="quarter" idx="3"/>
          </p:nvPr>
        </p:nvSpPr>
        <p:spPr>
          <a:xfrm rot="0">
            <a:off x="2898775" y="6356350"/>
            <a:ext cx="3505200" cy="365125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1pPr>
            <a:lvl2pPr algn="l" eaLnBrk="1" fontAlgn="base" hangingPunct="1" indent="0" latinLnBrk="1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2pPr>
            <a:lvl3pPr algn="l" eaLnBrk="1" fontAlgn="base" hangingPunct="1" indent="0" latinLnBrk="1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3pPr>
            <a:lvl4pPr algn="l" eaLnBrk="1" fontAlgn="base" hangingPunct="1" indent="0" latinLnBrk="1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4pPr>
            <a:lvl5pPr algn="l" eaLnBrk="1" fontAlgn="base" hangingPunct="1" indent="0" latinLnBrk="1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5pPr>
          </a:lstStyle>
          <a:p>
            <a:pPr algn="r" eaLnBrk="1" hangingPunct="1" latinLnBrk="1" lvl="0"/>
            <a:endParaRPr altLang="en-US" sz="1400" lang="en-US">
              <a:solidFill>
                <a:schemeClr val="lt2"/>
              </a:solidFill>
            </a:endParaRPr>
          </a:p>
        </p:txBody>
      </p:sp>
      <p:sp>
        <p:nvSpPr>
          <p:cNvPr id="1048802" name=""/>
          <p:cNvSpPr/>
          <p:nvPr>
            <p:ph type="sldNum" sz="quarter" idx="4"/>
          </p:nvPr>
        </p:nvSpPr>
        <p:spPr>
          <a:xfrm rot="0">
            <a:off x="612775" y="6356350"/>
            <a:ext cx="1981200" cy="365125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1pPr>
            <a:lvl2pPr algn="l" eaLnBrk="1" fontAlgn="base" hangingPunct="1" indent="0" latinLnBrk="1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2pPr>
            <a:lvl3pPr algn="l" eaLnBrk="1" fontAlgn="base" hangingPunct="1" indent="0" latinLnBrk="1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3pPr>
            <a:lvl4pPr algn="l" eaLnBrk="1" fontAlgn="base" hangingPunct="1" indent="0" latinLnBrk="1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4pPr>
            <a:lvl5pPr algn="l" eaLnBrk="1" fontAlgn="base" hangingPunct="1" indent="0" latinLnBrk="1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5pPr>
          </a:lstStyle>
          <a:p>
            <a:pPr eaLnBrk="1" hangingPunct="1" latinLnBrk="1" lvl="0"/>
            <a:fld id="{566ABCEB-ACFC-4714-9973-3DA970169C29}" type="slidenum">
              <a:rPr altLang="en-US" sz="1400" lang="en-US">
                <a:solidFill>
                  <a:schemeClr val="lt2"/>
                </a:solidFill>
              </a:rPr>
              <a:pPr eaLnBrk="1" hangingPunct="1" latinLnBrk="1" lvl="0"/>
            </a:fld>
            <a:endParaRPr altLang="en-US" sz="1400" lang="en-US">
              <a:solidFill>
                <a:schemeClr val="lt2"/>
              </a:solidFill>
            </a:endParaRPr>
          </a:p>
        </p:txBody>
      </p:sp>
      <p:sp>
        <p:nvSpPr>
          <p:cNvPr id="1048803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iming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>
    <p:bg bwMode="white">
      <p:bgPr>
        <a:solidFill>
          <a:schemeClr val="lt1"/>
        </a:solidFill>
      </p:bgPr>
    </p:bg>
    <p:spTree>
      <p:nvGrpSpPr>
        <p:cNvPr id="77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17" name=""/>
          <p:cNvSpPr/>
          <p:nvPr/>
        </p:nvSpPr>
        <p:spPr>
          <a:xfrm rot="0">
            <a:off x="457200" y="6353175"/>
            <a:ext cx="8229600" cy="0"/>
          </a:xfrm>
          <a:prstGeom prst="line"/>
          <a:noFill/>
          <a:ln w="9525" cap="flat" cmpd="sng">
            <a:solidFill>
              <a:schemeClr val="accent2">
                <a:alpha val="100000"/>
              </a:schemeClr>
            </a:solidFill>
            <a:prstDash val="dash"/>
            <a:round/>
          </a:ln>
        </p:spPr>
      </p:sp>
      <p:sp>
        <p:nvSpPr>
          <p:cNvPr id="1048618" name=""/>
          <p:cNvSpPr/>
          <p:nvPr/>
        </p:nvSpPr>
        <p:spPr>
          <a:xfrm rot="5400000">
            <a:off x="419100" y="6467475"/>
            <a:ext cx="190500" cy="120650"/>
          </a:xfrm>
          <a:prstGeom prst="triangle"/>
          <a:solidFill>
            <a:schemeClr val="accent2"/>
          </a:solidFill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1pPr>
            <a:lvl2pPr algn="l" eaLnBrk="1" fontAlgn="base" hangingPunct="1" indent="0" latinLnBrk="1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2pPr>
            <a:lvl3pPr algn="l" eaLnBrk="1" fontAlgn="base" hangingPunct="1" indent="0" latinLnBrk="1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3pPr>
            <a:lvl4pPr algn="l" eaLnBrk="1" fontAlgn="base" hangingPunct="1" indent="0" latinLnBrk="1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4pPr>
            <a:lvl5pPr algn="l" eaLnBrk="1" fontAlgn="base" hangingPunct="1" indent="0" latinLnBrk="1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5pPr>
          </a:lstStyle>
          <a:p>
            <a:pPr algn="ctr" eaLnBrk="1" hangingPunct="1" latinLnBrk="1" lvl="0"/>
            <a:endParaRPr altLang="en-US" lang="en-US">
              <a:solidFill>
                <a:srgbClr val="FFFFFF"/>
              </a:solidFill>
              <a:latin typeface="Gill Sans MT" pitchFamily="34" charset="0"/>
            </a:endParaRPr>
          </a:p>
        </p:txBody>
      </p:sp>
      <p:sp>
        <p:nvSpPr>
          <p:cNvPr id="1048621" name=""/>
          <p:cNvSpPr/>
          <p:nvPr>
            <p:ph type="dt" sz="half" idx="2"/>
          </p:nvPr>
        </p:nvSpPr>
        <p:spPr>
          <a:xfrm rot="0">
            <a:off x="6400800" y="6356350"/>
            <a:ext cx="2289175" cy="365125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1pPr>
            <a:lvl2pPr algn="l" eaLnBrk="1" fontAlgn="base" hangingPunct="1" indent="0" latinLnBrk="1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2pPr>
            <a:lvl3pPr algn="l" eaLnBrk="1" fontAlgn="base" hangingPunct="1" indent="0" latinLnBrk="1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3pPr>
            <a:lvl4pPr algn="l" eaLnBrk="1" fontAlgn="base" hangingPunct="1" indent="0" latinLnBrk="1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4pPr>
            <a:lvl5pPr algn="l" eaLnBrk="1" fontAlgn="base" hangingPunct="1" indent="0" latinLnBrk="1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5pPr>
          </a:lstStyle>
          <a:p>
            <a:pPr eaLnBrk="1" hangingPunct="1" latinLnBrk="1" lvl="0"/>
            <a:endParaRPr altLang="en-US" sz="1400" lang="en-US">
              <a:solidFill>
                <a:schemeClr val="lt2"/>
              </a:solidFill>
            </a:endParaRPr>
          </a:p>
        </p:txBody>
      </p:sp>
      <p:sp>
        <p:nvSpPr>
          <p:cNvPr id="1048622" name=""/>
          <p:cNvSpPr/>
          <p:nvPr>
            <p:ph type="ftr" sz="quarter" idx="3"/>
          </p:nvPr>
        </p:nvSpPr>
        <p:spPr>
          <a:xfrm rot="0">
            <a:off x="2898775" y="6356350"/>
            <a:ext cx="3505200" cy="365125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1pPr>
            <a:lvl2pPr algn="l" eaLnBrk="1" fontAlgn="base" hangingPunct="1" indent="0" latinLnBrk="1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2pPr>
            <a:lvl3pPr algn="l" eaLnBrk="1" fontAlgn="base" hangingPunct="1" indent="0" latinLnBrk="1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3pPr>
            <a:lvl4pPr algn="l" eaLnBrk="1" fontAlgn="base" hangingPunct="1" indent="0" latinLnBrk="1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4pPr>
            <a:lvl5pPr algn="l" eaLnBrk="1" fontAlgn="base" hangingPunct="1" indent="0" latinLnBrk="1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5pPr>
          </a:lstStyle>
          <a:p>
            <a:pPr algn="r" eaLnBrk="1" hangingPunct="1" latinLnBrk="1" lvl="0"/>
            <a:endParaRPr altLang="en-US" sz="1400" lang="en-US">
              <a:solidFill>
                <a:schemeClr val="lt2"/>
              </a:solidFill>
            </a:endParaRPr>
          </a:p>
        </p:txBody>
      </p:sp>
      <p:sp>
        <p:nvSpPr>
          <p:cNvPr id="1048623" name=""/>
          <p:cNvSpPr/>
          <p:nvPr>
            <p:ph type="sldNum" sz="quarter" idx="4"/>
          </p:nvPr>
        </p:nvSpPr>
        <p:spPr>
          <a:xfrm rot="0">
            <a:off x="612775" y="6356350"/>
            <a:ext cx="1981200" cy="365125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1pPr>
            <a:lvl2pPr algn="l" eaLnBrk="1" fontAlgn="base" hangingPunct="1" indent="0" latinLnBrk="1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2pPr>
            <a:lvl3pPr algn="l" eaLnBrk="1" fontAlgn="base" hangingPunct="1" indent="0" latinLnBrk="1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3pPr>
            <a:lvl4pPr algn="l" eaLnBrk="1" fontAlgn="base" hangingPunct="1" indent="0" latinLnBrk="1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4pPr>
            <a:lvl5pPr algn="l" eaLnBrk="1" fontAlgn="base" hangingPunct="1" indent="0" latinLnBrk="1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5pPr>
          </a:lstStyle>
          <a:p>
            <a:pPr eaLnBrk="1" hangingPunct="1" latinLnBrk="1" lvl="0"/>
            <a:fld id="{566ABCEB-ACFC-4714-9973-3DA970169C29}" type="slidenum">
              <a:rPr altLang="en-US" sz="1400" lang="en-US">
                <a:solidFill>
                  <a:schemeClr val="lt2"/>
                </a:solidFill>
              </a:rPr>
              <a:pPr eaLnBrk="1" hangingPunct="1" latinLnBrk="1" lvl="0"/>
            </a:fld>
            <a:endParaRPr altLang="en-US" sz="1400" lang="en-US">
              <a:solidFill>
                <a:schemeClr val="lt2"/>
              </a:solidFill>
            </a:endParaRPr>
          </a:p>
        </p:txBody>
      </p:sp>
    </p:spTree>
  </p:cSld>
  <p:clrMapOvr>
    <a:masterClrMapping/>
  </p:clrMapOvr>
  <p:timing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>
    <p:bg bwMode="white">
      <p:bgPr>
        <a:solidFill>
          <a:schemeClr val="lt1"/>
        </a:solidFill>
      </p:bgPr>
    </p:bg>
    <p:spTree>
      <p:nvGrpSpPr>
        <p:cNvPr id="148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804" name=""/>
          <p:cNvSpPr/>
          <p:nvPr/>
        </p:nvSpPr>
        <p:spPr>
          <a:xfrm rot="0">
            <a:off x="457200" y="6353175"/>
            <a:ext cx="8229600" cy="0"/>
          </a:xfrm>
          <a:prstGeom prst="line"/>
          <a:noFill/>
          <a:ln w="9525" cap="flat" cmpd="sng">
            <a:solidFill>
              <a:schemeClr val="accent2">
                <a:alpha val="100000"/>
              </a:schemeClr>
            </a:solidFill>
            <a:prstDash val="dash"/>
            <a:round/>
          </a:ln>
        </p:spPr>
      </p:sp>
      <p:sp>
        <p:nvSpPr>
          <p:cNvPr id="1048805" name=""/>
          <p:cNvSpPr/>
          <p:nvPr/>
        </p:nvSpPr>
        <p:spPr>
          <a:xfrm rot="5400000">
            <a:off x="3160713" y="3324224"/>
            <a:ext cx="6035675" cy="0"/>
          </a:xfrm>
          <a:prstGeom prst="line"/>
          <a:noFill/>
          <a:ln w="9525" cap="flat" cmpd="sng">
            <a:solidFill>
              <a:schemeClr val="accent2">
                <a:alpha val="100000"/>
              </a:schemeClr>
            </a:solidFill>
            <a:prstDash val="dash"/>
            <a:round/>
          </a:ln>
        </p:spPr>
      </p:sp>
      <p:sp>
        <p:nvSpPr>
          <p:cNvPr id="1048806" name=""/>
          <p:cNvSpPr/>
          <p:nvPr/>
        </p:nvSpPr>
        <p:spPr>
          <a:xfrm rot="5400000">
            <a:off x="419100" y="6467475"/>
            <a:ext cx="190500" cy="120650"/>
          </a:xfrm>
          <a:prstGeom prst="triangle"/>
          <a:solidFill>
            <a:schemeClr val="accent2"/>
          </a:solidFill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1pPr>
            <a:lvl2pPr algn="l" eaLnBrk="1" fontAlgn="base" hangingPunct="1" indent="0" latinLnBrk="1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2pPr>
            <a:lvl3pPr algn="l" eaLnBrk="1" fontAlgn="base" hangingPunct="1" indent="0" latinLnBrk="1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3pPr>
            <a:lvl4pPr algn="l" eaLnBrk="1" fontAlgn="base" hangingPunct="1" indent="0" latinLnBrk="1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4pPr>
            <a:lvl5pPr algn="l" eaLnBrk="1" fontAlgn="base" hangingPunct="1" indent="0" latinLnBrk="1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5pPr>
          </a:lstStyle>
          <a:p>
            <a:pPr algn="ctr" eaLnBrk="1" hangingPunct="1" latinLnBrk="1" lvl="0"/>
            <a:endParaRPr altLang="en-US" lang="en-US">
              <a:solidFill>
                <a:srgbClr val="FFFFFF"/>
              </a:solidFill>
              <a:latin typeface="Gill Sans MT" pitchFamily="34" charset="0"/>
            </a:endParaRPr>
          </a:p>
        </p:txBody>
      </p:sp>
      <p:sp>
        <p:nvSpPr>
          <p:cNvPr id="1048809" name=""/>
          <p:cNvSpPr/>
          <p:nvPr>
            <p:ph type="dt" sz="half" idx="2"/>
          </p:nvPr>
        </p:nvSpPr>
        <p:spPr>
          <a:xfrm rot="0">
            <a:off x="6400800" y="6356350"/>
            <a:ext cx="2289175" cy="365125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1pPr>
            <a:lvl2pPr algn="l" eaLnBrk="1" fontAlgn="base" hangingPunct="1" indent="0" latinLnBrk="1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2pPr>
            <a:lvl3pPr algn="l" eaLnBrk="1" fontAlgn="base" hangingPunct="1" indent="0" latinLnBrk="1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3pPr>
            <a:lvl4pPr algn="l" eaLnBrk="1" fontAlgn="base" hangingPunct="1" indent="0" latinLnBrk="1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4pPr>
            <a:lvl5pPr algn="l" eaLnBrk="1" fontAlgn="base" hangingPunct="1" indent="0" latinLnBrk="1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5pPr>
          </a:lstStyle>
          <a:p>
            <a:pPr eaLnBrk="1" hangingPunct="1" latinLnBrk="1" lvl="0"/>
            <a:endParaRPr altLang="en-US" sz="1400" lang="en-US">
              <a:solidFill>
                <a:schemeClr val="lt2"/>
              </a:solidFill>
            </a:endParaRPr>
          </a:p>
        </p:txBody>
      </p:sp>
      <p:sp>
        <p:nvSpPr>
          <p:cNvPr id="1048810" name=""/>
          <p:cNvSpPr/>
          <p:nvPr>
            <p:ph type="ftr" sz="quarter" idx="3"/>
          </p:nvPr>
        </p:nvSpPr>
        <p:spPr>
          <a:xfrm rot="0">
            <a:off x="2898775" y="6356350"/>
            <a:ext cx="3505200" cy="365125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1pPr>
            <a:lvl2pPr algn="l" eaLnBrk="1" fontAlgn="base" hangingPunct="1" indent="0" latinLnBrk="1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2pPr>
            <a:lvl3pPr algn="l" eaLnBrk="1" fontAlgn="base" hangingPunct="1" indent="0" latinLnBrk="1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3pPr>
            <a:lvl4pPr algn="l" eaLnBrk="1" fontAlgn="base" hangingPunct="1" indent="0" latinLnBrk="1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4pPr>
            <a:lvl5pPr algn="l" eaLnBrk="1" fontAlgn="base" hangingPunct="1" indent="0" latinLnBrk="1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5pPr>
          </a:lstStyle>
          <a:p>
            <a:pPr algn="r" eaLnBrk="1" hangingPunct="1" latinLnBrk="1" lvl="0"/>
            <a:endParaRPr altLang="en-US" sz="1400" lang="en-US">
              <a:solidFill>
                <a:schemeClr val="lt2"/>
              </a:solidFill>
            </a:endParaRPr>
          </a:p>
        </p:txBody>
      </p:sp>
      <p:sp>
        <p:nvSpPr>
          <p:cNvPr id="1048811" name=""/>
          <p:cNvSpPr/>
          <p:nvPr>
            <p:ph type="sldNum" sz="quarter" idx="4"/>
          </p:nvPr>
        </p:nvSpPr>
        <p:spPr>
          <a:xfrm rot="0">
            <a:off x="612775" y="6356350"/>
            <a:ext cx="1981200" cy="365125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1pPr>
            <a:lvl2pPr algn="l" eaLnBrk="1" fontAlgn="base" hangingPunct="1" indent="0" latinLnBrk="1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2pPr>
            <a:lvl3pPr algn="l" eaLnBrk="1" fontAlgn="base" hangingPunct="1" indent="0" latinLnBrk="1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3pPr>
            <a:lvl4pPr algn="l" eaLnBrk="1" fontAlgn="base" hangingPunct="1" indent="0" latinLnBrk="1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4pPr>
            <a:lvl5pPr algn="l" eaLnBrk="1" fontAlgn="base" hangingPunct="1" indent="0" latinLnBrk="1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5pPr>
          </a:lstStyle>
          <a:p>
            <a:pPr eaLnBrk="1" hangingPunct="1" latinLnBrk="1" lvl="0"/>
            <a:fld id="{566ABCEB-ACFC-4714-9973-3DA970169C29}" type="slidenum">
              <a:rPr altLang="en-US" sz="1400" lang="en-US">
                <a:solidFill>
                  <a:schemeClr val="lt2"/>
                </a:solidFill>
              </a:rPr>
              <a:pPr eaLnBrk="1" hangingPunct="1" latinLnBrk="1" lvl="0"/>
            </a:fld>
            <a:endParaRPr altLang="en-US" sz="1400" lang="en-US">
              <a:solidFill>
                <a:schemeClr val="lt2"/>
              </a:solidFill>
            </a:endParaRPr>
          </a:p>
        </p:txBody>
      </p:sp>
      <p:sp>
        <p:nvSpPr>
          <p:cNvPr id="1048814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81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indent="0" marL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81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>
            <a:noAutofit/>
          </a:bodyPr>
          <a:lstStyle>
            <a:lvl1pPr algn="l">
              <a:buNone/>
              <a:defRPr b="1" sz="2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iming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>
    <p:bg bwMode="white">
      <p:bgPr>
        <a:solidFill>
          <a:schemeClr val="dk2"/>
        </a:solidFill>
      </p:bgPr>
    </p:bg>
    <p:spTree>
      <p:nvGrpSpPr>
        <p:cNvPr id="151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815" name=""/>
          <p:cNvSpPr/>
          <p:nvPr/>
        </p:nvSpPr>
        <p:spPr>
          <a:xfrm rot="0">
            <a:off x="457200" y="6353175"/>
            <a:ext cx="8229600" cy="0"/>
          </a:xfrm>
          <a:prstGeom prst="line"/>
          <a:noFill/>
          <a:ln w="9525" cap="flat" cmpd="sng">
            <a:solidFill>
              <a:schemeClr val="accent2">
                <a:alpha val="100000"/>
              </a:schemeClr>
            </a:solidFill>
            <a:prstDash val="dash"/>
            <a:round/>
          </a:ln>
        </p:spPr>
      </p:sp>
      <p:sp>
        <p:nvSpPr>
          <p:cNvPr id="1048816" name=""/>
          <p:cNvSpPr/>
          <p:nvPr/>
        </p:nvSpPr>
        <p:spPr>
          <a:xfrm rot="5400000">
            <a:off x="419100" y="6467475"/>
            <a:ext cx="190500" cy="120650"/>
          </a:xfrm>
          <a:prstGeom prst="triangle"/>
          <a:solidFill>
            <a:schemeClr val="accent2"/>
          </a:solidFill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1pPr>
            <a:lvl2pPr algn="l" eaLnBrk="1" fontAlgn="base" hangingPunct="1" indent="0" latinLnBrk="1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2pPr>
            <a:lvl3pPr algn="l" eaLnBrk="1" fontAlgn="base" hangingPunct="1" indent="0" latinLnBrk="1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3pPr>
            <a:lvl4pPr algn="l" eaLnBrk="1" fontAlgn="base" hangingPunct="1" indent="0" latinLnBrk="1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4pPr>
            <a:lvl5pPr algn="l" eaLnBrk="1" fontAlgn="base" hangingPunct="1" indent="0" latinLnBrk="1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5pPr>
          </a:lstStyle>
          <a:p>
            <a:pPr algn="ctr" eaLnBrk="1" hangingPunct="1" latinLnBrk="1" lvl="0"/>
            <a:endParaRPr altLang="en-US" lang="en-US">
              <a:solidFill>
                <a:srgbClr val="FFFFFF"/>
              </a:solidFill>
              <a:latin typeface="Gill Sans MT" pitchFamily="34" charset="0"/>
            </a:endParaRPr>
          </a:p>
        </p:txBody>
      </p:sp>
      <p:sp>
        <p:nvSpPr>
          <p:cNvPr id="1048817" name=""/>
          <p:cNvSpPr/>
          <p:nvPr/>
        </p:nvSpPr>
        <p:spPr>
          <a:xfrm rot="0">
            <a:off x="457200" y="500062"/>
            <a:ext cx="182562" cy="685800"/>
          </a:xfrm>
          <a:prstGeom prst="rect"/>
          <a:solidFill>
            <a:schemeClr val="accent1"/>
          </a:solidFill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1pPr>
            <a:lvl2pPr algn="l" eaLnBrk="1" fontAlgn="base" hangingPunct="1" indent="0" latinLnBrk="1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2pPr>
            <a:lvl3pPr algn="l" eaLnBrk="1" fontAlgn="base" hangingPunct="1" indent="0" latinLnBrk="1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3pPr>
            <a:lvl4pPr algn="l" eaLnBrk="1" fontAlgn="base" hangingPunct="1" indent="0" latinLnBrk="1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4pPr>
            <a:lvl5pPr algn="l" eaLnBrk="1" fontAlgn="base" hangingPunct="1" indent="0" latinLnBrk="1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5pPr>
          </a:lstStyle>
          <a:p>
            <a:pPr algn="ctr" eaLnBrk="1" hangingPunct="1" latinLnBrk="1" lvl="0"/>
            <a:endParaRPr altLang="en-US" lang="en-US">
              <a:solidFill>
                <a:srgbClr val="FFFFFF"/>
              </a:solidFill>
              <a:latin typeface="Gill Sans MT" pitchFamily="34" charset="0"/>
            </a:endParaRPr>
          </a:p>
        </p:txBody>
      </p:sp>
      <p:sp>
        <p:nvSpPr>
          <p:cNvPr id="1048820" name=""/>
          <p:cNvSpPr/>
          <p:nvPr>
            <p:ph type="dt" sz="half" idx="2"/>
          </p:nvPr>
        </p:nvSpPr>
        <p:spPr>
          <a:xfrm rot="0">
            <a:off x="6400800" y="6356350"/>
            <a:ext cx="2289175" cy="365125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1pPr>
            <a:lvl2pPr algn="l" eaLnBrk="1" fontAlgn="base" hangingPunct="1" indent="0" latinLnBrk="1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2pPr>
            <a:lvl3pPr algn="l" eaLnBrk="1" fontAlgn="base" hangingPunct="1" indent="0" latinLnBrk="1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3pPr>
            <a:lvl4pPr algn="l" eaLnBrk="1" fontAlgn="base" hangingPunct="1" indent="0" latinLnBrk="1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4pPr>
            <a:lvl5pPr algn="l" eaLnBrk="1" fontAlgn="base" hangingPunct="1" indent="0" latinLnBrk="1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5pPr>
          </a:lstStyle>
          <a:p>
            <a:pPr eaLnBrk="1" hangingPunct="1" latinLnBrk="1" lvl="0"/>
            <a:endParaRPr altLang="en-US" sz="1400" lang="en-US">
              <a:solidFill>
                <a:schemeClr val="lt2"/>
              </a:solidFill>
            </a:endParaRPr>
          </a:p>
        </p:txBody>
      </p:sp>
      <p:sp>
        <p:nvSpPr>
          <p:cNvPr id="1048821" name=""/>
          <p:cNvSpPr/>
          <p:nvPr>
            <p:ph type="ftr" sz="quarter" idx="3"/>
          </p:nvPr>
        </p:nvSpPr>
        <p:spPr>
          <a:xfrm rot="0">
            <a:off x="2898775" y="6356350"/>
            <a:ext cx="3505200" cy="365125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1pPr>
            <a:lvl2pPr algn="l" eaLnBrk="1" fontAlgn="base" hangingPunct="1" indent="0" latinLnBrk="1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2pPr>
            <a:lvl3pPr algn="l" eaLnBrk="1" fontAlgn="base" hangingPunct="1" indent="0" latinLnBrk="1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3pPr>
            <a:lvl4pPr algn="l" eaLnBrk="1" fontAlgn="base" hangingPunct="1" indent="0" latinLnBrk="1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4pPr>
            <a:lvl5pPr algn="l" eaLnBrk="1" fontAlgn="base" hangingPunct="1" indent="0" latinLnBrk="1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5pPr>
          </a:lstStyle>
          <a:p>
            <a:pPr algn="r" eaLnBrk="1" hangingPunct="1" latinLnBrk="1" lvl="0"/>
            <a:endParaRPr altLang="en-US" sz="1400" lang="en-US">
              <a:solidFill>
                <a:schemeClr val="lt2"/>
              </a:solidFill>
            </a:endParaRPr>
          </a:p>
        </p:txBody>
      </p:sp>
      <p:sp>
        <p:nvSpPr>
          <p:cNvPr id="1048822" name=""/>
          <p:cNvSpPr/>
          <p:nvPr>
            <p:ph type="sldNum" sz="quarter" idx="4"/>
          </p:nvPr>
        </p:nvSpPr>
        <p:spPr>
          <a:xfrm rot="0">
            <a:off x="612775" y="6356350"/>
            <a:ext cx="1981200" cy="365125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1pPr>
            <a:lvl2pPr algn="l" eaLnBrk="1" fontAlgn="base" hangingPunct="1" indent="0" latinLnBrk="1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2pPr>
            <a:lvl3pPr algn="l" eaLnBrk="1" fontAlgn="base" hangingPunct="1" indent="0" latinLnBrk="1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3pPr>
            <a:lvl4pPr algn="l" eaLnBrk="1" fontAlgn="base" hangingPunct="1" indent="0" latinLnBrk="1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4pPr>
            <a:lvl5pPr algn="l" eaLnBrk="1" fontAlgn="base" hangingPunct="1" indent="0" latinLnBrk="1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5pPr>
          </a:lstStyle>
          <a:p>
            <a:pPr eaLnBrk="1" hangingPunct="1" latinLnBrk="1" lvl="0"/>
            <a:fld id="{566ABCEB-ACFC-4714-9973-3DA970169C29}" type="slidenum">
              <a:rPr altLang="en-US" sz="1400" lang="en-US">
                <a:solidFill>
                  <a:schemeClr val="lt2"/>
                </a:solidFill>
              </a:rPr>
              <a:pPr eaLnBrk="1" hangingPunct="1" latinLnBrk="1" lvl="0"/>
            </a:fld>
            <a:endParaRPr altLang="en-US" sz="1400" lang="en-US">
              <a:solidFill>
                <a:schemeClr val="lt2"/>
              </a:solidFill>
            </a:endParaRPr>
          </a:p>
        </p:txBody>
      </p:sp>
      <p:sp>
        <p:nvSpPr>
          <p:cNvPr id="1048825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/>
          <a:lstStyle>
            <a:lvl1pPr algn="l" indent="0" marL="0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824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 anchor="t" anchorCtr="0" bIns="45720" compatLnSpc="1" lIns="91440" numCol="1" rIns="91440" tIns="45720" vert="horz" wrap="square">
            <a:prstTxWarp prst="textNoShape"/>
            <a:normAutofit/>
          </a:bodyPr>
          <a:lstStyle>
            <a:lvl1pPr indent="0" marL="0">
              <a:spcBef>
                <a:spcPts val="600"/>
              </a:spcBef>
              <a:buNone/>
              <a:defRPr sz="3200"/>
            </a:lvl1pPr>
          </a:lstStyle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panose="05040102010807070707" pitchFamily="18" charset="2"/>
              <a:buNone/>
            </a:pPr>
            <a:r>
              <a:rPr baseline="0" b="0" cap="none" sz="3200" i="0" kern="1200" kumimoji="0" lang="en-US" noProof="0" normalizeH="0" spc="0" strike="noStrike" u="none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picture</a:t>
            </a:r>
            <a:endParaRPr baseline="0" b="0" cap="none" dirty="0" sz="3200" i="0" kern="1200" kumimoji="0" lang="en-US" noProof="0" normalizeH="0" spc="0" strike="noStrike" u="none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8823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anchor="ctr" lIns="274320"/>
          <a:lstStyle>
            <a:lvl1pPr algn="r">
              <a:buNone/>
              <a:defRPr b="0"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iming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>
    <p:bg bwMode="white">
      <p:bgPr>
        <a:solidFill>
          <a:schemeClr val="lt1"/>
        </a:solidFill>
      </p:bgPr>
    </p:bg>
    <p:spTree>
      <p:nvGrpSpPr>
        <p:cNvPr id="154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826" name=""/>
          <p:cNvSpPr/>
          <p:nvPr/>
        </p:nvSpPr>
        <p:spPr>
          <a:xfrm rot="0">
            <a:off x="457200" y="6353175"/>
            <a:ext cx="8229600" cy="0"/>
          </a:xfrm>
          <a:prstGeom prst="line"/>
          <a:noFill/>
          <a:ln w="9525" cap="flat" cmpd="sng">
            <a:solidFill>
              <a:schemeClr val="accent2">
                <a:alpha val="100000"/>
              </a:schemeClr>
            </a:solidFill>
            <a:prstDash val="dash"/>
            <a:round/>
          </a:ln>
        </p:spPr>
      </p:sp>
      <p:sp>
        <p:nvSpPr>
          <p:cNvPr id="1048827" name=""/>
          <p:cNvSpPr/>
          <p:nvPr/>
        </p:nvSpPr>
        <p:spPr>
          <a:xfrm rot="0">
            <a:off x="457200" y="1143000"/>
            <a:ext cx="8229600" cy="0"/>
          </a:xfrm>
          <a:prstGeom prst="line"/>
          <a:noFill/>
          <a:ln w="9525" cap="flat" cmpd="sng">
            <a:solidFill>
              <a:schemeClr val="accent2">
                <a:alpha val="100000"/>
              </a:schemeClr>
            </a:solidFill>
            <a:prstDash val="dash"/>
            <a:round/>
          </a:ln>
        </p:spPr>
      </p:sp>
      <p:sp>
        <p:nvSpPr>
          <p:cNvPr id="1048828" name=""/>
          <p:cNvSpPr/>
          <p:nvPr/>
        </p:nvSpPr>
        <p:spPr>
          <a:xfrm rot="5400000">
            <a:off x="419100" y="6467475"/>
            <a:ext cx="190500" cy="120650"/>
          </a:xfrm>
          <a:prstGeom prst="triangle"/>
          <a:solidFill>
            <a:schemeClr val="accent2"/>
          </a:solidFill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1pPr>
            <a:lvl2pPr algn="l" eaLnBrk="1" fontAlgn="base" hangingPunct="1" indent="0" latinLnBrk="1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2pPr>
            <a:lvl3pPr algn="l" eaLnBrk="1" fontAlgn="base" hangingPunct="1" indent="0" latinLnBrk="1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3pPr>
            <a:lvl4pPr algn="l" eaLnBrk="1" fontAlgn="base" hangingPunct="1" indent="0" latinLnBrk="1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4pPr>
            <a:lvl5pPr algn="l" eaLnBrk="1" fontAlgn="base" hangingPunct="1" indent="0" latinLnBrk="1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5pPr>
          </a:lstStyle>
          <a:p>
            <a:pPr algn="ctr" eaLnBrk="1" hangingPunct="1" latinLnBrk="1" lvl="0"/>
            <a:endParaRPr altLang="en-US" lang="en-US">
              <a:solidFill>
                <a:srgbClr val="FFFFFF"/>
              </a:solidFill>
              <a:latin typeface="Gill Sans MT" pitchFamily="34" charset="0"/>
            </a:endParaRPr>
          </a:p>
        </p:txBody>
      </p:sp>
      <p:sp>
        <p:nvSpPr>
          <p:cNvPr id="1048831" name=""/>
          <p:cNvSpPr/>
          <p:nvPr>
            <p:ph type="dt" sz="half" idx="2"/>
          </p:nvPr>
        </p:nvSpPr>
        <p:spPr>
          <a:xfrm rot="0">
            <a:off x="6400800" y="6356350"/>
            <a:ext cx="2289175" cy="365125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1pPr>
            <a:lvl2pPr algn="l" eaLnBrk="1" fontAlgn="base" hangingPunct="1" indent="0" latinLnBrk="1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2pPr>
            <a:lvl3pPr algn="l" eaLnBrk="1" fontAlgn="base" hangingPunct="1" indent="0" latinLnBrk="1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3pPr>
            <a:lvl4pPr algn="l" eaLnBrk="1" fontAlgn="base" hangingPunct="1" indent="0" latinLnBrk="1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4pPr>
            <a:lvl5pPr algn="l" eaLnBrk="1" fontAlgn="base" hangingPunct="1" indent="0" latinLnBrk="1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5pPr>
          </a:lstStyle>
          <a:p>
            <a:pPr eaLnBrk="1" hangingPunct="1" latinLnBrk="1" lvl="0"/>
            <a:endParaRPr altLang="en-US" sz="1400" lang="en-US">
              <a:solidFill>
                <a:schemeClr val="lt2"/>
              </a:solidFill>
            </a:endParaRPr>
          </a:p>
        </p:txBody>
      </p:sp>
      <p:sp>
        <p:nvSpPr>
          <p:cNvPr id="1048832" name=""/>
          <p:cNvSpPr/>
          <p:nvPr>
            <p:ph type="ftr" sz="quarter" idx="3"/>
          </p:nvPr>
        </p:nvSpPr>
        <p:spPr>
          <a:xfrm rot="0">
            <a:off x="2898775" y="6356350"/>
            <a:ext cx="3505200" cy="365125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1pPr>
            <a:lvl2pPr algn="l" eaLnBrk="1" fontAlgn="base" hangingPunct="1" indent="0" latinLnBrk="1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2pPr>
            <a:lvl3pPr algn="l" eaLnBrk="1" fontAlgn="base" hangingPunct="1" indent="0" latinLnBrk="1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3pPr>
            <a:lvl4pPr algn="l" eaLnBrk="1" fontAlgn="base" hangingPunct="1" indent="0" latinLnBrk="1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4pPr>
            <a:lvl5pPr algn="l" eaLnBrk="1" fontAlgn="base" hangingPunct="1" indent="0" latinLnBrk="1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5pPr>
          </a:lstStyle>
          <a:p>
            <a:pPr algn="r" eaLnBrk="1" hangingPunct="1" latinLnBrk="1" lvl="0"/>
            <a:endParaRPr altLang="en-US" sz="1400" lang="en-US">
              <a:solidFill>
                <a:schemeClr val="lt2"/>
              </a:solidFill>
            </a:endParaRPr>
          </a:p>
        </p:txBody>
      </p:sp>
      <p:sp>
        <p:nvSpPr>
          <p:cNvPr id="1048833" name=""/>
          <p:cNvSpPr/>
          <p:nvPr>
            <p:ph type="sldNum" sz="quarter" idx="4"/>
          </p:nvPr>
        </p:nvSpPr>
        <p:spPr>
          <a:xfrm rot="0">
            <a:off x="612775" y="6356350"/>
            <a:ext cx="1981200" cy="365125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1pPr>
            <a:lvl2pPr algn="l" eaLnBrk="1" fontAlgn="base" hangingPunct="1" indent="0" latinLnBrk="1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2pPr>
            <a:lvl3pPr algn="l" eaLnBrk="1" fontAlgn="base" hangingPunct="1" indent="0" latinLnBrk="1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3pPr>
            <a:lvl4pPr algn="l" eaLnBrk="1" fontAlgn="base" hangingPunct="1" indent="0" latinLnBrk="1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4pPr>
            <a:lvl5pPr algn="l" eaLnBrk="1" fontAlgn="base" hangingPunct="1" indent="0" latinLnBrk="1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5pPr>
          </a:lstStyle>
          <a:p>
            <a:pPr eaLnBrk="1" hangingPunct="1" latinLnBrk="1" lvl="0"/>
            <a:fld id="{566ABCEB-ACFC-4714-9973-3DA970169C29}" type="slidenum">
              <a:rPr altLang="en-US" sz="1400" lang="en-US">
                <a:solidFill>
                  <a:schemeClr val="lt2"/>
                </a:solidFill>
              </a:rPr>
              <a:pPr eaLnBrk="1" hangingPunct="1" latinLnBrk="1" lvl="0"/>
            </a:fld>
            <a:endParaRPr altLang="en-US" sz="1400" lang="en-US">
              <a:solidFill>
                <a:schemeClr val="lt2"/>
              </a:solidFill>
            </a:endParaRPr>
          </a:p>
        </p:txBody>
      </p:sp>
      <p:sp>
        <p:nvSpPr>
          <p:cNvPr id="1048835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834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iming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>
    <p:bg bwMode="white">
      <p:bgPr>
        <a:solidFill>
          <a:schemeClr val="lt1"/>
        </a:solidFill>
      </p:bgPr>
    </p:bg>
    <p:spTree>
      <p:nvGrpSpPr>
        <p:cNvPr id="157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836" name=""/>
          <p:cNvSpPr/>
          <p:nvPr/>
        </p:nvSpPr>
        <p:spPr>
          <a:xfrm rot="0">
            <a:off x="457200" y="6353175"/>
            <a:ext cx="8229600" cy="0"/>
          </a:xfrm>
          <a:prstGeom prst="line"/>
          <a:noFill/>
          <a:ln w="9525" cap="flat" cmpd="sng">
            <a:solidFill>
              <a:schemeClr val="accent2">
                <a:alpha val="100000"/>
              </a:schemeClr>
            </a:solidFill>
            <a:prstDash val="dash"/>
            <a:round/>
          </a:ln>
        </p:spPr>
      </p:sp>
      <p:sp>
        <p:nvSpPr>
          <p:cNvPr id="1048837" name=""/>
          <p:cNvSpPr/>
          <p:nvPr/>
        </p:nvSpPr>
        <p:spPr>
          <a:xfrm rot="5400000">
            <a:off x="419100" y="6467475"/>
            <a:ext cx="190500" cy="120650"/>
          </a:xfrm>
          <a:prstGeom prst="triangle"/>
          <a:solidFill>
            <a:schemeClr val="accent2"/>
          </a:solidFill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1pPr>
            <a:lvl2pPr algn="l" eaLnBrk="1" fontAlgn="base" hangingPunct="1" indent="0" latinLnBrk="1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2pPr>
            <a:lvl3pPr algn="l" eaLnBrk="1" fontAlgn="base" hangingPunct="1" indent="0" latinLnBrk="1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3pPr>
            <a:lvl4pPr algn="l" eaLnBrk="1" fontAlgn="base" hangingPunct="1" indent="0" latinLnBrk="1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4pPr>
            <a:lvl5pPr algn="l" eaLnBrk="1" fontAlgn="base" hangingPunct="1" indent="0" latinLnBrk="1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5pPr>
          </a:lstStyle>
          <a:p>
            <a:pPr algn="ctr" eaLnBrk="1" hangingPunct="1" latinLnBrk="1" lvl="0"/>
            <a:endParaRPr altLang="en-US" lang="en-US">
              <a:solidFill>
                <a:srgbClr val="FFFFFF"/>
              </a:solidFill>
              <a:latin typeface="Gill Sans MT" pitchFamily="34" charset="0"/>
            </a:endParaRPr>
          </a:p>
        </p:txBody>
      </p:sp>
      <p:sp>
        <p:nvSpPr>
          <p:cNvPr id="1048838" name=""/>
          <p:cNvSpPr/>
          <p:nvPr/>
        </p:nvSpPr>
        <p:spPr>
          <a:xfrm rot="5400000">
            <a:off x="3630613" y="3201987"/>
            <a:ext cx="5851525" cy="0"/>
          </a:xfrm>
          <a:prstGeom prst="line"/>
          <a:noFill/>
          <a:ln w="9525" cap="flat" cmpd="sng">
            <a:solidFill>
              <a:schemeClr val="accent2">
                <a:alpha val="100000"/>
              </a:schemeClr>
            </a:solidFill>
            <a:prstDash val="dash"/>
            <a:round/>
          </a:ln>
        </p:spPr>
      </p:sp>
      <p:sp>
        <p:nvSpPr>
          <p:cNvPr id="1048841" name=""/>
          <p:cNvSpPr/>
          <p:nvPr>
            <p:ph type="dt" sz="half" idx="2"/>
          </p:nvPr>
        </p:nvSpPr>
        <p:spPr>
          <a:xfrm rot="0">
            <a:off x="6400800" y="6356350"/>
            <a:ext cx="2289175" cy="365125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1pPr>
            <a:lvl2pPr algn="l" eaLnBrk="1" fontAlgn="base" hangingPunct="1" indent="0" latinLnBrk="1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2pPr>
            <a:lvl3pPr algn="l" eaLnBrk="1" fontAlgn="base" hangingPunct="1" indent="0" latinLnBrk="1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3pPr>
            <a:lvl4pPr algn="l" eaLnBrk="1" fontAlgn="base" hangingPunct="1" indent="0" latinLnBrk="1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4pPr>
            <a:lvl5pPr algn="l" eaLnBrk="1" fontAlgn="base" hangingPunct="1" indent="0" latinLnBrk="1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5pPr>
          </a:lstStyle>
          <a:p>
            <a:pPr eaLnBrk="1" hangingPunct="1" latinLnBrk="1" lvl="0"/>
            <a:endParaRPr altLang="en-US" sz="1400" lang="en-US">
              <a:solidFill>
                <a:schemeClr val="lt2"/>
              </a:solidFill>
            </a:endParaRPr>
          </a:p>
        </p:txBody>
      </p:sp>
      <p:sp>
        <p:nvSpPr>
          <p:cNvPr id="1048842" name=""/>
          <p:cNvSpPr/>
          <p:nvPr>
            <p:ph type="ftr" sz="quarter" idx="3"/>
          </p:nvPr>
        </p:nvSpPr>
        <p:spPr>
          <a:xfrm rot="0">
            <a:off x="2898775" y="6356350"/>
            <a:ext cx="3505200" cy="365125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1pPr>
            <a:lvl2pPr algn="l" eaLnBrk="1" fontAlgn="base" hangingPunct="1" indent="0" latinLnBrk="1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2pPr>
            <a:lvl3pPr algn="l" eaLnBrk="1" fontAlgn="base" hangingPunct="1" indent="0" latinLnBrk="1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3pPr>
            <a:lvl4pPr algn="l" eaLnBrk="1" fontAlgn="base" hangingPunct="1" indent="0" latinLnBrk="1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4pPr>
            <a:lvl5pPr algn="l" eaLnBrk="1" fontAlgn="base" hangingPunct="1" indent="0" latinLnBrk="1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5pPr>
          </a:lstStyle>
          <a:p>
            <a:pPr algn="r" eaLnBrk="1" hangingPunct="1" latinLnBrk="1" lvl="0"/>
            <a:endParaRPr altLang="en-US" sz="1400" lang="en-US">
              <a:solidFill>
                <a:schemeClr val="lt2"/>
              </a:solidFill>
            </a:endParaRPr>
          </a:p>
        </p:txBody>
      </p:sp>
      <p:sp>
        <p:nvSpPr>
          <p:cNvPr id="1048843" name=""/>
          <p:cNvSpPr/>
          <p:nvPr>
            <p:ph type="sldNum" sz="quarter" idx="4"/>
          </p:nvPr>
        </p:nvSpPr>
        <p:spPr>
          <a:xfrm rot="0">
            <a:off x="612775" y="6356350"/>
            <a:ext cx="1981200" cy="365125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1pPr>
            <a:lvl2pPr algn="l" eaLnBrk="1" fontAlgn="base" hangingPunct="1" indent="0" latinLnBrk="1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2pPr>
            <a:lvl3pPr algn="l" eaLnBrk="1" fontAlgn="base" hangingPunct="1" indent="0" latinLnBrk="1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3pPr>
            <a:lvl4pPr algn="l" eaLnBrk="1" fontAlgn="base" hangingPunct="1" indent="0" latinLnBrk="1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4pPr>
            <a:lvl5pPr algn="l" eaLnBrk="1" fontAlgn="base" hangingPunct="1" indent="0" latinLnBrk="1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5pPr>
          </a:lstStyle>
          <a:p>
            <a:pPr eaLnBrk="1" hangingPunct="1" latinLnBrk="1" lvl="0"/>
            <a:fld id="{566ABCEB-ACFC-4714-9973-3DA970169C29}" type="slidenum">
              <a:rPr altLang="en-US" sz="1400" lang="en-US">
                <a:solidFill>
                  <a:schemeClr val="lt2"/>
                </a:solidFill>
              </a:rPr>
              <a:pPr eaLnBrk="1" hangingPunct="1" latinLnBrk="1" lvl="0"/>
            </a:fld>
            <a:endParaRPr altLang="en-US" sz="1400" lang="en-US">
              <a:solidFill>
                <a:schemeClr val="lt2"/>
              </a:solidFill>
            </a:endParaRPr>
          </a:p>
        </p:txBody>
      </p:sp>
      <p:sp>
        <p:nvSpPr>
          <p:cNvPr id="1048845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844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iming/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white">
      <p:bgPr>
        <a:solidFill>
          <a:schemeClr val="lt1"/>
        </a:solidFill>
      </p:bgPr>
    </p:bg>
    <p:spTree>
      <p:nvGrpSpPr>
        <p:cNvPr id="160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846" name=""/>
          <p:cNvSpPr/>
          <p:nvPr>
            <p:ph type="title" sz="full" idx="0"/>
          </p:nvPr>
        </p:nvSpPr>
        <p:spPr>
          <a:xfrm rot="0">
            <a:off x="628650" y="365125"/>
            <a:ext cx="7886700" cy="1325562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p>
            <a:pPr lvl="0"/>
            <a:r>
              <a:rPr altLang="en-US" lang="en-US"/>
              <a:t>Click to edit Master title style</a:t>
            </a:r>
          </a:p>
        </p:txBody>
      </p:sp>
      <p:sp>
        <p:nvSpPr>
          <p:cNvPr id="1048847" name=""/>
          <p:cNvSpPr/>
          <p:nvPr>
            <p:ph type="body" sz="full" idx="1"/>
          </p:nvPr>
        </p:nvSpPr>
        <p:spPr>
          <a:xfrm rot="0">
            <a:off x="628650" y="1825625"/>
            <a:ext cx="7886700" cy="4351337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p>
            <a:pPr lvl="0"/>
            <a:r>
              <a:rPr altLang="en-US" lang="en-US"/>
              <a:t>Click to edit Master text styles</a:t>
            </a:r>
          </a:p>
          <a:p>
            <a:pPr lvl="1"/>
            <a:r>
              <a:rPr altLang="en-US" lang="en-US"/>
              <a:t>Second level</a:t>
            </a:r>
          </a:p>
          <a:p>
            <a:pPr lvl="2"/>
            <a:r>
              <a:rPr altLang="en-US" lang="en-US"/>
              <a:t>Third level</a:t>
            </a:r>
          </a:p>
          <a:p>
            <a:pPr lvl="3"/>
            <a:r>
              <a:rPr altLang="en-US" lang="en-US"/>
              <a:t>Fourth level</a:t>
            </a:r>
          </a:p>
          <a:p>
            <a:pPr lvl="4"/>
            <a:r>
              <a:rPr altLang="en-US" lang="en-US"/>
              <a:t>Fifth level</a:t>
            </a:r>
          </a:p>
        </p:txBody>
      </p:sp>
      <p:sp>
        <p:nvSpPr>
          <p:cNvPr id="1048848" name=""/>
          <p:cNvSpPr/>
          <p:nvPr>
            <p:ph type="dt" sz="half" idx="2"/>
          </p:nvPr>
        </p:nvSpPr>
        <p:spPr>
          <a:xfrm rot="0">
            <a:off x="628650" y="6356350"/>
            <a:ext cx="20574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1pPr>
            <a:lvl2pPr algn="l" eaLnBrk="1" fontAlgn="base" hangingPunct="1" indent="0" latinLnBrk="1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2pPr>
            <a:lvl3pPr algn="l" eaLnBrk="1" fontAlgn="base" hangingPunct="1" indent="0" latinLnBrk="1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3pPr>
            <a:lvl4pPr algn="l" eaLnBrk="1" fontAlgn="base" hangingPunct="1" indent="0" latinLnBrk="1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4pPr>
            <a:lvl5pPr algn="l" eaLnBrk="1" fontAlgn="base" hangingPunct="1" indent="0" latinLnBrk="1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5pPr>
          </a:lstStyle>
          <a:p>
            <a:pPr eaLnBrk="1" hangingPunct="1" latinLnBrk="1" lvl="0"/>
            <a:fld id="{566ABCEB-ACFC-4714-9973-3DA970169C29}" type="datetime1">
              <a:rPr altLang="en-US" sz="1200" lang="en-US">
                <a:solidFill>
                  <a:srgbClr val="898989"/>
                </a:solidFill>
              </a:rPr>
              <a:pPr eaLnBrk="1" hangingPunct="1" latinLnBrk="1" lvl="0"/>
            </a:fld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8849" name=""/>
          <p:cNvSpPr/>
          <p:nvPr>
            <p:ph type="ftr" sz="quarter" idx="3"/>
          </p:nvPr>
        </p:nvSpPr>
        <p:spPr>
          <a:xfrm rot="0">
            <a:off x="3028950" y="6356350"/>
            <a:ext cx="30861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1pPr>
            <a:lvl2pPr algn="l" eaLnBrk="1" fontAlgn="base" hangingPunct="1" indent="0" latinLnBrk="1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2pPr>
            <a:lvl3pPr algn="l" eaLnBrk="1" fontAlgn="base" hangingPunct="1" indent="0" latinLnBrk="1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3pPr>
            <a:lvl4pPr algn="l" eaLnBrk="1" fontAlgn="base" hangingPunct="1" indent="0" latinLnBrk="1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4pPr>
            <a:lvl5pPr algn="l" eaLnBrk="1" fontAlgn="base" hangingPunct="1" indent="0" latinLnBrk="1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5pPr>
          </a:lstStyle>
          <a:p>
            <a:pPr algn="ctr" eaLnBrk="1" hangingPunct="1" latinLnBrk="1" lvl="0"/>
            <a:endParaRPr altLang="en-US" sz="1200" lang="en-US">
              <a:solidFill>
                <a:srgbClr val="898989"/>
              </a:solidFill>
            </a:endParaRPr>
          </a:p>
        </p:txBody>
      </p:sp>
      <p:sp>
        <p:nvSpPr>
          <p:cNvPr id="1048850" name=""/>
          <p:cNvSpPr/>
          <p:nvPr>
            <p:ph type="sldNum" sz="quarter" idx="4"/>
          </p:nvPr>
        </p:nvSpPr>
        <p:spPr>
          <a:xfrm rot="0">
            <a:off x="6457950" y="6356350"/>
            <a:ext cx="2057400" cy="365125"/>
          </a:xfrm>
          <a:prstGeom prst="rect"/>
          <a:noFill/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1pPr>
            <a:lvl2pPr algn="l" eaLnBrk="1" fontAlgn="base" hangingPunct="1" indent="0" latinLnBrk="1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2pPr>
            <a:lvl3pPr algn="l" eaLnBrk="1" fontAlgn="base" hangingPunct="1" indent="0" latinLnBrk="1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3pPr>
            <a:lvl4pPr algn="l" eaLnBrk="1" fontAlgn="base" hangingPunct="1" indent="0" latinLnBrk="1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4pPr>
            <a:lvl5pPr algn="l" eaLnBrk="1" fontAlgn="base" hangingPunct="1" indent="0" latinLnBrk="1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Calibri" pitchFamily="34" charset="0"/>
                <a:sym typeface="Tahoma" pitchFamily="34" charset="0"/>
              </a:defRPr>
            </a:lvl5pPr>
          </a:lstStyle>
          <a:p>
            <a:pPr algn="r" eaLnBrk="1" hangingPunct="1" latinLnBrk="1" lvl="0"/>
            <a:fld id="{566ABCEB-ACFC-4714-9973-3DA970169C29}" type="slidenum">
              <a:rPr altLang="en-US" sz="1200" lang="en-US">
                <a:solidFill>
                  <a:srgbClr val="898989"/>
                </a:solidFill>
              </a:rPr>
              <a:pPr algn="r" eaLnBrk="1" hangingPunct="1" latinLnBrk="1" lvl="0"/>
            </a:fld>
            <a:endParaRPr altLang="en-US" sz="1200" lang="en-US">
              <a:solidFill>
                <a:srgbClr val="898989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/>
  <p:hf dt="0" ftr="0" sldNum="0"/>
  <p:txStyles>
    <p:titleStyle>
      <a:lvl1pPr algn="l" eaLnBrk="0" fontAlgn="base" hangingPunct="0" rtl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eaLnBrk="0" fontAlgn="base" hangingPunct="0" rtl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2pPr>
      <a:lvl3pPr algn="l" eaLnBrk="0" fontAlgn="base" hangingPunct="0" rtl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3pPr>
      <a:lvl4pPr algn="l" eaLnBrk="0" fontAlgn="base" hangingPunct="0" rtl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4pPr>
      <a:lvl5pPr algn="l" eaLnBrk="0" fontAlgn="base" hangingPunct="0" rtl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5pPr>
      <a:lvl6pPr algn="l" fontAlgn="base" marL="457200" rtl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6pPr>
      <a:lvl7pPr algn="l" fontAlgn="base" marL="914400" rtl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7pPr>
      <a:lvl8pPr algn="l" fontAlgn="base" marL="1371600" rtl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8pPr>
      <a:lvl9pPr algn="l" fontAlgn="base" marL="1828800" rtl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9pPr>
    </p:titleStyle>
    <p:bodyStyle>
      <a:lvl1pPr algn="l" eaLnBrk="0" fontAlgn="base" hangingPunct="0" indent="-228600" marL="228600" rtl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eaLnBrk="0" fontAlgn="base" hangingPunct="0" indent="-228600" marL="685800" rtl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algn="l" eaLnBrk="0" fontAlgn="base" hangingPunct="0" indent="-228600" marL="1143000" rtl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algn="l" eaLnBrk="0" fontAlgn="base" hangingPunct="0" indent="-228600" marL="1600200" rtl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algn="l" eaLnBrk="0" fontAlgn="base" hangingPunct="0" indent="-228600" marL="2057400" rtl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white">
      <p:bgPr>
        <a:solidFill>
          <a:schemeClr val="lt1"/>
        </a:solidFill>
      </p:bgPr>
    </p:bg>
    <p:spTree>
      <p:nvGrpSpPr>
        <p:cNvPr id="34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576" name=""/>
          <p:cNvSpPr/>
          <p:nvPr>
            <p:ph type="title" sz="full" idx="0"/>
          </p:nvPr>
        </p:nvSpPr>
        <p:spPr>
          <a:xfrm rot="0">
            <a:off x="457200" y="152400"/>
            <a:ext cx="8229600" cy="9906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p>
            <a:pPr lvl="0"/>
            <a:r>
              <a:rPr altLang="en-US" lang="en-US"/>
              <a:t>Click to edit Master title style</a:t>
            </a:r>
          </a:p>
        </p:txBody>
      </p:sp>
      <p:sp>
        <p:nvSpPr>
          <p:cNvPr id="1048577" name=""/>
          <p:cNvSpPr/>
          <p:nvPr>
            <p:ph type="body" sz="full" idx="1"/>
          </p:nvPr>
        </p:nvSpPr>
        <p:spPr>
          <a:xfrm rot="0">
            <a:off x="457200" y="1219200"/>
            <a:ext cx="8229600" cy="4910137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p>
            <a:pPr lvl="0"/>
            <a:r>
              <a:rPr altLang="en-US" lang="en-US"/>
              <a:t>Click to edit Master text styles</a:t>
            </a:r>
          </a:p>
          <a:p>
            <a:pPr lvl="1"/>
            <a:r>
              <a:rPr altLang="en-US" lang="en-US"/>
              <a:t>Second level</a:t>
            </a:r>
          </a:p>
          <a:p>
            <a:pPr lvl="2"/>
            <a:r>
              <a:rPr altLang="en-US" lang="en-US"/>
              <a:t>Third level</a:t>
            </a:r>
          </a:p>
          <a:p>
            <a:pPr lvl="3"/>
            <a:r>
              <a:rPr altLang="en-US" lang="en-US"/>
              <a:t>Fourth level</a:t>
            </a:r>
          </a:p>
          <a:p>
            <a:pPr lvl="4"/>
            <a:r>
              <a:rPr altLang="en-US" lang="en-US"/>
              <a:t>Fifth level</a:t>
            </a:r>
          </a:p>
        </p:txBody>
      </p:sp>
      <p:sp>
        <p:nvSpPr>
          <p:cNvPr id="1048578" name=""/>
          <p:cNvSpPr/>
          <p:nvPr>
            <p:ph type="dt" sz="half" idx="2"/>
          </p:nvPr>
        </p:nvSpPr>
        <p:spPr>
          <a:xfrm rot="0">
            <a:off x="6400800" y="6356350"/>
            <a:ext cx="2289175" cy="365125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1pPr>
            <a:lvl2pPr algn="l" eaLnBrk="1" fontAlgn="base" hangingPunct="1" indent="0" latinLnBrk="1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2pPr>
            <a:lvl3pPr algn="l" eaLnBrk="1" fontAlgn="base" hangingPunct="1" indent="0" latinLnBrk="1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3pPr>
            <a:lvl4pPr algn="l" eaLnBrk="1" fontAlgn="base" hangingPunct="1" indent="0" latinLnBrk="1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4pPr>
            <a:lvl5pPr algn="l" eaLnBrk="1" fontAlgn="base" hangingPunct="1" indent="0" latinLnBrk="1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5pPr>
          </a:lstStyle>
          <a:p>
            <a:pPr eaLnBrk="1" hangingPunct="1" latinLnBrk="1" lvl="0"/>
            <a:fld id="{566ABCEB-ACFC-4714-9973-3DA970169C29}" type="datetime1">
              <a:rPr altLang="en-US" sz="1400" lang="en-US">
                <a:solidFill>
                  <a:schemeClr val="lt2"/>
                </a:solidFill>
              </a:rPr>
              <a:pPr eaLnBrk="1" hangingPunct="1" latinLnBrk="1" lvl="0"/>
            </a:fld>
            <a:endParaRPr altLang="en-US" sz="1400" lang="en-US">
              <a:solidFill>
                <a:schemeClr val="lt2"/>
              </a:solidFill>
            </a:endParaRPr>
          </a:p>
        </p:txBody>
      </p:sp>
      <p:sp>
        <p:nvSpPr>
          <p:cNvPr id="1048579" name=""/>
          <p:cNvSpPr/>
          <p:nvPr>
            <p:ph type="ftr" sz="quarter" idx="3"/>
          </p:nvPr>
        </p:nvSpPr>
        <p:spPr>
          <a:xfrm rot="0">
            <a:off x="2898775" y="6356350"/>
            <a:ext cx="3505200" cy="365125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1pPr>
            <a:lvl2pPr algn="l" eaLnBrk="1" fontAlgn="base" hangingPunct="1" indent="0" latinLnBrk="1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2pPr>
            <a:lvl3pPr algn="l" eaLnBrk="1" fontAlgn="base" hangingPunct="1" indent="0" latinLnBrk="1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3pPr>
            <a:lvl4pPr algn="l" eaLnBrk="1" fontAlgn="base" hangingPunct="1" indent="0" latinLnBrk="1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4pPr>
            <a:lvl5pPr algn="l" eaLnBrk="1" fontAlgn="base" hangingPunct="1" indent="0" latinLnBrk="1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5pPr>
          </a:lstStyle>
          <a:p>
            <a:pPr algn="r" eaLnBrk="1" hangingPunct="1" latinLnBrk="1" lvl="0"/>
            <a:endParaRPr altLang="en-US" sz="1400" lang="en-US">
              <a:solidFill>
                <a:schemeClr val="lt2"/>
              </a:solidFill>
            </a:endParaRPr>
          </a:p>
        </p:txBody>
      </p:sp>
      <p:sp>
        <p:nvSpPr>
          <p:cNvPr id="1048580" name=""/>
          <p:cNvSpPr/>
          <p:nvPr>
            <p:ph type="sldNum" sz="quarter" idx="4"/>
          </p:nvPr>
        </p:nvSpPr>
        <p:spPr>
          <a:xfrm rot="0">
            <a:off x="612775" y="6356350"/>
            <a:ext cx="1981200" cy="365125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eaLnBrk="1" fontAlgn="base" hangingPunct="1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1pPr>
            <a:lvl2pPr algn="l" eaLnBrk="1" fontAlgn="base" hangingPunct="1" indent="0" latinLnBrk="1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2pPr>
            <a:lvl3pPr algn="l" eaLnBrk="1" fontAlgn="base" hangingPunct="1" indent="0" latinLnBrk="1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3pPr>
            <a:lvl4pPr algn="l" eaLnBrk="1" fontAlgn="base" hangingPunct="1" indent="0" latinLnBrk="1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4pPr>
            <a:lvl5pPr algn="l" eaLnBrk="1" fontAlgn="base" hangingPunct="1" indent="0" latinLnBrk="1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5pPr>
          </a:lstStyle>
          <a:p>
            <a:pPr eaLnBrk="1" hangingPunct="1" latinLnBrk="1" lvl="0"/>
            <a:fld id="{566ABCEB-ACFC-4714-9973-3DA970169C29}" type="slidenum">
              <a:rPr altLang="en-US" sz="1400" lang="en-US">
                <a:solidFill>
                  <a:schemeClr val="lt2"/>
                </a:solidFill>
              </a:rPr>
              <a:pPr eaLnBrk="1" hangingPunct="1" latinLnBrk="1" lvl="0"/>
            </a:fld>
            <a:endParaRPr altLang="en-US" sz="1400" lang="en-US">
              <a:solidFill>
                <a:schemeClr val="lt2"/>
              </a:solidFill>
            </a:endParaRPr>
          </a:p>
        </p:txBody>
      </p:sp>
      <p:sp>
        <p:nvSpPr>
          <p:cNvPr id="1048581" name=""/>
          <p:cNvSpPr/>
          <p:nvPr/>
        </p:nvSpPr>
        <p:spPr>
          <a:xfrm rot="0">
            <a:off x="457200" y="6353175"/>
            <a:ext cx="8229600" cy="0"/>
          </a:xfrm>
          <a:prstGeom prst="line"/>
          <a:noFill/>
          <a:ln w="9525" cap="flat" cmpd="sng">
            <a:solidFill>
              <a:schemeClr val="accent2">
                <a:alpha val="100000"/>
              </a:schemeClr>
            </a:solidFill>
            <a:prstDash val="dash"/>
            <a:round/>
          </a:ln>
        </p:spPr>
      </p:sp>
      <p:sp>
        <p:nvSpPr>
          <p:cNvPr id="1048582" name=""/>
          <p:cNvSpPr/>
          <p:nvPr/>
        </p:nvSpPr>
        <p:spPr>
          <a:xfrm rot="0">
            <a:off x="457200" y="1143000"/>
            <a:ext cx="8229600" cy="0"/>
          </a:xfrm>
          <a:prstGeom prst="line"/>
          <a:noFill/>
          <a:ln w="9525" cap="flat" cmpd="sng">
            <a:solidFill>
              <a:schemeClr val="accent2">
                <a:alpha val="100000"/>
              </a:schemeClr>
            </a:solidFill>
            <a:prstDash val="dash"/>
            <a:round/>
          </a:ln>
        </p:spPr>
      </p:sp>
      <p:sp>
        <p:nvSpPr>
          <p:cNvPr id="1048583" name=""/>
          <p:cNvSpPr/>
          <p:nvPr/>
        </p:nvSpPr>
        <p:spPr>
          <a:xfrm rot="5400000">
            <a:off x="419100" y="6467475"/>
            <a:ext cx="190500" cy="120650"/>
          </a:xfrm>
          <a:prstGeom prst="triangle"/>
          <a:solidFill>
            <a:schemeClr val="accent2"/>
          </a:solidFill>
          <a:ln>
            <a:noFill/>
          </a:ln>
        </p:spPr>
        <p:txBody>
          <a:bodyPr anchor="ctr" bIns="45720" lIns="91440" rIns="91440" tIns="45720" vert="horz"/>
          <a:lstStyle>
            <a:lvl1pPr algn="l" eaLnBrk="1" fontAlgn="base" hangingPunct="1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1pPr>
            <a:lvl2pPr algn="l" eaLnBrk="1" fontAlgn="base" hangingPunct="1" indent="0" latinLnBrk="1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2pPr>
            <a:lvl3pPr algn="l" eaLnBrk="1" fontAlgn="base" hangingPunct="1" indent="0" latinLnBrk="1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3pPr>
            <a:lvl4pPr algn="l" eaLnBrk="1" fontAlgn="base" hangingPunct="1" indent="0" latinLnBrk="1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4pPr>
            <a:lvl5pPr algn="l" eaLnBrk="1" fontAlgn="base" hangingPunct="1" indent="0" latinLnBrk="1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Gill Sans MT" pitchFamily="34" charset="0"/>
                <a:sym typeface="Tahoma" pitchFamily="34" charset="0"/>
              </a:defRPr>
            </a:lvl5pPr>
          </a:lstStyle>
          <a:p>
            <a:pPr algn="ctr" eaLnBrk="1" hangingPunct="1" latinLnBrk="1" lvl="0"/>
            <a:endParaRPr altLang="en-US" lang="en-US">
              <a:solidFill>
                <a:srgbClr val="FFFFFF"/>
              </a:solidFill>
              <a:latin typeface="Gill Sans MT" pitchFamily="34" charset="0"/>
            </a:endParaRPr>
          </a:p>
        </p:txBody>
      </p:sp>
    </p:spTree>
  </p:cSld>
  <p:clrMap accent1="accent1" accent2="accent2" accent3="accent3" accent4="accent4" accent5="accent5" accent6="accent6" bg1="lt1" bg2="dk2" tx1="dk1" tx2="lt2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fill="hold" id="1" nodeType="withEffect" presetClass="entr" presetID="10" presetSubtype="0">
          <p:stCondLst>
            <p:cond delay="0"/>
          </p:stCondLst>
          <p:childTnLst>
            <p:set>
              <p:cBhvr>
                <p:cTn dur="1" fill="hold" id="2">
                  <p:stCondLst>
                    <p:cond delay="0"/>
                  </p:stCondLst>
                </p:cTn>
                <p:tgtEl>
                  <p:spTgt spid="1048577"/>
                </p:tgtEl>
                <p:attrNameLst>
                  <p:attrName>style.visibility</p:attrName>
                </p:attrNameLst>
              </p:cBhvr>
              <p:to>
                <p:strVal val="visible"/>
              </p:to>
            </p:set>
            <p:animEffect transition="in" filter="fade">
              <p:cBhvr>
                <p:cTn dur="2000" id="3"/>
                <p:tgtEl>
                  <p:spTgt spid="1048577"/>
                </p:tgtEl>
              </p:cBhvr>
            </p:animEffect>
          </p:childTnLst>
        </p:cTn>
      </p:par>
    </p:tnLst>
    <p:bldLst>
      <p:bldP spid="1048576" grpId="0" uiExpand="0" build="whole"/>
      <p:bldP spid="1048577" grpId="0" uiExpand="0" build="p" bldLvl="5"/>
    </p:bldLst>
  </p:timing>
  <p:hf dt="0" ftr="0" sldNum="0"/>
  <p:txStyles>
    <p:titleStyle>
      <a:lvl1pPr algn="l" eaLnBrk="0" fontAlgn="base" hangingPunct="0" rtl="0">
        <a:spcBef>
          <a:spcPct val="0"/>
        </a:spcBef>
        <a:spcAft>
          <a:spcPct val="0"/>
        </a:spcAft>
        <a:defRPr sz="3200" kern="1200">
          <a:solidFill>
            <a:schemeClr val="tx2"/>
          </a:solidFill>
          <a:latin typeface="+mj-lt"/>
          <a:ea typeface="+mj-ea"/>
          <a:cs typeface="+mj-cs"/>
        </a:defRPr>
      </a:lvl1pPr>
      <a:lvl2pPr algn="l" eaLnBrk="0" fontAlgn="base" hangingPunct="0" rtl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anose="02050604050505020204" pitchFamily="18" charset="0"/>
        </a:defRPr>
      </a:lvl2pPr>
      <a:lvl3pPr algn="l" eaLnBrk="0" fontAlgn="base" hangingPunct="0" rtl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anose="02050604050505020204" pitchFamily="18" charset="0"/>
        </a:defRPr>
      </a:lvl3pPr>
      <a:lvl4pPr algn="l" eaLnBrk="0" fontAlgn="base" hangingPunct="0" rtl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anose="02050604050505020204" pitchFamily="18" charset="0"/>
        </a:defRPr>
      </a:lvl4pPr>
      <a:lvl5pPr algn="l" eaLnBrk="0" fontAlgn="base" hangingPunct="0" rtl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anose="02050604050505020204" pitchFamily="18" charset="0"/>
        </a:defRPr>
      </a:lvl5pPr>
      <a:lvl6pPr algn="l" fontAlgn="base" marL="457200" rtl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anose="02050604050505020204" pitchFamily="18" charset="0"/>
        </a:defRPr>
      </a:lvl6pPr>
      <a:lvl7pPr algn="l" fontAlgn="base" marL="914400" rtl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anose="02050604050505020204" pitchFamily="18" charset="0"/>
        </a:defRPr>
      </a:lvl7pPr>
      <a:lvl8pPr algn="l" fontAlgn="base" marL="1371600" rtl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anose="02050604050505020204" pitchFamily="18" charset="0"/>
        </a:defRPr>
      </a:lvl8pPr>
      <a:lvl9pPr algn="l" fontAlgn="base" marL="1828800" rtl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anose="02050604050505020204" pitchFamily="18" charset="0"/>
        </a:defRPr>
      </a:lvl9pPr>
    </p:titleStyle>
    <p:bodyStyle>
      <a:lvl1pPr algn="l" eaLnBrk="0" fontAlgn="base" hangingPunct="0" indent="-273050" marL="273050" rtl="0">
        <a:spcBef>
          <a:spcPts val="600"/>
        </a:spcBef>
        <a:spcAft>
          <a:spcPct val="0"/>
        </a:spcAft>
        <a:buClr>
          <a:schemeClr val="accent1"/>
        </a:buClr>
        <a:buSzPct val="76000"/>
        <a:buFont typeface="Wingdings 3" panose="05040102010807070707" pitchFamily="18" charset="2"/>
        <a:buChar char="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algn="l" eaLnBrk="0" fontAlgn="base" hangingPunct="0" indent="-273050" marL="547688" rtl="0">
        <a:spcBef>
          <a:spcPts val="500"/>
        </a:spcBef>
        <a:spcAft>
          <a:spcPct val="0"/>
        </a:spcAft>
        <a:buClr>
          <a:schemeClr val="accent2"/>
        </a:buClr>
        <a:buSzPct val="76000"/>
        <a:buFont typeface="Wingdings 3" panose="05040102010807070707" pitchFamily="18" charset="2"/>
        <a:buChar char=""/>
        <a:defRPr sz="2300" kern="1200">
          <a:solidFill>
            <a:schemeClr val="tx2"/>
          </a:solidFill>
          <a:latin typeface="+mn-lt"/>
          <a:ea typeface="+mn-ea"/>
          <a:cs typeface="+mn-cs"/>
        </a:defRPr>
      </a:lvl2pPr>
      <a:lvl3pPr algn="l" eaLnBrk="0" fontAlgn="base" hangingPunct="0" indent="-228600" marL="822325" rtl="0">
        <a:spcBef>
          <a:spcPts val="500"/>
        </a:spcBef>
        <a:spcAft>
          <a:spcPct val="0"/>
        </a:spcAft>
        <a:buClr>
          <a:srgbClr val="BCBCBC"/>
        </a:buClr>
        <a:buSzPct val="76000"/>
        <a:buFont typeface="Wingdings 3" panose="05040102010807070707" pitchFamily="18" charset="2"/>
        <a:buChar char="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algn="l" eaLnBrk="0" fontAlgn="base" hangingPunct="0" indent="-228600" marL="1096963" rtl="0">
        <a:spcBef>
          <a:spcPts val="400"/>
        </a:spcBef>
        <a:spcAft>
          <a:spcPct val="0"/>
        </a:spcAft>
        <a:buClr>
          <a:srgbClr val="8BA2B4"/>
        </a:buClr>
        <a:buSzPct val="70000"/>
        <a:buFont typeface="Wingdings" panose="05000000000000000000" pitchFamily="2" charset="2"/>
        <a:buChar char="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algn="l" eaLnBrk="0" fontAlgn="base" hangingPunct="0" indent="-228600" marL="1371600" rtl="0">
        <a:spcBef>
          <a:spcPts val="3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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algn="l" eaLnBrk="1" hangingPunct="1" indent="-182880" latinLnBrk="0" marL="1645920" rtl="0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sz="1600" kern="1200" kumimoji="0" lang="en-US" smtClean="0">
          <a:solidFill>
            <a:schemeClr val="tx1"/>
          </a:solidFill>
          <a:latin typeface="+mn-lt"/>
          <a:ea typeface="+mn-ea"/>
          <a:cs typeface="+mn-cs"/>
        </a:defRPr>
      </a:lvl6pPr>
      <a:lvl7pPr algn="l" eaLnBrk="1" hangingPunct="1" indent="-182880" latinLnBrk="0" marL="1828800" rtl="0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sz="1400" kern="1200" kumimoji="0" lang="en-US" smtClean="0">
          <a:solidFill>
            <a:schemeClr val="tx1"/>
          </a:solidFill>
          <a:latin typeface="+mn-lt"/>
          <a:ea typeface="+mn-ea"/>
          <a:cs typeface="+mn-cs"/>
        </a:defRPr>
      </a:lvl7pPr>
      <a:lvl8pPr algn="l" eaLnBrk="1" hangingPunct="1" indent="-182880" latinLnBrk="0" marL="2011680" rtl="0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sz="1400" kern="1200" kumimoji="0" lang="en-US" smtClean="0">
          <a:solidFill>
            <a:schemeClr val="tx1"/>
          </a:solidFill>
          <a:latin typeface="+mn-lt"/>
          <a:ea typeface="+mn-ea"/>
          <a:cs typeface="+mn-cs"/>
        </a:defRPr>
      </a:lvl8pPr>
      <a:lvl9pPr algn="l" eaLnBrk="1" hangingPunct="1" indent="-182880" latinLnBrk="0" marL="2194560" rtl="0">
        <a:spcBef>
          <a:spcPts val="300"/>
        </a:spcBef>
        <a:buClr>
          <a:srgbClr val="9FB8CD"/>
        </a:buClr>
        <a:buSzPct val="75000"/>
        <a:buFont typeface="Wingdings 3"/>
        <a:buChar char=""/>
        <a:defRPr sz="1200" kern="1200" kumimoji="0" lang="en-US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algn="l" eaLnBrk="1" hangingPunct="1" latinLnBrk="0" marL="0" rtl="0">
        <a:defRPr kern="1200" kumimoji="0">
          <a:solidFill>
            <a:schemeClr val="tx1"/>
          </a:solidFill>
          <a:latin typeface="+mn-lt"/>
          <a:ea typeface="+mn-ea"/>
          <a:cs typeface="+mn-cs"/>
        </a:defRPr>
      </a:lvl1pPr>
      <a:lvl2pPr algn="l" eaLnBrk="1" hangingPunct="1" latinLnBrk="0" marL="457200" rtl="0">
        <a:defRPr kern="1200" kumimoji="0">
          <a:solidFill>
            <a:schemeClr val="tx1"/>
          </a:solidFill>
          <a:latin typeface="+mn-lt"/>
          <a:ea typeface="+mn-ea"/>
          <a:cs typeface="+mn-cs"/>
        </a:defRPr>
      </a:lvl2pPr>
      <a:lvl3pPr algn="l" eaLnBrk="1" hangingPunct="1" latinLnBrk="0" marL="914400" rtl="0">
        <a:defRPr kern="1200" kumimoji="0">
          <a:solidFill>
            <a:schemeClr val="tx1"/>
          </a:solidFill>
          <a:latin typeface="+mn-lt"/>
          <a:ea typeface="+mn-ea"/>
          <a:cs typeface="+mn-cs"/>
        </a:defRPr>
      </a:lvl3pPr>
      <a:lvl4pPr algn="l" eaLnBrk="1" hangingPunct="1" latinLnBrk="0" marL="1371600" rtl="0">
        <a:defRPr kern="1200" kumimoji="0">
          <a:solidFill>
            <a:schemeClr val="tx1"/>
          </a:solidFill>
          <a:latin typeface="+mn-lt"/>
          <a:ea typeface="+mn-ea"/>
          <a:cs typeface="+mn-cs"/>
        </a:defRPr>
      </a:lvl4pPr>
      <a:lvl5pPr algn="l" eaLnBrk="1" hangingPunct="1" latinLnBrk="0" marL="1828800" rtl="0">
        <a:defRPr kern="1200" kumimoji="0">
          <a:solidFill>
            <a:schemeClr val="tx1"/>
          </a:solidFill>
          <a:latin typeface="+mn-lt"/>
          <a:ea typeface="+mn-ea"/>
          <a:cs typeface="+mn-cs"/>
        </a:defRPr>
      </a:lvl5pPr>
      <a:lvl6pPr algn="l" eaLnBrk="1" hangingPunct="1" latinLnBrk="0" marL="2286000" rtl="0">
        <a:defRPr kern="1200" kumimoji="0">
          <a:solidFill>
            <a:schemeClr val="tx1"/>
          </a:solidFill>
          <a:latin typeface="+mn-lt"/>
          <a:ea typeface="+mn-ea"/>
          <a:cs typeface="+mn-cs"/>
        </a:defRPr>
      </a:lvl6pPr>
      <a:lvl7pPr algn="l" eaLnBrk="1" hangingPunct="1" latinLnBrk="0" marL="2743200" rtl="0">
        <a:defRPr kern="1200" kumimoji="0">
          <a:solidFill>
            <a:schemeClr val="tx1"/>
          </a:solidFill>
          <a:latin typeface="+mn-lt"/>
          <a:ea typeface="+mn-ea"/>
          <a:cs typeface="+mn-cs"/>
        </a:defRPr>
      </a:lvl7pPr>
      <a:lvl8pPr algn="l" eaLnBrk="1" hangingPunct="1" latinLnBrk="0" marL="3200400" rtl="0">
        <a:defRPr kern="1200" kumimoji="0">
          <a:solidFill>
            <a:schemeClr val="tx1"/>
          </a:solidFill>
          <a:latin typeface="+mn-lt"/>
          <a:ea typeface="+mn-ea"/>
          <a:cs typeface="+mn-cs"/>
        </a:defRPr>
      </a:lvl8pPr>
      <a:lvl9pPr algn="l" eaLnBrk="1" hangingPunct="1" latinLnBrk="0" marL="3657600" rtl="0">
        <a:defRPr kern="1200" kumimoji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image" Target="../media/image1.wmf"/><Relationship Id="rId2" Type="http://schemas.openxmlformats.org/officeDocument/2006/relationships/slideLayout" Target="../slideLayouts/slideLayout18.xml"/><Relationship Id="rId3" Type="http://schemas.openxmlformats.org/officeDocument/2006/relationships/notesSlide" Target="../notesSlides/notesSlide2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3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13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13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13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3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8.xml"/><Relationship Id="rId3" Type="http://schemas.openxmlformats.org/officeDocument/2006/relationships/notesSlide" Target="../notesSlides/notesSlide10.xml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38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595" name=""/>
          <p:cNvSpPr/>
          <p:nvPr>
            <p:ph type="ctrTitle" sz="full" idx="6"/>
          </p:nvPr>
        </p:nvSpPr>
        <p:spPr>
          <a:xfrm rot="0">
            <a:off x="1219200" y="3886200"/>
            <a:ext cx="6858000" cy="9906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>
              <a:defRPr sz="3200"/>
            </a:lvl1pPr>
          </a:lstStyle>
          <a:p>
            <a:pPr algn="r" eaLnBrk="1" hangingPunct="1" latinLnBrk="1" lvl="0"/>
            <a:br/>
            <a:r>
              <a:rPr altLang="en-US" lang="en-US">
                <a:solidFill>
                  <a:schemeClr val="dk1"/>
                </a:solidFill>
              </a:rPr>
              <a:t>Common Childhood Cancers</a:t>
            </a:r>
          </a:p>
        </p:txBody>
      </p:sp>
      <p:sp>
        <p:nvSpPr>
          <p:cNvPr id="1048597" name=""/>
          <p:cNvSpPr txBox="1"/>
          <p:nvPr/>
        </p:nvSpPr>
        <p:spPr>
          <a:xfrm rot="0">
            <a:off x="1216025" y="6354762"/>
            <a:ext cx="1219200" cy="366712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fontAlgn="base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1pPr>
            <a:lvl2pPr algn="l" fontAlgn="base" indent="0" latinLnBrk="1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2pPr>
            <a:lvl3pPr algn="l" fontAlgn="base" indent="0" latinLnBrk="1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3pPr>
            <a:lvl4pPr algn="l" fontAlgn="base" indent="0" latinLnBrk="1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4pPr>
            <a:lvl5pPr algn="l" fontAlgn="base" indent="0" latinLnBrk="1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5pPr>
          </a:lstStyle>
          <a:p>
            <a:pPr eaLnBrk="1" hangingPunct="1" latinLnBrk="1" lvl="0"/>
            <a:fld id="{566ABCEB-ACFC-4714-9973-3DA970169C29}" type="slidenum">
              <a:rPr altLang="en-US" sz="1400" lang="en-US"/>
              <a:pPr eaLnBrk="1" hangingPunct="1" latinLnBrk="1" lvl="0"/>
              <a:t>1</a:t>
            </a:fld>
            <a:endParaRPr altLang="en-US" sz="1400" lang="en-US"/>
          </a:p>
        </p:txBody>
      </p:sp>
    </p:spTree>
  </p:cSld>
  <p:clrMapOvr>
    <a:masterClrMapping/>
  </p:clrMapOvr>
  <p:timing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75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11" name=""/>
          <p:cNvSpPr/>
          <p:nvPr>
            <p:ph type="title" sz="full" idx="0"/>
          </p:nvPr>
        </p:nvSpPr>
        <p:spPr>
          <a:xfrm rot="0">
            <a:off x="457200" y="152400"/>
            <a:ext cx="8229600" cy="9906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lstStyle>
            <a:lvl1pPr algn="l" fontAlgn="base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3200" i="0" u="none">
                <a:solidFill>
                  <a:schemeClr val="lt2"/>
                </a:solidFill>
                <a:latin typeface="Bookman Old Style" pitchFamily="18" charset="0"/>
                <a:sym typeface="Tahoma" pitchFamily="34" charset="0"/>
              </a:defRPr>
            </a:lvl1pPr>
          </a:lstStyle>
          <a:p>
            <a:pPr eaLnBrk="1" hangingPunct="1" latinLnBrk="1" lvl="0"/>
            <a:r>
              <a:rPr altLang="en-US" lang="en-US"/>
              <a:t>Childhood Malignancies</a:t>
            </a:r>
          </a:p>
        </p:txBody>
      </p:sp>
      <p:sp>
        <p:nvSpPr>
          <p:cNvPr id="1048612" name=""/>
          <p:cNvSpPr txBox="1"/>
          <p:nvPr/>
        </p:nvSpPr>
        <p:spPr>
          <a:xfrm rot="0">
            <a:off x="612775" y="6356350"/>
            <a:ext cx="1981200" cy="365125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fontAlgn="base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1pPr>
            <a:lvl2pPr algn="l" fontAlgn="base" indent="0" latinLnBrk="1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2pPr>
            <a:lvl3pPr algn="l" fontAlgn="base" indent="0" latinLnBrk="1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3pPr>
            <a:lvl4pPr algn="l" fontAlgn="base" indent="0" latinLnBrk="1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4pPr>
            <a:lvl5pPr algn="l" fontAlgn="base" indent="0" latinLnBrk="1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5pPr>
          </a:lstStyle>
          <a:p>
            <a:pPr eaLnBrk="1" hangingPunct="1" latinLnBrk="1" lvl="0"/>
            <a:fld id="{566ABCEB-ACFC-4714-9973-3DA970169C29}" type="slidenum">
              <a:rPr altLang="en-US" sz="1400" lang="en-US"/>
              <a:pPr eaLnBrk="1" hangingPunct="1" latinLnBrk="1" lvl="0"/>
              <a:t>2</a:t>
            </a:fld>
            <a:endParaRPr altLang="en-US" sz="1400" lang="en-US"/>
          </a:p>
        </p:txBody>
      </p:sp>
      <p:sp>
        <p:nvSpPr>
          <p:cNvPr id="1048613" name=""/>
          <p:cNvSpPr/>
          <p:nvPr>
            <p:ph sz="quarter" idx="6"/>
          </p:nvPr>
        </p:nvSpPr>
        <p:spPr>
          <a:xfrm rot="0">
            <a:off x="457200" y="1219200"/>
            <a:ext cx="8229600" cy="4937125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eaLnBrk="1" hangingPunct="1" latinLnBrk="1" lvl="0"/>
            <a:r>
              <a:rPr altLang="en-US" lang="en-US">
                <a:solidFill>
                  <a:srgbClr val="002060"/>
                </a:solidFill>
              </a:rPr>
              <a:t>Childhood Malignancies</a:t>
            </a:r>
          </a:p>
          <a:p>
            <a:pPr eaLnBrk="1" hangingPunct="1" latinLnBrk="1" lvl="1"/>
            <a:r>
              <a:rPr altLang="en-US" sz="2000" lang="en-US">
                <a:solidFill>
                  <a:srgbClr val="002060"/>
                </a:solidFill>
              </a:rPr>
              <a:t>Lymphohematogenous </a:t>
            </a:r>
          </a:p>
          <a:p>
            <a:pPr eaLnBrk="1" hangingPunct="1" latinLnBrk="1" lvl="2"/>
            <a:r>
              <a:rPr altLang="en-US" sz="2000" lang="en-US">
                <a:solidFill>
                  <a:srgbClr val="002060"/>
                </a:solidFill>
              </a:rPr>
              <a:t>Leukemias </a:t>
            </a:r>
          </a:p>
          <a:p>
            <a:pPr eaLnBrk="1" hangingPunct="1" latinLnBrk="1" lvl="2"/>
            <a:r>
              <a:rPr altLang="en-US" sz="2000" lang="en-US">
                <a:solidFill>
                  <a:srgbClr val="002060"/>
                </a:solidFill>
              </a:rPr>
              <a:t>Lymphomas</a:t>
            </a:r>
          </a:p>
          <a:p>
            <a:pPr eaLnBrk="1" hangingPunct="1" latinLnBrk="1" lvl="1"/>
            <a:r>
              <a:rPr altLang="en-US" sz="2000" lang="en-US">
                <a:solidFill>
                  <a:srgbClr val="002060"/>
                </a:solidFill>
              </a:rPr>
              <a:t>Solid </a:t>
            </a:r>
          </a:p>
          <a:p>
            <a:pPr eaLnBrk="1" hangingPunct="1" latinLnBrk="1" lvl="2"/>
            <a:r>
              <a:rPr altLang="en-US" sz="2000" lang="en-US">
                <a:solidFill>
                  <a:srgbClr val="002060"/>
                </a:solidFill>
              </a:rPr>
              <a:t>Common</a:t>
            </a:r>
          </a:p>
          <a:p>
            <a:pPr eaLnBrk="1" hangingPunct="1" latinLnBrk="1" lvl="2"/>
            <a:r>
              <a:rPr altLang="en-US" sz="2000" lang="en-US">
                <a:solidFill>
                  <a:srgbClr val="002060"/>
                </a:solidFill>
              </a:rPr>
              <a:t>Others</a:t>
            </a:r>
          </a:p>
          <a:p>
            <a:pPr eaLnBrk="1" hangingPunct="1" latinLnBrk="1" lvl="2">
              <a:buFont typeface="Wingdings" pitchFamily="2" charset="2"/>
              <a:buNone/>
            </a:pPr>
            <a:endParaRPr altLang="en-US" sz="2000" lang="en-US"/>
          </a:p>
          <a:p>
            <a:pPr eaLnBrk="1" hangingPunct="1" latinLnBrk="1" lvl="2"/>
            <a:endParaRPr altLang="en-US" sz="2000" lang="en-US"/>
          </a:p>
          <a:p>
            <a:pPr eaLnBrk="1" hangingPunct="1" latinLnBrk="1" lvl="2"/>
            <a:endParaRPr altLang="en-US" sz="2000" lang="en-US"/>
          </a:p>
        </p:txBody>
      </p:sp>
    </p:spTree>
  </p:cSld>
  <p:clrMapOvr>
    <a:masterClrMapping/>
  </p:clrMapOvr>
  <p:timing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76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14" name=""/>
          <p:cNvSpPr/>
          <p:nvPr>
            <p:ph type="title" sz="full" idx="0"/>
          </p:nvPr>
        </p:nvSpPr>
        <p:spPr>
          <a:xfrm rot="0">
            <a:off x="457200" y="152400"/>
            <a:ext cx="8229600" cy="9906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lstStyle>
            <a:lvl1pPr algn="l" fontAlgn="base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3200" i="0" u="none">
                <a:solidFill>
                  <a:schemeClr val="lt2"/>
                </a:solidFill>
                <a:latin typeface="Bookman Old Style" pitchFamily="18" charset="0"/>
                <a:sym typeface="Tahoma" pitchFamily="34" charset="0"/>
              </a:defRPr>
            </a:lvl1pPr>
          </a:lstStyle>
          <a:p>
            <a:pPr eaLnBrk="1" hangingPunct="1" latinLnBrk="1" lvl="0"/>
            <a:r>
              <a:rPr altLang="en-US" lang="en-US"/>
              <a:t>Childhood Cancer</a:t>
            </a:r>
          </a:p>
        </p:txBody>
      </p:sp>
      <p:sp>
        <p:nvSpPr>
          <p:cNvPr id="1048615" name=""/>
          <p:cNvSpPr txBox="1"/>
          <p:nvPr/>
        </p:nvSpPr>
        <p:spPr>
          <a:xfrm rot="0">
            <a:off x="612775" y="6356350"/>
            <a:ext cx="1981200" cy="365125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fontAlgn="base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1pPr>
            <a:lvl2pPr algn="l" fontAlgn="base" indent="0" latinLnBrk="1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2pPr>
            <a:lvl3pPr algn="l" fontAlgn="base" indent="0" latinLnBrk="1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3pPr>
            <a:lvl4pPr algn="l" fontAlgn="base" indent="0" latinLnBrk="1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4pPr>
            <a:lvl5pPr algn="l" fontAlgn="base" indent="0" latinLnBrk="1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5pPr>
          </a:lstStyle>
          <a:p>
            <a:pPr eaLnBrk="1" hangingPunct="1" latinLnBrk="1" lvl="0"/>
            <a:fld id="{566ABCEB-ACFC-4714-9973-3DA970169C29}" type="slidenum">
              <a:rPr altLang="en-US" sz="1400" lang="en-US"/>
              <a:pPr eaLnBrk="1" hangingPunct="1" latinLnBrk="1" lvl="0"/>
              <a:t>3</a:t>
            </a:fld>
            <a:endParaRPr altLang="en-US" sz="1400" lang="en-US"/>
          </a:p>
        </p:txBody>
      </p:sp>
      <p:sp>
        <p:nvSpPr>
          <p:cNvPr id="1048616" name=""/>
          <p:cNvSpPr/>
          <p:nvPr>
            <p:ph sz="quarter" idx="6"/>
          </p:nvPr>
        </p:nvSpPr>
        <p:spPr>
          <a:xfrm rot="0">
            <a:off x="685800" y="2057400"/>
            <a:ext cx="7772400" cy="41148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eaLnBrk="1" hangingPunct="1" latinLnBrk="1" lvl="0">
              <a:buFontTx/>
              <a:buNone/>
            </a:pPr>
            <a:r>
              <a:rPr altLang="en-US" lang="en-US">
                <a:solidFill>
                  <a:srgbClr val="002060"/>
                </a:solidFill>
              </a:rPr>
              <a:t>Incidence </a:t>
            </a:r>
          </a:p>
          <a:p>
            <a:pPr eaLnBrk="1" hangingPunct="1" latinLnBrk="1" lvl="0"/>
            <a:r>
              <a:rPr altLang="en-US" lang="en-US">
                <a:solidFill>
                  <a:srgbClr val="002060"/>
                </a:solidFill>
              </a:rPr>
              <a:t>Represents 2% of Malignancies</a:t>
            </a:r>
          </a:p>
          <a:p>
            <a:pPr eaLnBrk="1" hangingPunct="1" latinLnBrk="1" lvl="0"/>
            <a:r>
              <a:rPr altLang="en-US" lang="en-US">
                <a:solidFill>
                  <a:srgbClr val="002060"/>
                </a:solidFill>
              </a:rPr>
              <a:t>130–140 children per million annually under the age of 16 years</a:t>
            </a:r>
          </a:p>
          <a:p>
            <a:pPr eaLnBrk="1" hangingPunct="1" latinLnBrk="1" lvl="0"/>
            <a:r>
              <a:rPr altLang="en-US" lang="en-US">
                <a:solidFill>
                  <a:srgbClr val="002060"/>
                </a:solidFill>
              </a:rPr>
              <a:t>Around 1 out of 500 children</a:t>
            </a:r>
          </a:p>
          <a:p>
            <a:pPr eaLnBrk="1" hangingPunct="1" latinLnBrk="1" lvl="0"/>
            <a:r>
              <a:rPr altLang="en-US" lang="en-US">
                <a:solidFill>
                  <a:srgbClr val="002060"/>
                </a:solidFill>
              </a:rPr>
              <a:t>within the first 5 years of life is twice as high as from 6 to 15 years of age</a:t>
            </a:r>
          </a:p>
        </p:txBody>
      </p:sp>
    </p:spTree>
  </p:cSld>
  <p:clrMapOvr>
    <a:masterClrMapping/>
  </p:clrMapOvr>
  <p:timing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80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pic>
        <p:nvPicPr>
          <p:cNvPr id="2097152" name="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0" y="-381000"/>
            <a:ext cx="9372600" cy="7467600"/>
          </a:xfrm>
          <a:prstGeom prst="rect"/>
          <a:noFill/>
          <a:ln>
            <a:noFill/>
          </a:ln>
        </p:spPr>
      </p:pic>
      <p:sp>
        <p:nvSpPr>
          <p:cNvPr id="1048624" name=""/>
          <p:cNvSpPr txBox="1"/>
          <p:nvPr/>
        </p:nvSpPr>
        <p:spPr>
          <a:xfrm rot="0">
            <a:off x="612775" y="6356350"/>
            <a:ext cx="1981200" cy="365125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fontAlgn="base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1pPr>
            <a:lvl2pPr algn="l" fontAlgn="base" indent="0" latinLnBrk="1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2pPr>
            <a:lvl3pPr algn="l" fontAlgn="base" indent="0" latinLnBrk="1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3pPr>
            <a:lvl4pPr algn="l" fontAlgn="base" indent="0" latinLnBrk="1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4pPr>
            <a:lvl5pPr algn="l" fontAlgn="base" indent="0" latinLnBrk="1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5pPr>
          </a:lstStyle>
          <a:p>
            <a:pPr eaLnBrk="1" hangingPunct="1" latinLnBrk="1" lvl="0"/>
            <a:fld id="{566ABCEB-ACFC-4714-9973-3DA970169C29}" type="slidenum">
              <a:rPr altLang="en-US" sz="1400" lang="en-US"/>
              <a:pPr eaLnBrk="1" hangingPunct="1" latinLnBrk="1" lvl="0"/>
              <a:t>4</a:t>
            </a:fld>
            <a:endParaRPr altLang="en-US" sz="1400" lang="en-US"/>
          </a:p>
        </p:txBody>
      </p:sp>
    </p:spTree>
  </p:cSld>
  <p:clrMapOvr>
    <a:masterClrMapping/>
  </p:clrMapOvr>
  <p:timing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83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28" name=""/>
          <p:cNvSpPr/>
          <p:nvPr>
            <p:ph type="title" sz="full" idx="0"/>
          </p:nvPr>
        </p:nvSpPr>
        <p:spPr>
          <a:xfrm rot="0">
            <a:off x="457200" y="152400"/>
            <a:ext cx="8229600" cy="9906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lstStyle>
            <a:lvl1pPr algn="l" fontAlgn="base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3200" i="0" u="none">
                <a:solidFill>
                  <a:schemeClr val="lt2"/>
                </a:solidFill>
                <a:latin typeface="Bookman Old Style" pitchFamily="18" charset="0"/>
                <a:sym typeface="Tahoma" pitchFamily="34" charset="0"/>
              </a:defRPr>
            </a:lvl1pPr>
          </a:lstStyle>
          <a:p>
            <a:pPr eaLnBrk="1" hangingPunct="1" latinLnBrk="1" lvl="0"/>
            <a:r>
              <a:rPr altLang="en-US" lang="en-US"/>
              <a:t>Pecularities of Childhood Malignancies</a:t>
            </a:r>
          </a:p>
        </p:txBody>
      </p:sp>
      <p:sp>
        <p:nvSpPr>
          <p:cNvPr id="1048629" name=""/>
          <p:cNvSpPr txBox="1"/>
          <p:nvPr/>
        </p:nvSpPr>
        <p:spPr>
          <a:xfrm rot="0">
            <a:off x="612775" y="6356350"/>
            <a:ext cx="1981200" cy="365125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fontAlgn="base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1pPr>
            <a:lvl2pPr algn="l" fontAlgn="base" indent="0" latinLnBrk="1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2pPr>
            <a:lvl3pPr algn="l" fontAlgn="base" indent="0" latinLnBrk="1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3pPr>
            <a:lvl4pPr algn="l" fontAlgn="base" indent="0" latinLnBrk="1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4pPr>
            <a:lvl5pPr algn="l" fontAlgn="base" indent="0" latinLnBrk="1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5pPr>
          </a:lstStyle>
          <a:p>
            <a:pPr eaLnBrk="1" hangingPunct="1" latinLnBrk="1" lvl="0"/>
            <a:fld id="{566ABCEB-ACFC-4714-9973-3DA970169C29}" type="slidenum">
              <a:rPr altLang="en-US" sz="1400" lang="en-US"/>
              <a:pPr eaLnBrk="1" hangingPunct="1" latinLnBrk="1" lvl="0"/>
              <a:t>5</a:t>
            </a:fld>
            <a:endParaRPr altLang="en-US" sz="1400" lang="en-US"/>
          </a:p>
        </p:txBody>
      </p:sp>
      <p:sp>
        <p:nvSpPr>
          <p:cNvPr id="1048630" name=""/>
          <p:cNvSpPr/>
          <p:nvPr>
            <p:ph sz="quarter" idx="6"/>
          </p:nvPr>
        </p:nvSpPr>
        <p:spPr>
          <a:xfrm rot="0">
            <a:off x="457200" y="1219200"/>
            <a:ext cx="8229600" cy="4937125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eaLnBrk="1" hangingPunct="1" latinLnBrk="1" lvl="0"/>
            <a:r>
              <a:rPr altLang="en-US" sz="1600" lang="en-US">
                <a:solidFill>
                  <a:srgbClr val="002060"/>
                </a:solidFill>
              </a:rPr>
              <a:t>While in adults about 80% of cancerous diseases pertain to the respiratory, gastrointestinal and reproductive organs, only &lt;5% of cancerous diseases of children are manifested in these organs</a:t>
            </a:r>
          </a:p>
          <a:p>
            <a:pPr eaLnBrk="1" hangingPunct="1" latinLnBrk="1" lvl="0">
              <a:buFontTx/>
              <a:buNone/>
            </a:pPr>
            <a:endParaRPr altLang="en-US" sz="1600" lang="en-US">
              <a:solidFill>
                <a:srgbClr val="002060"/>
              </a:solidFill>
            </a:endParaRPr>
          </a:p>
          <a:p>
            <a:pPr eaLnBrk="1" hangingPunct="1" latinLnBrk="1" lvl="0"/>
            <a:r>
              <a:rPr altLang="en-US" sz="1600" lang="en-US">
                <a:solidFill>
                  <a:srgbClr val="002060"/>
                </a:solidFill>
              </a:rPr>
              <a:t>Marked difference in histopathology from that of adults: embryonal and immature cells </a:t>
            </a:r>
          </a:p>
          <a:p>
            <a:pPr eaLnBrk="1" hangingPunct="1" latinLnBrk="1" lvl="0">
              <a:buFontTx/>
              <a:buNone/>
            </a:pPr>
            <a:endParaRPr altLang="en-US" sz="1600" lang="en-US">
              <a:solidFill>
                <a:srgbClr val="002060"/>
              </a:solidFill>
            </a:endParaRPr>
          </a:p>
          <a:p>
            <a:pPr eaLnBrk="1" hangingPunct="1" latinLnBrk="1" lvl="0"/>
            <a:r>
              <a:rPr altLang="en-US" sz="1600" lang="en-US">
                <a:solidFill>
                  <a:srgbClr val="002060"/>
                </a:solidFill>
              </a:rPr>
              <a:t>The variability within a particular childhood neoplasia and in the prognosis is high</a:t>
            </a:r>
          </a:p>
          <a:p>
            <a:pPr eaLnBrk="1" hangingPunct="1" latinLnBrk="1" lvl="1"/>
            <a:r>
              <a:rPr altLang="en-US" sz="1600" lang="en-US">
                <a:solidFill>
                  <a:srgbClr val="002060"/>
                </a:solidFill>
              </a:rPr>
              <a:t>Diagnosis and therapy must be adjusted to the individual child according to the clinical manifestation and the extent of the tumor</a:t>
            </a:r>
          </a:p>
        </p:txBody>
      </p:sp>
    </p:spTree>
  </p:cSld>
  <p:clrMapOvr>
    <a:masterClrMapping/>
  </p:clrMapOvr>
  <p:timing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84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31" name=""/>
          <p:cNvSpPr/>
          <p:nvPr>
            <p:ph type="ctrTitle" sz="full" idx="6"/>
          </p:nvPr>
        </p:nvSpPr>
        <p:spPr>
          <a:xfrm rot="0">
            <a:off x="1219200" y="3886200"/>
            <a:ext cx="6858000" cy="9906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>
              <a:defRPr sz="3200"/>
            </a:lvl1pPr>
          </a:lstStyle>
          <a:p>
            <a:pPr algn="r" eaLnBrk="1" hangingPunct="1" latinLnBrk="1" lvl="0"/>
            <a:r>
              <a:rPr altLang="en-US" lang="en-US">
                <a:solidFill>
                  <a:schemeClr val="dk1"/>
                </a:solidFill>
              </a:rPr>
              <a:t>Hematological Malignancy</a:t>
            </a:r>
          </a:p>
        </p:txBody>
      </p:sp>
      <p:sp>
        <p:nvSpPr>
          <p:cNvPr id="1048632" name=""/>
          <p:cNvSpPr/>
          <p:nvPr>
            <p:ph type="subTitle" sz="full" idx="7"/>
          </p:nvPr>
        </p:nvSpPr>
        <p:spPr>
          <a:xfrm rot="0">
            <a:off x="1219200" y="5124450"/>
            <a:ext cx="6858000" cy="5334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ctr" marL="0">
              <a:buNone/>
              <a:defRPr sz="2600">
                <a:solidFill>
                  <a:schemeClr val="dk1"/>
                </a:solidFill>
              </a:defRPr>
            </a:lvl1pPr>
            <a:lvl2pPr algn="ctr" marL="274637">
              <a:buNone/>
            </a:lvl2pPr>
            <a:lvl3pPr algn="ctr" marL="593725">
              <a:buNone/>
            </a:lvl3pPr>
            <a:lvl4pPr algn="ctr" marL="868362">
              <a:buNone/>
            </a:lvl4pPr>
            <a:lvl5pPr algn="ctr" marL="1143000">
              <a:buNone/>
            </a:lvl5pPr>
          </a:lstStyle>
          <a:p>
            <a:pPr algn="r" eaLnBrk="1" hangingPunct="1" latinLnBrk="1" lvl="0">
              <a:buFont typeface="Wingdings" pitchFamily="2" charset="2"/>
              <a:buNone/>
            </a:pPr>
            <a:r>
              <a:rPr altLang="en-US" b="1" sz="2000" lang="en-US">
                <a:solidFill>
                  <a:srgbClr val="002060"/>
                </a:solidFill>
                <a:latin typeface="Bookman Old Style" pitchFamily="18" charset="0"/>
              </a:rPr>
              <a:t>The Leukemias</a:t>
            </a:r>
          </a:p>
        </p:txBody>
      </p:sp>
      <p:sp>
        <p:nvSpPr>
          <p:cNvPr id="1048633" name=""/>
          <p:cNvSpPr txBox="1"/>
          <p:nvPr/>
        </p:nvSpPr>
        <p:spPr>
          <a:xfrm rot="0">
            <a:off x="1216025" y="6354762"/>
            <a:ext cx="1219200" cy="366712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fontAlgn="base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1pPr>
            <a:lvl2pPr algn="l" fontAlgn="base" indent="0" latinLnBrk="1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2pPr>
            <a:lvl3pPr algn="l" fontAlgn="base" indent="0" latinLnBrk="1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3pPr>
            <a:lvl4pPr algn="l" fontAlgn="base" indent="0" latinLnBrk="1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4pPr>
            <a:lvl5pPr algn="l" fontAlgn="base" indent="0" latinLnBrk="1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5pPr>
          </a:lstStyle>
          <a:p>
            <a:pPr eaLnBrk="1" hangingPunct="1" latinLnBrk="1" lvl="0"/>
            <a:fld id="{566ABCEB-ACFC-4714-9973-3DA970169C29}" type="slidenum">
              <a:rPr altLang="en-US" sz="1400" lang="en-US"/>
              <a:pPr eaLnBrk="1" hangingPunct="1" latinLnBrk="1" lvl="0"/>
              <a:t>6</a:t>
            </a:fld>
            <a:endParaRPr altLang="en-US" sz="1400" lang="en-US"/>
          </a:p>
        </p:txBody>
      </p:sp>
    </p:spTree>
  </p:cSld>
  <p:clrMapOvr>
    <a:masterClrMapping/>
  </p:clrMapOvr>
  <p:timing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85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34" name=""/>
          <p:cNvSpPr/>
          <p:nvPr>
            <p:ph type="title" sz="full" idx="0"/>
          </p:nvPr>
        </p:nvSpPr>
        <p:spPr>
          <a:xfrm rot="0">
            <a:off x="457200" y="152400"/>
            <a:ext cx="8229600" cy="9906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lstStyle>
            <a:lvl1pPr algn="l" fontAlgn="base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3200" i="0" u="none">
                <a:solidFill>
                  <a:schemeClr val="lt2"/>
                </a:solidFill>
                <a:latin typeface="Bookman Old Style" pitchFamily="18" charset="0"/>
                <a:sym typeface="Tahoma" pitchFamily="34" charset="0"/>
              </a:defRPr>
            </a:lvl1pPr>
          </a:lstStyle>
          <a:p>
            <a:pPr eaLnBrk="1" hangingPunct="1" latinLnBrk="1" lvl="0"/>
            <a:r>
              <a:rPr altLang="en-US" lang="en-US"/>
              <a:t>LEUKEMIA</a:t>
            </a:r>
          </a:p>
        </p:txBody>
      </p:sp>
      <p:sp>
        <p:nvSpPr>
          <p:cNvPr id="1048635" name=""/>
          <p:cNvSpPr txBox="1"/>
          <p:nvPr/>
        </p:nvSpPr>
        <p:spPr>
          <a:xfrm rot="0">
            <a:off x="612775" y="6356350"/>
            <a:ext cx="1981200" cy="365125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fontAlgn="base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1pPr>
            <a:lvl2pPr algn="l" fontAlgn="base" indent="0" latinLnBrk="1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2pPr>
            <a:lvl3pPr algn="l" fontAlgn="base" indent="0" latinLnBrk="1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3pPr>
            <a:lvl4pPr algn="l" fontAlgn="base" indent="0" latinLnBrk="1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4pPr>
            <a:lvl5pPr algn="l" fontAlgn="base" indent="0" latinLnBrk="1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5pPr>
          </a:lstStyle>
          <a:p>
            <a:pPr eaLnBrk="1" hangingPunct="1" latinLnBrk="1" lvl="0"/>
            <a:fld id="{566ABCEB-ACFC-4714-9973-3DA970169C29}" type="slidenum">
              <a:rPr altLang="en-US" sz="1400" lang="en-US"/>
              <a:pPr eaLnBrk="1" hangingPunct="1" latinLnBrk="1" lvl="0"/>
              <a:t>7</a:t>
            </a:fld>
            <a:endParaRPr altLang="en-US" sz="1400" lang="en-US"/>
          </a:p>
        </p:txBody>
      </p:sp>
      <p:sp>
        <p:nvSpPr>
          <p:cNvPr id="1048636" name=""/>
          <p:cNvSpPr/>
          <p:nvPr>
            <p:ph sz="quarter" idx="6"/>
          </p:nvPr>
        </p:nvSpPr>
        <p:spPr>
          <a:xfrm rot="0">
            <a:off x="304800" y="1447800"/>
            <a:ext cx="8610600" cy="47244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eaLnBrk="1" hangingPunct="1" latinLnBrk="1" lvl="0">
              <a:buFontTx/>
              <a:buNone/>
            </a:pPr>
            <a:r>
              <a:rPr altLang="en-US" lang="en-US">
                <a:solidFill>
                  <a:srgbClr val="002060"/>
                </a:solidFill>
              </a:rPr>
              <a:t>Definition and General Characteristics</a:t>
            </a:r>
          </a:p>
          <a:p>
            <a:pPr eaLnBrk="1" hangingPunct="1" latinLnBrk="1" lvl="0"/>
            <a:r>
              <a:rPr altLang="en-US" lang="en-US">
                <a:solidFill>
                  <a:srgbClr val="002060"/>
                </a:solidFill>
              </a:rPr>
              <a:t>Uncontrolled proliferation of </a:t>
            </a:r>
            <a:r>
              <a:rPr altLang="en-US" lang="en-US">
                <a:solidFill>
                  <a:srgbClr val="FFFF00"/>
                </a:solidFill>
              </a:rPr>
              <a:t>immature white blood cells </a:t>
            </a:r>
            <a:r>
              <a:rPr altLang="en-US" lang="en-US">
                <a:solidFill>
                  <a:srgbClr val="002060"/>
                </a:solidFill>
              </a:rPr>
              <a:t>with a different immunological subtype </a:t>
            </a:r>
          </a:p>
          <a:p>
            <a:pPr eaLnBrk="1" hangingPunct="1" latinLnBrk="1" lvl="0">
              <a:buFontTx/>
              <a:buNone/>
            </a:pPr>
            <a:endParaRPr altLang="en-US" lang="en-US">
              <a:solidFill>
                <a:srgbClr val="FF0000"/>
              </a:solidFill>
            </a:endParaRPr>
          </a:p>
          <a:p>
            <a:pPr eaLnBrk="1" hangingPunct="1" latinLnBrk="1" lvl="0"/>
            <a:r>
              <a:rPr altLang="en-US" lang="en-US">
                <a:solidFill>
                  <a:srgbClr val="FF0000"/>
                </a:solidFill>
              </a:rPr>
              <a:t> Lethal within 1–6 months without treatment</a:t>
            </a:r>
          </a:p>
          <a:p>
            <a:pPr eaLnBrk="1" hangingPunct="1" latinLnBrk="1" lvl="0">
              <a:buFontTx/>
              <a:buNone/>
            </a:pPr>
            <a:endParaRPr altLang="en-US" lang="en-US">
              <a:solidFill>
                <a:srgbClr val="002060"/>
              </a:solidFill>
            </a:endParaRPr>
          </a:p>
          <a:p>
            <a:pPr eaLnBrk="1" hangingPunct="1" latinLnBrk="1" lvl="0"/>
            <a:r>
              <a:rPr altLang="en-US" lang="en-US">
                <a:solidFill>
                  <a:srgbClr val="002060"/>
                </a:solidFill>
              </a:rPr>
              <a:t> The disorder </a:t>
            </a:r>
            <a:r>
              <a:rPr altLang="en-US" lang="en-US">
                <a:solidFill>
                  <a:srgbClr val="FF0000"/>
                </a:solidFill>
              </a:rPr>
              <a:t>starts in the bone marrow</a:t>
            </a:r>
            <a:r>
              <a:rPr altLang="en-US" lang="en-US">
                <a:solidFill>
                  <a:srgbClr val="FFFF00"/>
                </a:solidFill>
              </a:rPr>
              <a:t>,</a:t>
            </a:r>
            <a:r>
              <a:rPr altLang="en-US" lang="en-US">
                <a:solidFill>
                  <a:srgbClr val="002060"/>
                </a:solidFill>
              </a:rPr>
              <a:t> where normal blood cells are replaced by leukemic cells</a:t>
            </a:r>
          </a:p>
          <a:p>
            <a:pPr eaLnBrk="1" hangingPunct="1" latinLnBrk="1" lvl="0">
              <a:buFontTx/>
              <a:buNone/>
            </a:pPr>
            <a:endParaRPr altLang="en-US" lang="en-US">
              <a:solidFill>
                <a:srgbClr val="002060"/>
              </a:solidFill>
            </a:endParaRPr>
          </a:p>
          <a:p>
            <a:pPr eaLnBrk="1" hangingPunct="1" latinLnBrk="1" lvl="0"/>
            <a:r>
              <a:rPr altLang="en-US" lang="en-US">
                <a:solidFill>
                  <a:srgbClr val="002060"/>
                </a:solidFill>
              </a:rPr>
              <a:t> Morphological, immunological, cytogenetic, biochemical, and molecular genetic factors characterize the subtypes with various responses to treatment</a:t>
            </a:r>
          </a:p>
        </p:txBody>
      </p:sp>
    </p:spTree>
  </p:cSld>
  <p:clrMapOvr>
    <a:masterClrMapping/>
  </p:clrMapOvr>
  <p:timing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88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40" name=""/>
          <p:cNvSpPr/>
          <p:nvPr>
            <p:ph type="title" sz="full" idx="0"/>
          </p:nvPr>
        </p:nvSpPr>
        <p:spPr>
          <a:xfrm rot="0">
            <a:off x="457200" y="152400"/>
            <a:ext cx="8229600" cy="9906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lstStyle>
            <a:lvl1pPr algn="l" fontAlgn="base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3200" i="0" u="none">
                <a:solidFill>
                  <a:schemeClr val="lt2"/>
                </a:solidFill>
                <a:latin typeface="Bookman Old Style" pitchFamily="18" charset="0"/>
                <a:sym typeface="Tahoma" pitchFamily="34" charset="0"/>
              </a:defRPr>
            </a:lvl1pPr>
          </a:lstStyle>
          <a:p>
            <a:pPr eaLnBrk="1" hangingPunct="1" latinLnBrk="1" lvl="0"/>
            <a:r>
              <a:rPr altLang="en-US" lang="en-US"/>
              <a:t>Differentiation during hematopoiesis</a:t>
            </a:r>
          </a:p>
        </p:txBody>
      </p:sp>
      <p:sp>
        <p:nvSpPr>
          <p:cNvPr id="1048641" name=""/>
          <p:cNvSpPr txBox="1"/>
          <p:nvPr/>
        </p:nvSpPr>
        <p:spPr>
          <a:xfrm rot="0">
            <a:off x="612775" y="6356350"/>
            <a:ext cx="1981200" cy="365125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fontAlgn="base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1pPr>
            <a:lvl2pPr algn="l" fontAlgn="base" indent="0" latinLnBrk="1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2pPr>
            <a:lvl3pPr algn="l" fontAlgn="base" indent="0" latinLnBrk="1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3pPr>
            <a:lvl4pPr algn="l" fontAlgn="base" indent="0" latinLnBrk="1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4pPr>
            <a:lvl5pPr algn="l" fontAlgn="base" indent="0" latinLnBrk="1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5pPr>
          </a:lstStyle>
          <a:p>
            <a:pPr eaLnBrk="1" hangingPunct="1" latinLnBrk="1" lvl="0"/>
            <a:fld id="{566ABCEB-ACFC-4714-9973-3DA970169C29}" type="slidenum">
              <a:rPr altLang="en-US" sz="1400" lang="en-US"/>
              <a:pPr eaLnBrk="1" hangingPunct="1" latinLnBrk="1" lvl="0"/>
              <a:t>8</a:t>
            </a:fld>
            <a:endParaRPr altLang="en-US" sz="1400" lang="en-US"/>
          </a:p>
        </p:txBody>
      </p:sp>
      <p:pic>
        <p:nvPicPr>
          <p:cNvPr id="2097153" name=""/>
          <p:cNvPicPr>
            <a:picLocks/>
          </p:cNvPicPr>
          <p:nvPr>
            <p:ph sz="quarter" idx="6"/>
          </p:nvPr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904875" y="2020887"/>
            <a:ext cx="7334250" cy="3333750"/>
          </a:xfrm>
          <a:prstGeom prst="rect"/>
          <a:noFill/>
          <a:ln>
            <a:noFill/>
          </a:ln>
        </p:spPr>
      </p:pic>
    </p:spTree>
  </p:cSld>
  <p:clrMapOvr>
    <a:masterClrMapping/>
  </p:clrMapOvr>
  <p:timing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89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42" name=""/>
          <p:cNvSpPr/>
          <p:nvPr>
            <p:ph type="title" sz="full" idx="0"/>
          </p:nvPr>
        </p:nvSpPr>
        <p:spPr>
          <a:xfrm rot="0">
            <a:off x="457200" y="152400"/>
            <a:ext cx="8229600" cy="9906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lstStyle>
            <a:lvl1pPr algn="l" fontAlgn="base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3200" i="0" u="none">
                <a:solidFill>
                  <a:schemeClr val="lt2"/>
                </a:solidFill>
                <a:latin typeface="Bookman Old Style" pitchFamily="18" charset="0"/>
                <a:sym typeface="Tahoma" pitchFamily="34" charset="0"/>
              </a:defRPr>
            </a:lvl1pPr>
          </a:lstStyle>
          <a:p>
            <a:pPr eaLnBrk="1" hangingPunct="1" latinLnBrk="1" lvl="0"/>
            <a:r>
              <a:rPr altLang="en-US" lang="en-US"/>
              <a:t>LEUKEMIA</a:t>
            </a:r>
          </a:p>
        </p:txBody>
      </p:sp>
      <p:sp>
        <p:nvSpPr>
          <p:cNvPr id="1048643" name=""/>
          <p:cNvSpPr txBox="1"/>
          <p:nvPr/>
        </p:nvSpPr>
        <p:spPr>
          <a:xfrm rot="0">
            <a:off x="612775" y="6356350"/>
            <a:ext cx="1981200" cy="365125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fontAlgn="base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1pPr>
            <a:lvl2pPr algn="l" fontAlgn="base" indent="0" latinLnBrk="1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2pPr>
            <a:lvl3pPr algn="l" fontAlgn="base" indent="0" latinLnBrk="1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3pPr>
            <a:lvl4pPr algn="l" fontAlgn="base" indent="0" latinLnBrk="1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4pPr>
            <a:lvl5pPr algn="l" fontAlgn="base" indent="0" latinLnBrk="1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5pPr>
          </a:lstStyle>
          <a:p>
            <a:pPr eaLnBrk="1" hangingPunct="1" latinLnBrk="1" lvl="0"/>
            <a:fld id="{566ABCEB-ACFC-4714-9973-3DA970169C29}" type="slidenum">
              <a:rPr altLang="en-US" sz="1400" lang="en-US"/>
              <a:pPr eaLnBrk="1" hangingPunct="1" latinLnBrk="1" lvl="0"/>
              <a:t>9</a:t>
            </a:fld>
            <a:endParaRPr altLang="en-US" sz="1400" lang="en-US"/>
          </a:p>
        </p:txBody>
      </p:sp>
      <p:sp>
        <p:nvSpPr>
          <p:cNvPr id="1048644" name=""/>
          <p:cNvSpPr/>
          <p:nvPr>
            <p:ph sz="quarter" idx="6"/>
          </p:nvPr>
        </p:nvSpPr>
        <p:spPr>
          <a:xfrm rot="0">
            <a:off x="457200" y="1219200"/>
            <a:ext cx="8229600" cy="4937125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eaLnBrk="1" hangingPunct="1" latinLnBrk="1" lvl="0"/>
            <a:r>
              <a:rPr altLang="en-US" sz="1800" lang="en-US">
                <a:solidFill>
                  <a:srgbClr val="002060"/>
                </a:solidFill>
              </a:rPr>
              <a:t>Accounts for  thirty-three percent of all cancers in children</a:t>
            </a:r>
          </a:p>
          <a:p>
            <a:pPr eaLnBrk="1" hangingPunct="1" latinLnBrk="1" lvl="0">
              <a:buFontTx/>
              <a:buNone/>
            </a:pPr>
            <a:endParaRPr altLang="en-US" sz="1800" lang="en-US">
              <a:solidFill>
                <a:srgbClr val="002060"/>
              </a:solidFill>
            </a:endParaRPr>
          </a:p>
          <a:p>
            <a:pPr eaLnBrk="1" hangingPunct="1" latinLnBrk="1" lvl="0"/>
            <a:r>
              <a:rPr altLang="en-US" sz="1800" lang="en-US">
                <a:solidFill>
                  <a:srgbClr val="002060"/>
                </a:solidFill>
              </a:rPr>
              <a:t> Annually 45 of each million children less than 16 years of age are newly diagnosed as having leukemia</a:t>
            </a:r>
          </a:p>
          <a:p>
            <a:pPr eaLnBrk="1" hangingPunct="1" latinLnBrk="1" lvl="0">
              <a:buFontTx/>
              <a:buNone/>
            </a:pPr>
            <a:endParaRPr altLang="en-US" sz="1800" lang="en-US">
              <a:solidFill>
                <a:srgbClr val="002060"/>
              </a:solidFill>
            </a:endParaRPr>
          </a:p>
          <a:p>
            <a:pPr eaLnBrk="1" hangingPunct="1" latinLnBrk="1" lvl="0"/>
            <a:r>
              <a:rPr altLang="en-US" sz="1800" lang="en-US">
                <a:solidFill>
                  <a:srgbClr val="002060"/>
                </a:solidFill>
              </a:rPr>
              <a:t> Incidence peaks  at 2–5 years</a:t>
            </a:r>
          </a:p>
          <a:p>
            <a:pPr eaLnBrk="1" hangingPunct="1" latinLnBrk="1" lvl="0"/>
            <a:endParaRPr altLang="en-US" sz="2600" lang="en-US"/>
          </a:p>
          <a:p>
            <a:pPr eaLnBrk="1" hangingPunct="1" latinLnBrk="1" lvl="0"/>
            <a:endParaRPr altLang="en-US" sz="2600" lang="en-US"/>
          </a:p>
        </p:txBody>
      </p:sp>
    </p:spTree>
  </p:cSld>
  <p:clrMapOvr>
    <a:masterClrMapping/>
  </p:clrMapOvr>
  <p:timing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90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45" name=""/>
          <p:cNvSpPr/>
          <p:nvPr>
            <p:ph type="title" sz="full" idx="0"/>
          </p:nvPr>
        </p:nvSpPr>
        <p:spPr>
          <a:xfrm rot="0">
            <a:off x="457200" y="152400"/>
            <a:ext cx="8229600" cy="9906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lstStyle>
            <a:lvl1pPr algn="l" fontAlgn="base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3200" i="0" u="none">
                <a:solidFill>
                  <a:schemeClr val="lt2"/>
                </a:solidFill>
                <a:latin typeface="Bookman Old Style" pitchFamily="18" charset="0"/>
                <a:sym typeface="Tahoma" pitchFamily="34" charset="0"/>
              </a:defRPr>
            </a:lvl1pPr>
          </a:lstStyle>
          <a:p>
            <a:pPr eaLnBrk="1" hangingPunct="1" latinLnBrk="1" lvl="0"/>
            <a:r>
              <a:rPr altLang="en-US" sz="2900" lang="en-US"/>
              <a:t>Classification</a:t>
            </a:r>
            <a:br/>
            <a:endParaRPr altLang="en-US" sz="2900" lang="en-US"/>
          </a:p>
        </p:txBody>
      </p:sp>
      <p:sp>
        <p:nvSpPr>
          <p:cNvPr id="1048646" name=""/>
          <p:cNvSpPr txBox="1"/>
          <p:nvPr/>
        </p:nvSpPr>
        <p:spPr>
          <a:xfrm rot="0">
            <a:off x="612775" y="6356350"/>
            <a:ext cx="1981200" cy="365125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fontAlgn="base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1pPr>
            <a:lvl2pPr algn="l" fontAlgn="base" indent="0" latinLnBrk="1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2pPr>
            <a:lvl3pPr algn="l" fontAlgn="base" indent="0" latinLnBrk="1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3pPr>
            <a:lvl4pPr algn="l" fontAlgn="base" indent="0" latinLnBrk="1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4pPr>
            <a:lvl5pPr algn="l" fontAlgn="base" indent="0" latinLnBrk="1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5pPr>
          </a:lstStyle>
          <a:p>
            <a:pPr eaLnBrk="1" hangingPunct="1" latinLnBrk="1" lvl="0"/>
            <a:fld id="{566ABCEB-ACFC-4714-9973-3DA970169C29}" type="slidenum">
              <a:rPr altLang="en-US" sz="1400" lang="en-US"/>
              <a:pPr eaLnBrk="1" hangingPunct="1" latinLnBrk="1" lvl="0"/>
              <a:t>10</a:t>
            </a:fld>
            <a:endParaRPr altLang="en-US" sz="1400" lang="en-US"/>
          </a:p>
        </p:txBody>
      </p:sp>
      <p:sp>
        <p:nvSpPr>
          <p:cNvPr id="1048647" name=""/>
          <p:cNvSpPr/>
          <p:nvPr>
            <p:ph sz="quarter" idx="6"/>
          </p:nvPr>
        </p:nvSpPr>
        <p:spPr>
          <a:xfrm rot="0">
            <a:off x="457200" y="1219200"/>
            <a:ext cx="8229600" cy="4937125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eaLnBrk="1" hangingPunct="1" latinLnBrk="1" lvl="0"/>
            <a:r>
              <a:rPr altLang="en-US" lang="en-US">
                <a:solidFill>
                  <a:srgbClr val="002060"/>
                </a:solidFill>
              </a:rPr>
              <a:t>Acute Leukemias</a:t>
            </a:r>
          </a:p>
          <a:p>
            <a:pPr eaLnBrk="1" hangingPunct="1" latinLnBrk="1" lvl="1"/>
            <a:r>
              <a:rPr altLang="en-US" sz="2000" lang="en-US">
                <a:solidFill>
                  <a:srgbClr val="002060"/>
                </a:solidFill>
              </a:rPr>
              <a:t>Acute Lymphoblastic Leukemia-80%</a:t>
            </a:r>
          </a:p>
          <a:p>
            <a:pPr eaLnBrk="1" hangingPunct="1" latinLnBrk="1" lvl="1"/>
            <a:r>
              <a:rPr altLang="en-US" sz="2000" lang="en-US">
                <a:solidFill>
                  <a:srgbClr val="002060"/>
                </a:solidFill>
              </a:rPr>
              <a:t>Acute Myelogenous Leukemia-20</a:t>
            </a:r>
          </a:p>
          <a:p>
            <a:pPr eaLnBrk="1" hangingPunct="1" latinLnBrk="1" lvl="0"/>
            <a:r>
              <a:rPr altLang="en-US" lang="en-US">
                <a:solidFill>
                  <a:srgbClr val="002060"/>
                </a:solidFill>
              </a:rPr>
              <a:t>Chronic Myelogenous Leukemia</a:t>
            </a:r>
          </a:p>
          <a:p>
            <a:pPr eaLnBrk="1" hangingPunct="1" latinLnBrk="1" lvl="0"/>
            <a:r>
              <a:rPr altLang="en-US" lang="en-US">
                <a:solidFill>
                  <a:srgbClr val="002060"/>
                </a:solidFill>
              </a:rPr>
              <a:t>Mixed Leukemias</a:t>
            </a:r>
          </a:p>
        </p:txBody>
      </p:sp>
    </p:spTree>
  </p:cSld>
  <p:clrMapOvr>
    <a:masterClrMapping/>
  </p:clrMapOvr>
  <p:timing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91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48" name=""/>
          <p:cNvSpPr/>
          <p:nvPr>
            <p:ph type="title" sz="full" idx="0"/>
          </p:nvPr>
        </p:nvSpPr>
        <p:spPr>
          <a:xfrm rot="0">
            <a:off x="457200" y="152400"/>
            <a:ext cx="8229600" cy="9906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lstStyle>
            <a:lvl1pPr algn="l" fontAlgn="base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3200" i="0" u="none">
                <a:solidFill>
                  <a:schemeClr val="lt2"/>
                </a:solidFill>
                <a:latin typeface="Bookman Old Style" pitchFamily="18" charset="0"/>
                <a:sym typeface="Tahoma" pitchFamily="34" charset="0"/>
              </a:defRPr>
            </a:lvl1pPr>
          </a:lstStyle>
          <a:p>
            <a:pPr eaLnBrk="1" hangingPunct="1" latinLnBrk="1" lvl="0"/>
            <a:r>
              <a:rPr altLang="en-US" lang="en-US"/>
              <a:t>Etiology and Predisposing Factors</a:t>
            </a:r>
          </a:p>
        </p:txBody>
      </p:sp>
      <p:sp>
        <p:nvSpPr>
          <p:cNvPr id="1048649" name=""/>
          <p:cNvSpPr txBox="1"/>
          <p:nvPr/>
        </p:nvSpPr>
        <p:spPr>
          <a:xfrm rot="0">
            <a:off x="612775" y="6356350"/>
            <a:ext cx="1981200" cy="365125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fontAlgn="base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1pPr>
            <a:lvl2pPr algn="l" fontAlgn="base" indent="0" latinLnBrk="1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2pPr>
            <a:lvl3pPr algn="l" fontAlgn="base" indent="0" latinLnBrk="1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3pPr>
            <a:lvl4pPr algn="l" fontAlgn="base" indent="0" latinLnBrk="1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4pPr>
            <a:lvl5pPr algn="l" fontAlgn="base" indent="0" latinLnBrk="1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5pPr>
          </a:lstStyle>
          <a:p>
            <a:pPr eaLnBrk="1" hangingPunct="1" latinLnBrk="1" lvl="0"/>
            <a:fld id="{566ABCEB-ACFC-4714-9973-3DA970169C29}" type="slidenum">
              <a:rPr altLang="en-US" sz="1400" lang="en-US"/>
              <a:pPr eaLnBrk="1" hangingPunct="1" latinLnBrk="1" lvl="0"/>
              <a:t>11</a:t>
            </a:fld>
            <a:endParaRPr altLang="en-US" sz="1400" lang="en-US"/>
          </a:p>
        </p:txBody>
      </p:sp>
      <p:sp>
        <p:nvSpPr>
          <p:cNvPr id="1048650" name=""/>
          <p:cNvSpPr/>
          <p:nvPr>
            <p:ph sz="quarter" idx="6"/>
          </p:nvPr>
        </p:nvSpPr>
        <p:spPr>
          <a:xfrm rot="0">
            <a:off x="457200" y="1219200"/>
            <a:ext cx="8229600" cy="4937125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eaLnBrk="1" hangingPunct="1" latinLnBrk="1" lvl="0">
              <a:buFontTx/>
              <a:buNone/>
            </a:pPr>
            <a:r>
              <a:rPr altLang="en-US" sz="1800" lang="en-US" u="sng">
                <a:solidFill>
                  <a:srgbClr val="002060"/>
                </a:solidFill>
              </a:rPr>
              <a:t>1. Genetics</a:t>
            </a:r>
          </a:p>
          <a:p>
            <a:pPr eaLnBrk="1" hangingPunct="1" latinLnBrk="1" lvl="0">
              <a:buFontTx/>
              <a:buNone/>
            </a:pPr>
            <a:r>
              <a:rPr altLang="en-US" sz="1800" lang="en-US">
                <a:solidFill>
                  <a:srgbClr val="002060"/>
                </a:solidFill>
              </a:rPr>
              <a:t> Higher risk in the following congenital disorders:</a:t>
            </a:r>
          </a:p>
          <a:p>
            <a:pPr eaLnBrk="1" hangingPunct="1" latinLnBrk="1" lvl="1"/>
            <a:r>
              <a:rPr altLang="en-US" lang="en-US">
                <a:solidFill>
                  <a:srgbClr val="FFFF00"/>
                </a:solidFill>
              </a:rPr>
              <a:t>Trisomy 21 </a:t>
            </a:r>
            <a:r>
              <a:rPr altLang="en-US" lang="en-US">
                <a:solidFill>
                  <a:srgbClr val="002060"/>
                </a:solidFill>
              </a:rPr>
              <a:t>(14 times higher)</a:t>
            </a:r>
          </a:p>
          <a:p>
            <a:pPr eaLnBrk="1" hangingPunct="1" latinLnBrk="1" lvl="1"/>
            <a:r>
              <a:rPr altLang="en-US" lang="en-US">
                <a:solidFill>
                  <a:srgbClr val="002060"/>
                </a:solidFill>
              </a:rPr>
              <a:t>Other trisomies, </a:t>
            </a:r>
          </a:p>
          <a:p>
            <a:pPr eaLnBrk="1" hangingPunct="1" latinLnBrk="1" lvl="1"/>
            <a:r>
              <a:rPr altLang="en-US" lang="en-US">
                <a:solidFill>
                  <a:srgbClr val="FFFF00"/>
                </a:solidFill>
              </a:rPr>
              <a:t>Turner Syndrome</a:t>
            </a:r>
          </a:p>
          <a:p>
            <a:pPr eaLnBrk="1" hangingPunct="1" latinLnBrk="1" lvl="1"/>
            <a:r>
              <a:rPr altLang="en-US" lang="en-US">
                <a:solidFill>
                  <a:srgbClr val="002060"/>
                </a:solidFill>
              </a:rPr>
              <a:t>Klinefelter syndrome</a:t>
            </a:r>
          </a:p>
          <a:p>
            <a:pPr eaLnBrk="1" hangingPunct="1" latinLnBrk="1" lvl="1"/>
            <a:r>
              <a:rPr altLang="en-US" lang="en-US">
                <a:solidFill>
                  <a:srgbClr val="002060"/>
                </a:solidFill>
              </a:rPr>
              <a:t>Monosomy 7</a:t>
            </a:r>
          </a:p>
          <a:p>
            <a:pPr eaLnBrk="1" hangingPunct="1" latinLnBrk="1" lvl="1"/>
            <a:r>
              <a:rPr altLang="en-US" lang="en-US">
                <a:solidFill>
                  <a:srgbClr val="002060"/>
                </a:solidFill>
              </a:rPr>
              <a:t>Neurofibromatosis type 1 (von Recklinghausen disease)</a:t>
            </a:r>
          </a:p>
          <a:p>
            <a:pPr eaLnBrk="1" hangingPunct="1" latinLnBrk="1" lvl="1"/>
            <a:r>
              <a:rPr altLang="en-US" lang="en-US">
                <a:solidFill>
                  <a:srgbClr val="002060"/>
                </a:solidFill>
              </a:rPr>
              <a:t>Fanconi anemia (high fragility of chromosomes)</a:t>
            </a:r>
          </a:p>
          <a:p>
            <a:pPr eaLnBrk="1" hangingPunct="1" latinLnBrk="1" lvl="1">
              <a:buFontTx/>
              <a:buNone/>
            </a:pPr>
            <a:endParaRPr altLang="en-US" lang="en-US">
              <a:solidFill>
                <a:srgbClr val="002060"/>
              </a:solidFill>
            </a:endParaRPr>
          </a:p>
        </p:txBody>
      </p:sp>
    </p:spTree>
  </p:cSld>
  <p:clrMapOvr>
    <a:masterClrMapping/>
  </p:clrMapOvr>
  <p:timing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92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51" name=""/>
          <p:cNvSpPr/>
          <p:nvPr>
            <p:ph type="title" sz="full" idx="0"/>
          </p:nvPr>
        </p:nvSpPr>
        <p:spPr>
          <a:xfrm rot="0">
            <a:off x="457200" y="152400"/>
            <a:ext cx="8229600" cy="9906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lstStyle>
            <a:lvl1pPr algn="l" fontAlgn="base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3200" i="0" u="none">
                <a:solidFill>
                  <a:schemeClr val="lt2"/>
                </a:solidFill>
                <a:latin typeface="Bookman Old Style" pitchFamily="18" charset="0"/>
                <a:sym typeface="Tahoma" pitchFamily="34" charset="0"/>
              </a:defRPr>
            </a:lvl1pPr>
          </a:lstStyle>
          <a:p>
            <a:pPr eaLnBrk="1" hangingPunct="1" latinLnBrk="1" lvl="0"/>
            <a:r>
              <a:rPr altLang="en-US" lang="en-US"/>
              <a:t>Etiology and Predisposing Factors</a:t>
            </a:r>
          </a:p>
        </p:txBody>
      </p:sp>
      <p:sp>
        <p:nvSpPr>
          <p:cNvPr id="1048652" name=""/>
          <p:cNvSpPr txBox="1"/>
          <p:nvPr/>
        </p:nvSpPr>
        <p:spPr>
          <a:xfrm rot="0">
            <a:off x="612775" y="6356350"/>
            <a:ext cx="1981200" cy="365125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fontAlgn="base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1pPr>
            <a:lvl2pPr algn="l" fontAlgn="base" indent="0" latinLnBrk="1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2pPr>
            <a:lvl3pPr algn="l" fontAlgn="base" indent="0" latinLnBrk="1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3pPr>
            <a:lvl4pPr algn="l" fontAlgn="base" indent="0" latinLnBrk="1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4pPr>
            <a:lvl5pPr algn="l" fontAlgn="base" indent="0" latinLnBrk="1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5pPr>
          </a:lstStyle>
          <a:p>
            <a:pPr eaLnBrk="1" hangingPunct="1" latinLnBrk="1" lvl="0"/>
            <a:fld id="{566ABCEB-ACFC-4714-9973-3DA970169C29}" type="slidenum">
              <a:rPr altLang="en-US" sz="1400" lang="en-US"/>
              <a:pPr eaLnBrk="1" hangingPunct="1" latinLnBrk="1" lvl="0"/>
              <a:t>12</a:t>
            </a:fld>
            <a:endParaRPr altLang="en-US" sz="1400" lang="en-US"/>
          </a:p>
        </p:txBody>
      </p:sp>
      <p:sp>
        <p:nvSpPr>
          <p:cNvPr id="1048653" name=""/>
          <p:cNvSpPr/>
          <p:nvPr>
            <p:ph sz="quarter" idx="6"/>
          </p:nvPr>
        </p:nvSpPr>
        <p:spPr>
          <a:xfrm rot="0">
            <a:off x="762000" y="1981200"/>
            <a:ext cx="7772400" cy="41148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eaLnBrk="1" hangingPunct="1" latinLnBrk="1" lvl="0">
              <a:buFontTx/>
              <a:buNone/>
            </a:pPr>
            <a:r>
              <a:rPr altLang="en-US" lang="en-US" u="sng">
                <a:solidFill>
                  <a:srgbClr val="002060"/>
                </a:solidFill>
              </a:rPr>
              <a:t>2.Ionizing Radiation</a:t>
            </a:r>
          </a:p>
          <a:p>
            <a:pPr eaLnBrk="1" hangingPunct="1" latinLnBrk="1" lvl="0">
              <a:buFontTx/>
              <a:buNone/>
            </a:pPr>
            <a:endParaRPr altLang="en-US" lang="en-US">
              <a:solidFill>
                <a:srgbClr val="002060"/>
              </a:solidFill>
            </a:endParaRPr>
          </a:p>
          <a:p>
            <a:pPr eaLnBrk="1" hangingPunct="1" latinLnBrk="1" lvl="0">
              <a:buFontTx/>
              <a:buNone/>
            </a:pPr>
            <a:r>
              <a:rPr altLang="en-US" lang="en-US" u="sng">
                <a:solidFill>
                  <a:srgbClr val="002060"/>
                </a:solidFill>
              </a:rPr>
              <a:t>3.Chemicals and Drugs</a:t>
            </a:r>
          </a:p>
          <a:p>
            <a:pPr eaLnBrk="1" hangingPunct="1" latinLnBrk="1" lvl="1"/>
            <a:r>
              <a:rPr altLang="en-US" sz="2000" lang="en-US">
                <a:solidFill>
                  <a:srgbClr val="002060"/>
                </a:solidFill>
              </a:rPr>
              <a:t> Benzene (related to AML)</a:t>
            </a:r>
          </a:p>
          <a:p>
            <a:pPr eaLnBrk="1" hangingPunct="1" latinLnBrk="1" lvl="1"/>
            <a:r>
              <a:rPr altLang="en-US" sz="2000" lang="en-US">
                <a:solidFill>
                  <a:srgbClr val="002060"/>
                </a:solidFill>
              </a:rPr>
              <a:t>Chloramphenicol(usually related to ALL)</a:t>
            </a:r>
          </a:p>
          <a:p>
            <a:pPr eaLnBrk="1" hangingPunct="1" latinLnBrk="1" lvl="1"/>
            <a:r>
              <a:rPr altLang="en-US" sz="2000" lang="en-US">
                <a:solidFill>
                  <a:srgbClr val="002060"/>
                </a:solidFill>
              </a:rPr>
              <a:t>Chemical warfare agent, i.e. nitrogen-Lost (related to AML)</a:t>
            </a:r>
          </a:p>
          <a:p>
            <a:pPr eaLnBrk="1" hangingPunct="1" latinLnBrk="1" lvl="1"/>
            <a:r>
              <a:rPr altLang="en-US" sz="2000" lang="en-US">
                <a:solidFill>
                  <a:srgbClr val="002060"/>
                </a:solidFill>
              </a:rPr>
              <a:t> Cytotoxic agents; e.g. correlation between alkylating agents and Hodgkin disease and others</a:t>
            </a:r>
          </a:p>
        </p:txBody>
      </p:sp>
    </p:spTree>
  </p:cSld>
  <p:clrMapOvr>
    <a:masterClrMapping/>
  </p:clrMapOvr>
  <p:timing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93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54" name=""/>
          <p:cNvSpPr/>
          <p:nvPr>
            <p:ph type="title" sz="full" idx="0"/>
          </p:nvPr>
        </p:nvSpPr>
        <p:spPr>
          <a:xfrm rot="0">
            <a:off x="457200" y="152400"/>
            <a:ext cx="8229600" cy="9906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lstStyle>
            <a:lvl1pPr algn="l" fontAlgn="base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3200" i="0" u="none">
                <a:solidFill>
                  <a:schemeClr val="lt2"/>
                </a:solidFill>
                <a:latin typeface="Bookman Old Style" pitchFamily="18" charset="0"/>
                <a:sym typeface="Tahoma" pitchFamily="34" charset="0"/>
              </a:defRPr>
            </a:lvl1pPr>
          </a:lstStyle>
          <a:p>
            <a:pPr eaLnBrk="1" hangingPunct="1" latinLnBrk="1" lvl="0"/>
            <a:r>
              <a:rPr altLang="en-US" lang="en-US"/>
              <a:t>Etiology and Predisposing Factors</a:t>
            </a:r>
          </a:p>
        </p:txBody>
      </p:sp>
      <p:sp>
        <p:nvSpPr>
          <p:cNvPr id="1048655" name=""/>
          <p:cNvSpPr txBox="1"/>
          <p:nvPr/>
        </p:nvSpPr>
        <p:spPr>
          <a:xfrm rot="0">
            <a:off x="612775" y="6356350"/>
            <a:ext cx="1981200" cy="365125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fontAlgn="base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1pPr>
            <a:lvl2pPr algn="l" fontAlgn="base" indent="0" latinLnBrk="1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2pPr>
            <a:lvl3pPr algn="l" fontAlgn="base" indent="0" latinLnBrk="1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3pPr>
            <a:lvl4pPr algn="l" fontAlgn="base" indent="0" latinLnBrk="1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4pPr>
            <a:lvl5pPr algn="l" fontAlgn="base" indent="0" latinLnBrk="1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5pPr>
          </a:lstStyle>
          <a:p>
            <a:pPr eaLnBrk="1" hangingPunct="1" latinLnBrk="1" lvl="0"/>
            <a:fld id="{566ABCEB-ACFC-4714-9973-3DA970169C29}" type="slidenum">
              <a:rPr altLang="en-US" sz="1400" lang="en-US"/>
              <a:pPr eaLnBrk="1" hangingPunct="1" latinLnBrk="1" lvl="0"/>
              <a:t>13</a:t>
            </a:fld>
            <a:endParaRPr altLang="en-US" sz="1400" lang="en-US"/>
          </a:p>
        </p:txBody>
      </p:sp>
      <p:sp>
        <p:nvSpPr>
          <p:cNvPr id="1048656" name=""/>
          <p:cNvSpPr/>
          <p:nvPr>
            <p:ph sz="quarter" idx="6"/>
          </p:nvPr>
        </p:nvSpPr>
        <p:spPr>
          <a:xfrm rot="0">
            <a:off x="457200" y="1219200"/>
            <a:ext cx="8229600" cy="4937125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eaLnBrk="1" hangingPunct="1" latinLnBrk="1" lvl="0">
              <a:buFontTx/>
              <a:buNone/>
            </a:pPr>
            <a:r>
              <a:rPr altLang="en-US" sz="2300" lang="en-US" u="sng">
                <a:solidFill>
                  <a:srgbClr val="002060"/>
                </a:solidFill>
              </a:rPr>
              <a:t>4.Infection</a:t>
            </a:r>
          </a:p>
          <a:p>
            <a:pPr eaLnBrk="1" hangingPunct="1" indent="-273050" latinLnBrk="1" lvl="1" marL="520700">
              <a:buClr>
                <a:srgbClr val="FADA7A"/>
              </a:buClr>
              <a:buFont typeface="Wingdings" pitchFamily="2" charset="2"/>
              <a:buChar char="n"/>
            </a:pPr>
            <a:r>
              <a:rPr altLang="en-US" sz="2300" lang="en-US">
                <a:solidFill>
                  <a:srgbClr val="002060"/>
                </a:solidFill>
              </a:rPr>
              <a:t>Human T-cell leukemia virus (HTLV) T-cell lymphoma in some geographical areas</a:t>
            </a:r>
          </a:p>
          <a:p>
            <a:pPr eaLnBrk="1" hangingPunct="1" indent="-273050" latinLnBrk="1" lvl="1" marL="520700">
              <a:buClr>
                <a:srgbClr val="FADA7A"/>
              </a:buClr>
              <a:buFont typeface="Wingdings" pitchFamily="2" charset="2"/>
              <a:buChar char="n"/>
            </a:pPr>
            <a:r>
              <a:rPr altLang="en-US" sz="2300" lang="en-US">
                <a:solidFill>
                  <a:srgbClr val="002060"/>
                </a:solidFill>
              </a:rPr>
              <a:t>Epstein–Barr virus (EBV) and occurrence of Burkitt lymphoma</a:t>
            </a:r>
          </a:p>
          <a:p>
            <a:pPr eaLnBrk="1" hangingPunct="1" indent="-273050" latinLnBrk="1" lvl="1" marL="520700">
              <a:buClr>
                <a:srgbClr val="FADA7A"/>
              </a:buClr>
              <a:buFont typeface="Wingdings" pitchFamily="2" charset="2"/>
              <a:buChar char="n"/>
            </a:pPr>
            <a:r>
              <a:rPr altLang="en-US" sz="2300" lang="en-US">
                <a:solidFill>
                  <a:srgbClr val="002060"/>
                </a:solidFill>
              </a:rPr>
              <a:t>HIV infection</a:t>
            </a:r>
          </a:p>
          <a:p>
            <a:pPr eaLnBrk="1" hangingPunct="1" latinLnBrk="1" lvl="0">
              <a:buFontTx/>
              <a:buNone/>
            </a:pPr>
            <a:r>
              <a:rPr altLang="en-US" sz="2300" lang="en-US" u="sng">
                <a:solidFill>
                  <a:srgbClr val="002060"/>
                </a:solidFill>
              </a:rPr>
              <a:t>5.Immunodeficiency</a:t>
            </a:r>
          </a:p>
          <a:p>
            <a:pPr eaLnBrk="1" hangingPunct="1" latinLnBrk="1" lvl="0">
              <a:buFontTx/>
              <a:buNone/>
            </a:pPr>
            <a:endParaRPr altLang="en-US" sz="2300" lang="en-US">
              <a:solidFill>
                <a:srgbClr val="002060"/>
              </a:solidFill>
            </a:endParaRPr>
          </a:p>
          <a:p>
            <a:pPr eaLnBrk="1" hangingPunct="1" indent="-273050" latinLnBrk="1" lvl="1" marL="520700">
              <a:buClr>
                <a:srgbClr val="FADA7A"/>
              </a:buClr>
              <a:buFont typeface="Wingdings" pitchFamily="2" charset="2"/>
              <a:buChar char="n"/>
            </a:pPr>
            <a:r>
              <a:rPr altLang="en-US" sz="2300" lang="en-US">
                <a:solidFill>
                  <a:srgbClr val="002060"/>
                </a:solidFill>
              </a:rPr>
              <a:t>Congenital hypogammaglobulinemia, Wiskott-Aldrich syndrome, HIV infection</a:t>
            </a:r>
          </a:p>
          <a:p>
            <a:pPr eaLnBrk="1" hangingPunct="1" indent="-273050" latinLnBrk="1" lvl="1" marL="520700">
              <a:buClr>
                <a:srgbClr val="FADA7A"/>
              </a:buClr>
              <a:buFontTx/>
              <a:buNone/>
            </a:pPr>
            <a:endParaRPr altLang="en-US" sz="2300" lang="en-US">
              <a:solidFill>
                <a:srgbClr val="002060"/>
              </a:solidFill>
            </a:endParaRPr>
          </a:p>
          <a:p>
            <a:pPr eaLnBrk="1" hangingPunct="1" latinLnBrk="1" lvl="0">
              <a:buFontTx/>
              <a:buNone/>
            </a:pPr>
            <a:r>
              <a:rPr altLang="en-US" sz="2300" lang="en-US" u="sng">
                <a:solidFill>
                  <a:srgbClr val="002060"/>
                </a:solidFill>
              </a:rPr>
              <a:t>6.Socioeconomic Situation</a:t>
            </a:r>
          </a:p>
          <a:p>
            <a:pPr eaLnBrk="1" hangingPunct="1" latinLnBrk="1" lvl="0">
              <a:buFontTx/>
              <a:buNone/>
            </a:pPr>
            <a:r>
              <a:rPr altLang="en-US" sz="2300" lang="en-US">
                <a:solidFill>
                  <a:srgbClr val="002060"/>
                </a:solidFill>
              </a:rPr>
              <a:t>    Higher incidence of neoplasia in </a:t>
            </a:r>
            <a:r>
              <a:rPr altLang="en-US" sz="2300" lang="en-US">
                <a:solidFill>
                  <a:srgbClr val="FFFF00"/>
                </a:solidFill>
              </a:rPr>
              <a:t>higher socioeconomic </a:t>
            </a:r>
            <a:r>
              <a:rPr altLang="en-US" sz="2300" lang="en-US">
                <a:solidFill>
                  <a:srgbClr val="002060"/>
                </a:solidFill>
              </a:rPr>
              <a:t>groups</a:t>
            </a:r>
          </a:p>
          <a:p>
            <a:pPr eaLnBrk="1" hangingPunct="1" latinLnBrk="1" lvl="0">
              <a:buFontTx/>
              <a:buNone/>
            </a:pPr>
            <a:endParaRPr altLang="en-US" sz="2600" lang="en-US"/>
          </a:p>
        </p:txBody>
      </p:sp>
    </p:spTree>
  </p:cSld>
  <p:clrMapOvr>
    <a:masterClrMapping/>
  </p:clrMapOvr>
  <p:timing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94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57" name=""/>
          <p:cNvSpPr/>
          <p:nvPr>
            <p:ph type="title" sz="full" idx="0"/>
          </p:nvPr>
        </p:nvSpPr>
        <p:spPr>
          <a:xfrm rot="0">
            <a:off x="457200" y="152400"/>
            <a:ext cx="8229600" cy="9906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lstStyle>
            <a:lvl1pPr algn="l" fontAlgn="base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3200" i="0" u="none">
                <a:solidFill>
                  <a:schemeClr val="lt2"/>
                </a:solidFill>
                <a:latin typeface="Bookman Old Style" pitchFamily="18" charset="0"/>
                <a:sym typeface="Tahoma" pitchFamily="34" charset="0"/>
              </a:defRPr>
            </a:lvl1pPr>
          </a:lstStyle>
          <a:p>
            <a:pPr eaLnBrk="1" hangingPunct="1" latinLnBrk="1" lvl="0"/>
            <a:r>
              <a:rPr altLang="en-US" sz="2900" lang="en-US"/>
              <a:t>Pathogenesis</a:t>
            </a:r>
            <a:br/>
            <a:endParaRPr altLang="en-US" sz="2900" lang="en-US"/>
          </a:p>
        </p:txBody>
      </p:sp>
      <p:sp>
        <p:nvSpPr>
          <p:cNvPr id="1048658" name=""/>
          <p:cNvSpPr txBox="1"/>
          <p:nvPr/>
        </p:nvSpPr>
        <p:spPr>
          <a:xfrm rot="0">
            <a:off x="612775" y="6356350"/>
            <a:ext cx="1981200" cy="365125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fontAlgn="base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1pPr>
            <a:lvl2pPr algn="l" fontAlgn="base" indent="0" latinLnBrk="1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2pPr>
            <a:lvl3pPr algn="l" fontAlgn="base" indent="0" latinLnBrk="1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3pPr>
            <a:lvl4pPr algn="l" fontAlgn="base" indent="0" latinLnBrk="1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4pPr>
            <a:lvl5pPr algn="l" fontAlgn="base" indent="0" latinLnBrk="1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5pPr>
          </a:lstStyle>
          <a:p>
            <a:pPr eaLnBrk="1" hangingPunct="1" latinLnBrk="1" lvl="0"/>
            <a:fld id="{566ABCEB-ACFC-4714-9973-3DA970169C29}" type="slidenum">
              <a:rPr altLang="en-US" sz="1400" lang="en-US"/>
              <a:pPr eaLnBrk="1" hangingPunct="1" latinLnBrk="1" lvl="0"/>
              <a:t>14</a:t>
            </a:fld>
            <a:endParaRPr altLang="en-US" sz="1400" lang="en-US"/>
          </a:p>
        </p:txBody>
      </p:sp>
      <p:sp>
        <p:nvSpPr>
          <p:cNvPr id="1048659" name=""/>
          <p:cNvSpPr/>
          <p:nvPr>
            <p:ph sz="quarter" idx="6"/>
          </p:nvPr>
        </p:nvSpPr>
        <p:spPr>
          <a:xfrm rot="0">
            <a:off x="457200" y="1219200"/>
            <a:ext cx="8229600" cy="4937125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eaLnBrk="1" hangingPunct="1" latinLnBrk="1" lvl="0"/>
            <a:r>
              <a:rPr altLang="en-US" sz="1800" lang="en-US">
                <a:solidFill>
                  <a:srgbClr val="002060"/>
                </a:solidFill>
              </a:rPr>
              <a:t>The etiology and/or predisposition indicates a correlation between leukemogenesis and different risk factors:</a:t>
            </a:r>
          </a:p>
          <a:p>
            <a:pPr eaLnBrk="1" hangingPunct="1" latinLnBrk="1" lvl="1"/>
            <a:r>
              <a:rPr altLang="en-US" lang="en-US">
                <a:solidFill>
                  <a:srgbClr val="002060"/>
                </a:solidFill>
              </a:rPr>
              <a:t>Higher instability/fragility of chromosomes</a:t>
            </a:r>
          </a:p>
          <a:p>
            <a:pPr eaLnBrk="1" hangingPunct="1" latinLnBrk="1" lvl="1"/>
            <a:r>
              <a:rPr altLang="en-US" lang="en-US">
                <a:solidFill>
                  <a:srgbClr val="002060"/>
                </a:solidFill>
              </a:rPr>
              <a:t> Deficiency of the immune response cascade</a:t>
            </a:r>
          </a:p>
          <a:p>
            <a:pPr eaLnBrk="1" hangingPunct="1" latinLnBrk="1" lvl="1"/>
            <a:r>
              <a:rPr altLang="en-US" lang="en-US">
                <a:solidFill>
                  <a:srgbClr val="002060"/>
                </a:solidFill>
              </a:rPr>
              <a:t> Certain exposures (ionizing radiation, chemicals, viruses)</a:t>
            </a:r>
          </a:p>
        </p:txBody>
      </p:sp>
    </p:spTree>
  </p:cSld>
  <p:clrMapOvr>
    <a:masterClrMapping/>
  </p:clrMapOvr>
  <p:timing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95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60" name=""/>
          <p:cNvSpPr/>
          <p:nvPr>
            <p:ph type="title" sz="full" idx="0"/>
          </p:nvPr>
        </p:nvSpPr>
        <p:spPr>
          <a:xfrm rot="0">
            <a:off x="685800" y="0"/>
            <a:ext cx="7772400" cy="8382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lstStyle>
            <a:lvl1pPr algn="l" fontAlgn="base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3200" i="0" u="none">
                <a:solidFill>
                  <a:schemeClr val="lt2"/>
                </a:solidFill>
                <a:latin typeface="Bookman Old Style" pitchFamily="18" charset="0"/>
                <a:sym typeface="Tahoma" pitchFamily="34" charset="0"/>
              </a:defRPr>
            </a:lvl1pPr>
          </a:lstStyle>
          <a:p>
            <a:pPr eaLnBrk="1" hangingPunct="1" latinLnBrk="1" lvl="0"/>
            <a:r>
              <a:rPr altLang="en-US" sz="2800" lang="en-US"/>
              <a:t>The prenatal origin of childhood ALL</a:t>
            </a:r>
          </a:p>
        </p:txBody>
      </p:sp>
      <p:sp>
        <p:nvSpPr>
          <p:cNvPr id="1048661" name=""/>
          <p:cNvSpPr txBox="1"/>
          <p:nvPr/>
        </p:nvSpPr>
        <p:spPr>
          <a:xfrm rot="0">
            <a:off x="612775" y="6356350"/>
            <a:ext cx="1981200" cy="365125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fontAlgn="base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1pPr>
            <a:lvl2pPr algn="l" fontAlgn="base" indent="0" latinLnBrk="1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2pPr>
            <a:lvl3pPr algn="l" fontAlgn="base" indent="0" latinLnBrk="1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3pPr>
            <a:lvl4pPr algn="l" fontAlgn="base" indent="0" latinLnBrk="1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4pPr>
            <a:lvl5pPr algn="l" fontAlgn="base" indent="0" latinLnBrk="1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5pPr>
          </a:lstStyle>
          <a:p>
            <a:pPr eaLnBrk="1" hangingPunct="1" latinLnBrk="1" lvl="0"/>
            <a:fld id="{566ABCEB-ACFC-4714-9973-3DA970169C29}" type="slidenum">
              <a:rPr altLang="en-US" sz="1400" lang="en-US"/>
              <a:pPr eaLnBrk="1" hangingPunct="1" latinLnBrk="1" lvl="0"/>
              <a:t>15</a:t>
            </a:fld>
            <a:endParaRPr altLang="en-US" sz="1400" lang="en-US"/>
          </a:p>
        </p:txBody>
      </p:sp>
      <p:sp>
        <p:nvSpPr>
          <p:cNvPr id="1048662" name=""/>
          <p:cNvSpPr/>
          <p:nvPr>
            <p:ph sz="quarter" idx="6"/>
          </p:nvPr>
        </p:nvSpPr>
        <p:spPr>
          <a:xfrm rot="0">
            <a:off x="0" y="914400"/>
            <a:ext cx="8780462" cy="62484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eaLnBrk="1" hangingPunct="1" latinLnBrk="1" lvl="0">
              <a:lnSpc>
                <a:spcPct val="80000"/>
              </a:lnSpc>
              <a:buFontTx/>
              <a:buNone/>
            </a:pPr>
            <a:endParaRPr altLang="en-US" b="1" sz="1600" lang="en-US"/>
          </a:p>
          <a:p>
            <a:pPr eaLnBrk="1" hangingPunct="1" latinLnBrk="1" lvl="0">
              <a:lnSpc>
                <a:spcPct val="80000"/>
              </a:lnSpc>
              <a:buFontTx/>
              <a:buNone/>
            </a:pPr>
            <a:r>
              <a:rPr altLang="en-US" b="1" sz="2800" lang="en-US"/>
              <a:t>         </a:t>
            </a:r>
            <a:r>
              <a:rPr altLang="en-US" b="1" lang="en-US">
                <a:solidFill>
                  <a:srgbClr val="002060"/>
                </a:solidFill>
              </a:rPr>
              <a:t>Concordance in monozygotic twins</a:t>
            </a:r>
          </a:p>
          <a:p>
            <a:pPr eaLnBrk="1" hangingPunct="1" latinLnBrk="1" lvl="0">
              <a:lnSpc>
                <a:spcPct val="80000"/>
              </a:lnSpc>
              <a:buFontTx/>
              <a:buNone/>
            </a:pPr>
            <a:endParaRPr altLang="en-US" b="1" sz="2800" lang="en-US"/>
          </a:p>
          <a:p>
            <a:pPr eaLnBrk="1" hangingPunct="1" latinLnBrk="1" lvl="0">
              <a:lnSpc>
                <a:spcPct val="80000"/>
              </a:lnSpc>
              <a:buFontTx/>
              <a:buNone/>
            </a:pPr>
            <a:r>
              <a:rPr altLang="en-US" sz="2400" lang="en-US"/>
              <a:t> </a:t>
            </a:r>
          </a:p>
          <a:p>
            <a:pPr eaLnBrk="1" hangingPunct="1" latinLnBrk="1" lvl="0">
              <a:lnSpc>
                <a:spcPct val="80000"/>
              </a:lnSpc>
              <a:buFontTx/>
              <a:buNone/>
            </a:pPr>
            <a:endParaRPr altLang="en-US" sz="2400" lang="en-US"/>
          </a:p>
          <a:p>
            <a:pPr eaLnBrk="1" hangingPunct="1" latinLnBrk="1" lvl="0">
              <a:lnSpc>
                <a:spcPct val="80000"/>
              </a:lnSpc>
            </a:pPr>
            <a:r>
              <a:rPr altLang="en-US" b="1" sz="1800" lang="en-US">
                <a:solidFill>
                  <a:srgbClr val="002060"/>
                </a:solidFill>
              </a:rPr>
              <a:t>Infant ALL 		       close to 100%</a:t>
            </a:r>
          </a:p>
          <a:p>
            <a:pPr eaLnBrk="1" hangingPunct="1" latinLnBrk="1" lvl="0">
              <a:lnSpc>
                <a:spcPct val="80000"/>
              </a:lnSpc>
            </a:pPr>
            <a:r>
              <a:rPr altLang="en-US" b="1" sz="1800" lang="en-US">
                <a:solidFill>
                  <a:srgbClr val="002060"/>
                </a:solidFill>
              </a:rPr>
              <a:t>1-5 years                                              20%</a:t>
            </a:r>
          </a:p>
          <a:p>
            <a:pPr eaLnBrk="1" hangingPunct="1" latinLnBrk="1" lvl="0">
              <a:lnSpc>
                <a:spcPct val="80000"/>
              </a:lnSpc>
            </a:pPr>
            <a:r>
              <a:rPr altLang="en-US" b="1" sz="1800" lang="en-US">
                <a:solidFill>
                  <a:srgbClr val="002060"/>
                </a:solidFill>
              </a:rPr>
              <a:t> Gradual decrease to sibling risk     1-2%</a:t>
            </a:r>
          </a:p>
          <a:p>
            <a:pPr eaLnBrk="1" hangingPunct="1" latinLnBrk="1" lvl="0">
              <a:lnSpc>
                <a:spcPct val="80000"/>
              </a:lnSpc>
              <a:buFontTx/>
              <a:buNone/>
            </a:pPr>
            <a:endParaRPr altLang="en-US" b="1" sz="2400" lang="en-US"/>
          </a:p>
        </p:txBody>
      </p:sp>
    </p:spTree>
  </p:cSld>
  <p:clrMapOvr>
    <a:masterClrMapping/>
  </p:clrMapOvr>
  <p:timing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98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66" name=""/>
          <p:cNvSpPr/>
          <p:nvPr>
            <p:ph type="title" sz="full" idx="0"/>
          </p:nvPr>
        </p:nvSpPr>
        <p:spPr>
          <a:xfrm rot="0">
            <a:off x="457200" y="152400"/>
            <a:ext cx="8229600" cy="9906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lstStyle>
            <a:lvl1pPr algn="l" fontAlgn="base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3200" i="0" u="none">
                <a:solidFill>
                  <a:schemeClr val="lt2"/>
                </a:solidFill>
                <a:latin typeface="Bookman Old Style" pitchFamily="18" charset="0"/>
                <a:sym typeface="Tahoma" pitchFamily="34" charset="0"/>
              </a:defRPr>
            </a:lvl1pPr>
          </a:lstStyle>
          <a:p>
            <a:pPr eaLnBrk="1" hangingPunct="1" latinLnBrk="1" lvl="0"/>
            <a:r>
              <a:rPr altLang="en-US" sz="2900" lang="en-US"/>
              <a:t>Leukemic Cell Characterization and Classification</a:t>
            </a:r>
          </a:p>
        </p:txBody>
      </p:sp>
      <p:sp>
        <p:nvSpPr>
          <p:cNvPr id="1048667" name=""/>
          <p:cNvSpPr txBox="1"/>
          <p:nvPr/>
        </p:nvSpPr>
        <p:spPr>
          <a:xfrm rot="0">
            <a:off x="612775" y="6356350"/>
            <a:ext cx="1981200" cy="365125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fontAlgn="base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1pPr>
            <a:lvl2pPr algn="l" fontAlgn="base" indent="0" latinLnBrk="1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2pPr>
            <a:lvl3pPr algn="l" fontAlgn="base" indent="0" latinLnBrk="1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3pPr>
            <a:lvl4pPr algn="l" fontAlgn="base" indent="0" latinLnBrk="1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4pPr>
            <a:lvl5pPr algn="l" fontAlgn="base" indent="0" latinLnBrk="1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5pPr>
          </a:lstStyle>
          <a:p>
            <a:pPr eaLnBrk="1" hangingPunct="1" latinLnBrk="1" lvl="0"/>
            <a:fld id="{566ABCEB-ACFC-4714-9973-3DA970169C29}" type="slidenum">
              <a:rPr altLang="en-US" sz="1400" lang="en-US"/>
              <a:pPr eaLnBrk="1" hangingPunct="1" latinLnBrk="1" lvl="0"/>
              <a:t>16</a:t>
            </a:fld>
            <a:endParaRPr altLang="en-US" sz="1400" lang="en-US"/>
          </a:p>
        </p:txBody>
      </p:sp>
      <p:sp>
        <p:nvSpPr>
          <p:cNvPr id="1048668" name=""/>
          <p:cNvSpPr/>
          <p:nvPr>
            <p:ph sz="quarter" idx="6"/>
          </p:nvPr>
        </p:nvSpPr>
        <p:spPr>
          <a:xfrm rot="0">
            <a:off x="457200" y="1219200"/>
            <a:ext cx="8229600" cy="4937125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eaLnBrk="1" hangingPunct="1" latinLnBrk="1" lvl="0">
              <a:buFontTx/>
              <a:buNone/>
            </a:pPr>
            <a:r>
              <a:rPr altLang="en-US" lang="en-US">
                <a:solidFill>
                  <a:srgbClr val="002060"/>
                </a:solidFill>
              </a:rPr>
              <a:t>Morphology</a:t>
            </a:r>
          </a:p>
          <a:p>
            <a:pPr eaLnBrk="1" hangingPunct="1" latinLnBrk="1" lvl="0"/>
            <a:r>
              <a:rPr altLang="en-US" lang="en-US">
                <a:solidFill>
                  <a:srgbClr val="002060"/>
                </a:solidFill>
              </a:rPr>
              <a:t>Leukemic cells are characterized by </a:t>
            </a:r>
          </a:p>
          <a:p>
            <a:pPr eaLnBrk="1" hangingPunct="1" latinLnBrk="1" lvl="1"/>
            <a:r>
              <a:rPr altLang="en-US" lang="en-US">
                <a:solidFill>
                  <a:srgbClr val="002060"/>
                </a:solidFill>
              </a:rPr>
              <a:t>A lack of differentiation</a:t>
            </a:r>
          </a:p>
          <a:p>
            <a:pPr eaLnBrk="1" hangingPunct="1" latinLnBrk="1" lvl="1"/>
            <a:r>
              <a:rPr altLang="en-US" lang="en-US">
                <a:solidFill>
                  <a:srgbClr val="002060"/>
                </a:solidFill>
              </a:rPr>
              <a:t>A nucleus with diffuse chromatin structure, with one or more nucleoli, and </a:t>
            </a:r>
          </a:p>
          <a:p>
            <a:pPr eaLnBrk="1" hangingPunct="1" latinLnBrk="1" lvl="1"/>
            <a:r>
              <a:rPr altLang="en-US" b="1" lang="en-US">
                <a:solidFill>
                  <a:schemeClr val="dk1"/>
                </a:solidFill>
              </a:rPr>
              <a:t>Basophilic cytoplasm</a:t>
            </a:r>
          </a:p>
        </p:txBody>
      </p:sp>
    </p:spTree>
  </p:cSld>
  <p:clrMapOvr>
    <a:masterClrMapping/>
  </p:clrMapOvr>
  <p:timing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99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69" name=""/>
          <p:cNvSpPr/>
          <p:nvPr>
            <p:ph type="title" sz="full" idx="0"/>
          </p:nvPr>
        </p:nvSpPr>
        <p:spPr>
          <a:xfrm rot="0">
            <a:off x="457200" y="152400"/>
            <a:ext cx="8229600" cy="9906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lstStyle>
            <a:lvl1pPr algn="l" fontAlgn="base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3200" i="0" u="none">
                <a:solidFill>
                  <a:schemeClr val="lt2"/>
                </a:solidFill>
                <a:latin typeface="Bookman Old Style" pitchFamily="18" charset="0"/>
                <a:sym typeface="Tahoma" pitchFamily="34" charset="0"/>
              </a:defRPr>
            </a:lvl1pPr>
          </a:lstStyle>
          <a:p>
            <a:pPr eaLnBrk="1" hangingPunct="1" latinLnBrk="1" lvl="0"/>
            <a:r>
              <a:rPr altLang="en-US" sz="2900" lang="en-US"/>
              <a:t>Classification of Leukemias</a:t>
            </a:r>
            <a:br/>
            <a:r>
              <a:rPr altLang="en-US" sz="2900" lang="en-US"/>
              <a:t>   (FAB)-ALL</a:t>
            </a:r>
          </a:p>
        </p:txBody>
      </p:sp>
      <p:sp>
        <p:nvSpPr>
          <p:cNvPr id="1048670" name=""/>
          <p:cNvSpPr txBox="1"/>
          <p:nvPr/>
        </p:nvSpPr>
        <p:spPr>
          <a:xfrm rot="0">
            <a:off x="612775" y="6356350"/>
            <a:ext cx="1981200" cy="365125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fontAlgn="base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1pPr>
            <a:lvl2pPr algn="l" fontAlgn="base" indent="0" latinLnBrk="1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2pPr>
            <a:lvl3pPr algn="l" fontAlgn="base" indent="0" latinLnBrk="1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3pPr>
            <a:lvl4pPr algn="l" fontAlgn="base" indent="0" latinLnBrk="1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4pPr>
            <a:lvl5pPr algn="l" fontAlgn="base" indent="0" latinLnBrk="1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5pPr>
          </a:lstStyle>
          <a:p>
            <a:pPr eaLnBrk="1" hangingPunct="1" latinLnBrk="1" lvl="0"/>
            <a:fld id="{566ABCEB-ACFC-4714-9973-3DA970169C29}" type="slidenum">
              <a:rPr altLang="en-US" sz="1400" lang="en-US"/>
              <a:pPr eaLnBrk="1" hangingPunct="1" latinLnBrk="1" lvl="0"/>
              <a:t>17</a:t>
            </a:fld>
            <a:endParaRPr altLang="en-US" sz="1400" lang="en-US"/>
          </a:p>
        </p:txBody>
      </p:sp>
      <p:sp>
        <p:nvSpPr>
          <p:cNvPr id="1048671" name=""/>
          <p:cNvSpPr/>
          <p:nvPr>
            <p:ph sz="quarter" idx="6"/>
          </p:nvPr>
        </p:nvSpPr>
        <p:spPr>
          <a:xfrm rot="0">
            <a:off x="457200" y="1219200"/>
            <a:ext cx="8229600" cy="4937125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eaLnBrk="1" hangingPunct="1" indent="0" latinLnBrk="1" lvl="0" marL="0">
              <a:buFont typeface="Wingdings" pitchFamily="2" charset="2"/>
              <a:buNone/>
            </a:pPr>
            <a:r>
              <a:rPr altLang="en-US" sz="2600" lang="en-US"/>
              <a:t>L1-85% of children with ALL</a:t>
            </a:r>
          </a:p>
          <a:p>
            <a:pPr eaLnBrk="1" hangingPunct="1" indent="0" latinLnBrk="1" lvl="0" marL="0">
              <a:buFont typeface="Wingdings" pitchFamily="2" charset="2"/>
              <a:buChar char="n"/>
            </a:pPr>
            <a:endParaRPr altLang="en-US" sz="2600" lang="en-US"/>
          </a:p>
          <a:p>
            <a:pPr eaLnBrk="1" hangingPunct="1" indent="0" latinLnBrk="1" lvl="0" marL="0">
              <a:buFont typeface="Wingdings" pitchFamily="2" charset="2"/>
              <a:buChar char="n"/>
            </a:pPr>
            <a:endParaRPr altLang="en-US" sz="2600" lang="en-US"/>
          </a:p>
          <a:p>
            <a:pPr eaLnBrk="1" hangingPunct="1" indent="0" latinLnBrk="1" lvl="0" marL="0">
              <a:buFont typeface="Wingdings" pitchFamily="2" charset="2"/>
              <a:buNone/>
            </a:pPr>
            <a:endParaRPr altLang="en-US" sz="2600" lang="en-US"/>
          </a:p>
        </p:txBody>
      </p:sp>
      <p:pic>
        <p:nvPicPr>
          <p:cNvPr id="2097154" name="" descr="img76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1219200" y="2590800"/>
            <a:ext cx="7153275" cy="4495800"/>
          </a:xfrm>
          <a:prstGeom prst="rect"/>
          <a:noFill/>
          <a:ln>
            <a:noFill/>
          </a:ln>
        </p:spPr>
      </p:pic>
    </p:spTree>
  </p:cSld>
  <p:clrMapOvr>
    <a:masterClrMapping/>
  </p:clrMapOvr>
  <p:timing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00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72" name=""/>
          <p:cNvSpPr/>
          <p:nvPr>
            <p:ph type="title" sz="full" idx="0"/>
          </p:nvPr>
        </p:nvSpPr>
        <p:spPr>
          <a:xfrm rot="0">
            <a:off x="457200" y="152400"/>
            <a:ext cx="8229600" cy="9906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lstStyle>
            <a:lvl1pPr algn="l" fontAlgn="base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3200" i="0" u="none">
                <a:solidFill>
                  <a:schemeClr val="lt2"/>
                </a:solidFill>
                <a:latin typeface="Bookman Old Style" pitchFamily="18" charset="0"/>
                <a:sym typeface="Tahoma" pitchFamily="34" charset="0"/>
              </a:defRPr>
            </a:lvl1pPr>
          </a:lstStyle>
          <a:p>
            <a:pPr eaLnBrk="1" hangingPunct="1" latinLnBrk="1" lvl="0"/>
            <a:r>
              <a:rPr altLang="en-US" sz="2900" lang="en-US"/>
              <a:t>ALL L2(14% of ALL)</a:t>
            </a:r>
            <a:br/>
            <a:endParaRPr altLang="en-US" sz="2900" lang="en-US"/>
          </a:p>
        </p:txBody>
      </p:sp>
      <p:sp>
        <p:nvSpPr>
          <p:cNvPr id="1048673" name=""/>
          <p:cNvSpPr txBox="1"/>
          <p:nvPr/>
        </p:nvSpPr>
        <p:spPr>
          <a:xfrm rot="0">
            <a:off x="612775" y="6356350"/>
            <a:ext cx="1981200" cy="365125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fontAlgn="base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1pPr>
            <a:lvl2pPr algn="l" fontAlgn="base" indent="0" latinLnBrk="1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2pPr>
            <a:lvl3pPr algn="l" fontAlgn="base" indent="0" latinLnBrk="1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3pPr>
            <a:lvl4pPr algn="l" fontAlgn="base" indent="0" latinLnBrk="1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4pPr>
            <a:lvl5pPr algn="l" fontAlgn="base" indent="0" latinLnBrk="1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5pPr>
          </a:lstStyle>
          <a:p>
            <a:pPr eaLnBrk="1" hangingPunct="1" latinLnBrk="1" lvl="0"/>
            <a:fld id="{566ABCEB-ACFC-4714-9973-3DA970169C29}" type="slidenum">
              <a:rPr altLang="en-US" sz="1400" lang="en-US"/>
              <a:pPr eaLnBrk="1" hangingPunct="1" latinLnBrk="1" lvl="0"/>
              <a:t>18</a:t>
            </a:fld>
            <a:endParaRPr altLang="en-US" sz="1400" lang="en-US"/>
          </a:p>
        </p:txBody>
      </p:sp>
      <p:pic>
        <p:nvPicPr>
          <p:cNvPr id="2097155" name="" descr="ALL2-1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2514600" y="2514600"/>
            <a:ext cx="3949700" cy="2552700"/>
          </a:xfrm>
          <a:prstGeom prst="rect"/>
          <a:noFill/>
          <a:ln>
            <a:noFill/>
          </a:ln>
        </p:spPr>
      </p:pic>
    </p:spTree>
  </p:cSld>
  <p:clrMapOvr>
    <a:masterClrMapping/>
  </p:clrMapOvr>
  <p:timing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01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74" name=""/>
          <p:cNvSpPr/>
          <p:nvPr>
            <p:ph type="title" sz="full" idx="0"/>
          </p:nvPr>
        </p:nvSpPr>
        <p:spPr>
          <a:xfrm rot="0">
            <a:off x="457200" y="152400"/>
            <a:ext cx="8229600" cy="9906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lstStyle>
            <a:lvl1pPr algn="l" fontAlgn="base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3200" i="0" u="none">
                <a:solidFill>
                  <a:schemeClr val="lt2"/>
                </a:solidFill>
                <a:latin typeface="Bookman Old Style" pitchFamily="18" charset="0"/>
                <a:sym typeface="Tahoma" pitchFamily="34" charset="0"/>
              </a:defRPr>
            </a:lvl1pPr>
          </a:lstStyle>
          <a:p>
            <a:pPr eaLnBrk="1" hangingPunct="1" latinLnBrk="1" lvl="0"/>
            <a:r>
              <a:rPr altLang="en-US" lang="en-US"/>
              <a:t>ALL  L3(1% of ALL)</a:t>
            </a:r>
          </a:p>
        </p:txBody>
      </p:sp>
      <p:sp>
        <p:nvSpPr>
          <p:cNvPr id="1048675" name=""/>
          <p:cNvSpPr txBox="1"/>
          <p:nvPr/>
        </p:nvSpPr>
        <p:spPr>
          <a:xfrm rot="0">
            <a:off x="612775" y="6356350"/>
            <a:ext cx="1981200" cy="365125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fontAlgn="base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1pPr>
            <a:lvl2pPr algn="l" fontAlgn="base" indent="0" latinLnBrk="1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2pPr>
            <a:lvl3pPr algn="l" fontAlgn="base" indent="0" latinLnBrk="1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3pPr>
            <a:lvl4pPr algn="l" fontAlgn="base" indent="0" latinLnBrk="1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4pPr>
            <a:lvl5pPr algn="l" fontAlgn="base" indent="0" latinLnBrk="1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5pPr>
          </a:lstStyle>
          <a:p>
            <a:pPr eaLnBrk="1" hangingPunct="1" latinLnBrk="1" lvl="0"/>
            <a:fld id="{566ABCEB-ACFC-4714-9973-3DA970169C29}" type="slidenum">
              <a:rPr altLang="en-US" sz="1400" lang="en-US"/>
              <a:pPr eaLnBrk="1" hangingPunct="1" latinLnBrk="1" lvl="0"/>
              <a:t>19</a:t>
            </a:fld>
            <a:endParaRPr altLang="en-US" sz="1400" lang="en-US"/>
          </a:p>
        </p:txBody>
      </p:sp>
      <p:sp>
        <p:nvSpPr>
          <p:cNvPr id="1048676" name=""/>
          <p:cNvSpPr/>
          <p:nvPr>
            <p:ph sz="quarter" idx="6"/>
          </p:nvPr>
        </p:nvSpPr>
        <p:spPr>
          <a:xfrm rot="0">
            <a:off x="457200" y="1219200"/>
            <a:ext cx="8229600" cy="4937125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eaLnBrk="1" hangingPunct="1" latinLnBrk="1" lvl="0">
              <a:buFont typeface="Wingdings" pitchFamily="2" charset="2"/>
              <a:buNone/>
            </a:pPr>
            <a:endParaRPr altLang="en-US" sz="2600" lang="am-ET">
              <a:latin typeface="Nyala" pitchFamily="2" charset="0"/>
            </a:endParaRPr>
          </a:p>
        </p:txBody>
      </p:sp>
      <p:pic>
        <p:nvPicPr>
          <p:cNvPr id="2097156" name="" descr="img82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990600" y="1828800"/>
            <a:ext cx="7096125" cy="4819650"/>
          </a:xfrm>
          <a:prstGeom prst="rect"/>
          <a:noFill/>
          <a:ln>
            <a:noFill/>
          </a:ln>
        </p:spPr>
      </p:pic>
    </p:spTree>
  </p:cSld>
  <p:clrMapOvr>
    <a:masterClrMapping/>
  </p:clrMapOvr>
  <p:timing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02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77" name=""/>
          <p:cNvSpPr/>
          <p:nvPr>
            <p:ph type="title" sz="full" idx="0"/>
          </p:nvPr>
        </p:nvSpPr>
        <p:spPr>
          <a:xfrm rot="0">
            <a:off x="457200" y="152400"/>
            <a:ext cx="8229600" cy="9906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lstStyle>
            <a:lvl1pPr algn="l" fontAlgn="base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3200" i="0" u="none">
                <a:solidFill>
                  <a:schemeClr val="lt2"/>
                </a:solidFill>
                <a:latin typeface="Bookman Old Style" pitchFamily="18" charset="0"/>
                <a:sym typeface="Tahoma" pitchFamily="34" charset="0"/>
              </a:defRPr>
            </a:lvl1pPr>
          </a:lstStyle>
          <a:p>
            <a:pPr eaLnBrk="1" hangingPunct="1" latinLnBrk="1" lvl="0"/>
            <a:r>
              <a:rPr altLang="en-US" lang="en-US"/>
              <a:t>FAB Classification of AML</a:t>
            </a:r>
          </a:p>
        </p:txBody>
      </p:sp>
      <p:sp>
        <p:nvSpPr>
          <p:cNvPr id="1048678" name=""/>
          <p:cNvSpPr txBox="1"/>
          <p:nvPr/>
        </p:nvSpPr>
        <p:spPr>
          <a:xfrm rot="0">
            <a:off x="612775" y="6356350"/>
            <a:ext cx="1981200" cy="365125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fontAlgn="base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1pPr>
            <a:lvl2pPr algn="l" fontAlgn="base" indent="0" latinLnBrk="1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2pPr>
            <a:lvl3pPr algn="l" fontAlgn="base" indent="0" latinLnBrk="1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3pPr>
            <a:lvl4pPr algn="l" fontAlgn="base" indent="0" latinLnBrk="1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4pPr>
            <a:lvl5pPr algn="l" fontAlgn="base" indent="0" latinLnBrk="1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5pPr>
          </a:lstStyle>
          <a:p>
            <a:pPr eaLnBrk="1" hangingPunct="1" latinLnBrk="1" lvl="0"/>
            <a:fld id="{566ABCEB-ACFC-4714-9973-3DA970169C29}" type="slidenum">
              <a:rPr altLang="en-US" sz="1400" lang="en-US"/>
              <a:pPr eaLnBrk="1" hangingPunct="1" latinLnBrk="1" lvl="0"/>
              <a:t>20</a:t>
            </a:fld>
            <a:endParaRPr altLang="en-US" sz="1400" lang="en-US"/>
          </a:p>
        </p:txBody>
      </p:sp>
      <p:sp>
        <p:nvSpPr>
          <p:cNvPr id="1048679" name=""/>
          <p:cNvSpPr/>
          <p:nvPr>
            <p:ph sz="quarter" idx="6"/>
          </p:nvPr>
        </p:nvSpPr>
        <p:spPr>
          <a:xfrm rot="0">
            <a:off x="457200" y="1219200"/>
            <a:ext cx="8229600" cy="4937125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eaLnBrk="1" hangingPunct="1" latinLnBrk="1" lvl="0"/>
            <a:r>
              <a:rPr altLang="en-US" sz="1800" lang="en-US">
                <a:solidFill>
                  <a:srgbClr val="002060"/>
                </a:solidFill>
              </a:rPr>
              <a:t>M1 A.Myeloblastic without maturation</a:t>
            </a:r>
          </a:p>
          <a:p>
            <a:pPr eaLnBrk="1" hangingPunct="1" latinLnBrk="1" lvl="0"/>
            <a:r>
              <a:rPr altLang="en-US" sz="1800" lang="en-US">
                <a:solidFill>
                  <a:srgbClr val="002060"/>
                </a:solidFill>
              </a:rPr>
              <a:t>M2  ‘  “  “  “  “       with    maturation</a:t>
            </a:r>
          </a:p>
          <a:p>
            <a:pPr eaLnBrk="1" hangingPunct="1" latinLnBrk="1" lvl="0"/>
            <a:r>
              <a:rPr altLang="en-US" sz="1800" lang="en-US">
                <a:solidFill>
                  <a:srgbClr val="002060"/>
                </a:solidFill>
              </a:rPr>
              <a:t>M3 A. promyeloblastic Leukemia</a:t>
            </a:r>
          </a:p>
          <a:p>
            <a:pPr eaLnBrk="1" hangingPunct="1" latinLnBrk="1" lvl="0"/>
            <a:r>
              <a:rPr altLang="en-US" sz="1800" lang="en-US">
                <a:solidFill>
                  <a:srgbClr val="002060"/>
                </a:solidFill>
              </a:rPr>
              <a:t>M4  A. Myelomonocytic Leukemia</a:t>
            </a:r>
          </a:p>
          <a:p>
            <a:pPr eaLnBrk="1" hangingPunct="1" latinLnBrk="1" lvl="0"/>
            <a:r>
              <a:rPr altLang="en-US" sz="1800" lang="en-US">
                <a:solidFill>
                  <a:srgbClr val="002060"/>
                </a:solidFill>
              </a:rPr>
              <a:t>M5  A. Monocytic Leukemia</a:t>
            </a:r>
          </a:p>
          <a:p>
            <a:pPr eaLnBrk="1" hangingPunct="1" latinLnBrk="1" lvl="0"/>
            <a:r>
              <a:rPr altLang="en-US" sz="1800" lang="en-US">
                <a:solidFill>
                  <a:srgbClr val="002060"/>
                </a:solidFill>
              </a:rPr>
              <a:t>M6  Erythroleukemia</a:t>
            </a:r>
          </a:p>
          <a:p>
            <a:pPr eaLnBrk="1" hangingPunct="1" latinLnBrk="1" lvl="0"/>
            <a:r>
              <a:rPr altLang="en-US" sz="1800" lang="en-US">
                <a:solidFill>
                  <a:srgbClr val="002060"/>
                </a:solidFill>
              </a:rPr>
              <a:t>M7 A. Megakaryocytic Leukemia </a:t>
            </a:r>
          </a:p>
        </p:txBody>
      </p:sp>
    </p:spTree>
  </p:cSld>
  <p:clrMapOvr>
    <a:masterClrMapping/>
  </p:clrMapOvr>
  <p:timing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03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80" name=""/>
          <p:cNvSpPr/>
          <p:nvPr>
            <p:ph type="title" sz="full" idx="0"/>
          </p:nvPr>
        </p:nvSpPr>
        <p:spPr>
          <a:xfrm rot="0">
            <a:off x="457200" y="152400"/>
            <a:ext cx="8229600" cy="9906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lstStyle>
            <a:lvl1pPr algn="l" fontAlgn="base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3200" i="0" u="none">
                <a:solidFill>
                  <a:schemeClr val="lt2"/>
                </a:solidFill>
                <a:latin typeface="Bookman Old Style" pitchFamily="18" charset="0"/>
                <a:sym typeface="Tahoma" pitchFamily="34" charset="0"/>
              </a:defRPr>
            </a:lvl1pPr>
          </a:lstStyle>
          <a:p>
            <a:pPr eaLnBrk="1" hangingPunct="1" latinLnBrk="1" lvl="0"/>
            <a:r>
              <a:rPr altLang="en-US" lang="en-US"/>
              <a:t>Chronic Myelogenous Leukemia</a:t>
            </a:r>
          </a:p>
        </p:txBody>
      </p:sp>
      <p:sp>
        <p:nvSpPr>
          <p:cNvPr id="1048681" name=""/>
          <p:cNvSpPr txBox="1"/>
          <p:nvPr/>
        </p:nvSpPr>
        <p:spPr>
          <a:xfrm rot="0">
            <a:off x="612775" y="6356350"/>
            <a:ext cx="1981200" cy="365125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fontAlgn="base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1pPr>
            <a:lvl2pPr algn="l" fontAlgn="base" indent="0" latinLnBrk="1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2pPr>
            <a:lvl3pPr algn="l" fontAlgn="base" indent="0" latinLnBrk="1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3pPr>
            <a:lvl4pPr algn="l" fontAlgn="base" indent="0" latinLnBrk="1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4pPr>
            <a:lvl5pPr algn="l" fontAlgn="base" indent="0" latinLnBrk="1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5pPr>
          </a:lstStyle>
          <a:p>
            <a:pPr eaLnBrk="1" hangingPunct="1" latinLnBrk="1" lvl="0"/>
            <a:fld id="{566ABCEB-ACFC-4714-9973-3DA970169C29}" type="slidenum">
              <a:rPr altLang="en-US" sz="1400" lang="en-US"/>
              <a:pPr eaLnBrk="1" hangingPunct="1" latinLnBrk="1" lvl="0"/>
              <a:t>21</a:t>
            </a:fld>
            <a:endParaRPr altLang="en-US" sz="1400" lang="en-US"/>
          </a:p>
        </p:txBody>
      </p:sp>
      <p:sp>
        <p:nvSpPr>
          <p:cNvPr id="1048682" name=""/>
          <p:cNvSpPr/>
          <p:nvPr>
            <p:ph sz="quarter" idx="6"/>
          </p:nvPr>
        </p:nvSpPr>
        <p:spPr>
          <a:xfrm rot="0">
            <a:off x="457200" y="1219200"/>
            <a:ext cx="8229600" cy="4937125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eaLnBrk="1" hangingPunct="1" latinLnBrk="1" lvl="0"/>
            <a:r>
              <a:rPr altLang="en-US" lang="en-US">
                <a:solidFill>
                  <a:srgbClr val="002060"/>
                </a:solidFill>
              </a:rPr>
              <a:t>Adult type CML </a:t>
            </a:r>
          </a:p>
          <a:p>
            <a:pPr eaLnBrk="1" hangingPunct="1" latinLnBrk="1" lvl="0"/>
            <a:r>
              <a:rPr altLang="en-US" lang="en-US">
                <a:solidFill>
                  <a:srgbClr val="002060"/>
                </a:solidFill>
              </a:rPr>
              <a:t>Juvenile CML </a:t>
            </a:r>
          </a:p>
        </p:txBody>
      </p:sp>
    </p:spTree>
  </p:cSld>
  <p:clrMapOvr>
    <a:masterClrMapping/>
  </p:clrMapOvr>
  <p:timing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04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83" name=""/>
          <p:cNvSpPr/>
          <p:nvPr>
            <p:ph type="title" sz="full" idx="0"/>
          </p:nvPr>
        </p:nvSpPr>
        <p:spPr>
          <a:xfrm rot="0">
            <a:off x="457200" y="152400"/>
            <a:ext cx="8229600" cy="9906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lstStyle>
            <a:lvl1pPr algn="l" fontAlgn="base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3200" i="0" u="none">
                <a:solidFill>
                  <a:schemeClr val="lt2"/>
                </a:solidFill>
                <a:latin typeface="Bookman Old Style" pitchFamily="18" charset="0"/>
                <a:sym typeface="Tahoma" pitchFamily="34" charset="0"/>
              </a:defRPr>
            </a:lvl1pPr>
          </a:lstStyle>
          <a:p>
            <a:pPr eaLnBrk="1" hangingPunct="1" latinLnBrk="1" lvl="0"/>
            <a:r>
              <a:rPr altLang="en-US" lang="en-US"/>
              <a:t>ALL  Epidemiology</a:t>
            </a:r>
          </a:p>
        </p:txBody>
      </p:sp>
      <p:sp>
        <p:nvSpPr>
          <p:cNvPr id="1048684" name=""/>
          <p:cNvSpPr txBox="1"/>
          <p:nvPr/>
        </p:nvSpPr>
        <p:spPr>
          <a:xfrm rot="0">
            <a:off x="612775" y="6356350"/>
            <a:ext cx="1981200" cy="365125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fontAlgn="base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1pPr>
            <a:lvl2pPr algn="l" fontAlgn="base" indent="0" latinLnBrk="1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2pPr>
            <a:lvl3pPr algn="l" fontAlgn="base" indent="0" latinLnBrk="1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3pPr>
            <a:lvl4pPr algn="l" fontAlgn="base" indent="0" latinLnBrk="1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4pPr>
            <a:lvl5pPr algn="l" fontAlgn="base" indent="0" latinLnBrk="1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5pPr>
          </a:lstStyle>
          <a:p>
            <a:pPr eaLnBrk="1" hangingPunct="1" latinLnBrk="1" lvl="0"/>
            <a:fld id="{566ABCEB-ACFC-4714-9973-3DA970169C29}" type="slidenum">
              <a:rPr altLang="en-US" sz="1400" lang="en-US"/>
              <a:pPr eaLnBrk="1" hangingPunct="1" latinLnBrk="1" lvl="0"/>
              <a:t>22</a:t>
            </a:fld>
            <a:endParaRPr altLang="en-US" sz="1400" lang="en-US"/>
          </a:p>
        </p:txBody>
      </p:sp>
      <p:sp>
        <p:nvSpPr>
          <p:cNvPr id="1048685" name=""/>
          <p:cNvSpPr/>
          <p:nvPr>
            <p:ph sz="quarter" idx="6"/>
          </p:nvPr>
        </p:nvSpPr>
        <p:spPr>
          <a:xfrm rot="0">
            <a:off x="457200" y="1219200"/>
            <a:ext cx="8229600" cy="4937125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eaLnBrk="1" hangingPunct="1" latinLnBrk="1" lvl="0"/>
            <a:r>
              <a:rPr altLang="en-US" sz="1800" lang="en-US">
                <a:solidFill>
                  <a:schemeClr val="lt2"/>
                </a:solidFill>
              </a:rPr>
              <a:t>Peak Incidence 2-6 years of age </a:t>
            </a:r>
          </a:p>
          <a:p>
            <a:pPr eaLnBrk="1" hangingPunct="1" latinLnBrk="1" lvl="0"/>
            <a:r>
              <a:rPr altLang="en-US" sz="1800" lang="en-US">
                <a:solidFill>
                  <a:schemeClr val="lt2"/>
                </a:solidFill>
              </a:rPr>
              <a:t>More frequent in boys than girls</a:t>
            </a:r>
          </a:p>
          <a:p>
            <a:pPr eaLnBrk="1" hangingPunct="1" latinLnBrk="1" lvl="0"/>
            <a:r>
              <a:rPr altLang="en-US" sz="1800" lang="en-US">
                <a:solidFill>
                  <a:schemeClr val="lt2"/>
                </a:solidFill>
              </a:rPr>
              <a:t>More common in children with chromosomal abnormalities</a:t>
            </a:r>
          </a:p>
          <a:p>
            <a:pPr eaLnBrk="1" hangingPunct="1" latinLnBrk="1" lvl="0"/>
            <a:r>
              <a:rPr altLang="en-US" sz="1800" lang="en-US">
                <a:solidFill>
                  <a:schemeClr val="lt2"/>
                </a:solidFill>
              </a:rPr>
              <a:t>Risk is higher among identical twins</a:t>
            </a:r>
          </a:p>
          <a:p>
            <a:pPr eaLnBrk="1" hangingPunct="1" latinLnBrk="1" lvl="0"/>
            <a:r>
              <a:rPr altLang="en-US" sz="1800" lang="en-US">
                <a:solidFill>
                  <a:schemeClr val="lt2"/>
                </a:solidFill>
              </a:rPr>
              <a:t>Environmental factors</a:t>
            </a:r>
          </a:p>
          <a:p>
            <a:pPr eaLnBrk="1" hangingPunct="1" latinLnBrk="1" lvl="0"/>
            <a:r>
              <a:rPr altLang="en-US" sz="1800" lang="en-US">
                <a:solidFill>
                  <a:schemeClr val="lt2"/>
                </a:solidFill>
              </a:rPr>
              <a:t>EB Viral Infection </a:t>
            </a:r>
          </a:p>
          <a:p>
            <a:pPr eaLnBrk="1" hangingPunct="1" latinLnBrk="1" lvl="0">
              <a:buFont typeface="Wingdings" pitchFamily="2" charset="2"/>
              <a:buNone/>
            </a:pPr>
            <a:endParaRPr altLang="en-US" sz="2600" lang="en-US">
              <a:solidFill>
                <a:schemeClr val="lt2"/>
              </a:solidFill>
            </a:endParaRPr>
          </a:p>
        </p:txBody>
      </p:sp>
    </p:spTree>
  </p:cSld>
  <p:clrMapOvr>
    <a:masterClrMapping/>
  </p:clrMapOvr>
  <p:timing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05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86" name=""/>
          <p:cNvSpPr/>
          <p:nvPr>
            <p:ph type="title" sz="full" idx="0"/>
          </p:nvPr>
        </p:nvSpPr>
        <p:spPr>
          <a:xfrm rot="0">
            <a:off x="457200" y="152400"/>
            <a:ext cx="8229600" cy="9906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lstStyle>
            <a:lvl1pPr algn="l" fontAlgn="base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3200" i="0" u="none">
                <a:solidFill>
                  <a:schemeClr val="lt2"/>
                </a:solidFill>
                <a:latin typeface="Bookman Old Style" pitchFamily="18" charset="0"/>
                <a:sym typeface="Tahoma" pitchFamily="34" charset="0"/>
              </a:defRPr>
            </a:lvl1pPr>
          </a:lstStyle>
          <a:p>
            <a:pPr eaLnBrk="1" hangingPunct="1" latinLnBrk="1" lvl="0"/>
            <a:r>
              <a:rPr altLang="en-US" lang="en-US"/>
              <a:t>ALL</a:t>
            </a:r>
          </a:p>
        </p:txBody>
      </p:sp>
      <p:sp>
        <p:nvSpPr>
          <p:cNvPr id="1048687" name=""/>
          <p:cNvSpPr txBox="1"/>
          <p:nvPr/>
        </p:nvSpPr>
        <p:spPr>
          <a:xfrm rot="0">
            <a:off x="612775" y="6356350"/>
            <a:ext cx="1981200" cy="365125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fontAlgn="base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1pPr>
            <a:lvl2pPr algn="l" fontAlgn="base" indent="0" latinLnBrk="1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2pPr>
            <a:lvl3pPr algn="l" fontAlgn="base" indent="0" latinLnBrk="1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3pPr>
            <a:lvl4pPr algn="l" fontAlgn="base" indent="0" latinLnBrk="1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4pPr>
            <a:lvl5pPr algn="l" fontAlgn="base" indent="0" latinLnBrk="1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5pPr>
          </a:lstStyle>
          <a:p>
            <a:pPr eaLnBrk="1" hangingPunct="1" latinLnBrk="1" lvl="0"/>
            <a:fld id="{566ABCEB-ACFC-4714-9973-3DA970169C29}" type="slidenum">
              <a:rPr altLang="en-US" sz="1400" lang="en-US"/>
              <a:pPr eaLnBrk="1" hangingPunct="1" latinLnBrk="1" lvl="0"/>
              <a:t>23</a:t>
            </a:fld>
            <a:endParaRPr altLang="en-US" sz="1400" lang="en-US"/>
          </a:p>
        </p:txBody>
      </p:sp>
      <p:sp>
        <p:nvSpPr>
          <p:cNvPr id="1048688" name=""/>
          <p:cNvSpPr/>
          <p:nvPr>
            <p:ph sz="quarter" idx="6"/>
          </p:nvPr>
        </p:nvSpPr>
        <p:spPr>
          <a:xfrm rot="0">
            <a:off x="457200" y="1219200"/>
            <a:ext cx="8229600" cy="4937125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eaLnBrk="1" hangingPunct="1" latinLnBrk="1" lvl="0"/>
            <a:r>
              <a:rPr altLang="en-US" sz="2600" lang="en-US"/>
              <a:t>How does leukemia present?</a:t>
            </a:r>
          </a:p>
        </p:txBody>
      </p:sp>
    </p:spTree>
  </p:cSld>
  <p:clrMapOvr>
    <a:masterClrMapping/>
  </p:clrMapOvr>
  <p:timing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08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92" name=""/>
          <p:cNvSpPr/>
          <p:nvPr>
            <p:ph type="title" sz="full" idx="0"/>
          </p:nvPr>
        </p:nvSpPr>
        <p:spPr>
          <a:xfrm rot="0">
            <a:off x="457200" y="152400"/>
            <a:ext cx="8229600" cy="9906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lstStyle>
            <a:lvl1pPr algn="l" fontAlgn="base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3200" i="0" u="none">
                <a:solidFill>
                  <a:schemeClr val="lt2"/>
                </a:solidFill>
                <a:latin typeface="Bookman Old Style" pitchFamily="18" charset="0"/>
                <a:sym typeface="Tahoma" pitchFamily="34" charset="0"/>
              </a:defRPr>
            </a:lvl1pPr>
          </a:lstStyle>
          <a:p>
            <a:pPr eaLnBrk="1" hangingPunct="1" latinLnBrk="1" lvl="0"/>
            <a:r>
              <a:rPr altLang="en-US" lang="en-US"/>
              <a:t>Inhibition of normal cells </a:t>
            </a:r>
          </a:p>
        </p:txBody>
      </p:sp>
      <p:sp>
        <p:nvSpPr>
          <p:cNvPr id="1048693" name=""/>
          <p:cNvSpPr txBox="1"/>
          <p:nvPr/>
        </p:nvSpPr>
        <p:spPr>
          <a:xfrm rot="0">
            <a:off x="612775" y="6356350"/>
            <a:ext cx="1981200" cy="365125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fontAlgn="base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1pPr>
            <a:lvl2pPr algn="l" fontAlgn="base" indent="0" latinLnBrk="1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2pPr>
            <a:lvl3pPr algn="l" fontAlgn="base" indent="0" latinLnBrk="1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3pPr>
            <a:lvl4pPr algn="l" fontAlgn="base" indent="0" latinLnBrk="1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4pPr>
            <a:lvl5pPr algn="l" fontAlgn="base" indent="0" latinLnBrk="1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5pPr>
          </a:lstStyle>
          <a:p>
            <a:pPr eaLnBrk="1" hangingPunct="1" latinLnBrk="1" lvl="0"/>
            <a:fld id="{566ABCEB-ACFC-4714-9973-3DA970169C29}" type="slidenum">
              <a:rPr altLang="en-US" sz="1400" lang="en-US"/>
              <a:pPr eaLnBrk="1" hangingPunct="1" latinLnBrk="1" lvl="0"/>
              <a:t>24</a:t>
            </a:fld>
            <a:endParaRPr altLang="en-US" sz="1400" lang="en-US"/>
          </a:p>
        </p:txBody>
      </p:sp>
      <p:sp>
        <p:nvSpPr>
          <p:cNvPr id="1048694" name=""/>
          <p:cNvSpPr/>
          <p:nvPr>
            <p:ph sz="quarter" idx="6"/>
          </p:nvPr>
        </p:nvSpPr>
        <p:spPr>
          <a:xfrm rot="0">
            <a:off x="457200" y="1219200"/>
            <a:ext cx="8229600" cy="4937125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eaLnBrk="1" hangingPunct="1" latinLnBrk="1" lvl="0"/>
            <a:r>
              <a:rPr altLang="en-US" sz="2600" lang="en-US"/>
              <a:t>Anemia </a:t>
            </a:r>
          </a:p>
          <a:p>
            <a:pPr eaLnBrk="1" hangingPunct="1" latinLnBrk="1" lvl="0"/>
            <a:endParaRPr altLang="en-US" sz="2600" lang="en-US"/>
          </a:p>
          <a:p>
            <a:pPr eaLnBrk="1" hangingPunct="1" latinLnBrk="1" lvl="0"/>
            <a:r>
              <a:rPr altLang="en-US" sz="2600" lang="en-US"/>
              <a:t>Neutropenia </a:t>
            </a:r>
          </a:p>
          <a:p>
            <a:pPr eaLnBrk="1" hangingPunct="1" latinLnBrk="1" lvl="0"/>
            <a:endParaRPr altLang="en-US" sz="2600" lang="en-US"/>
          </a:p>
          <a:p>
            <a:pPr eaLnBrk="1" hangingPunct="1" latinLnBrk="1" lvl="0"/>
            <a:endParaRPr altLang="en-US" sz="2600" lang="en-US"/>
          </a:p>
          <a:p>
            <a:pPr eaLnBrk="1" hangingPunct="1" latinLnBrk="1" lvl="0"/>
            <a:r>
              <a:rPr altLang="en-US" sz="2600" lang="en-US"/>
              <a:t>thromobocytopenia</a:t>
            </a:r>
          </a:p>
        </p:txBody>
      </p:sp>
    </p:spTree>
  </p:cSld>
  <p:clrMapOvr>
    <a:masterClrMapping/>
  </p:clrMapOvr>
  <p:timing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11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698" name=""/>
          <p:cNvSpPr/>
          <p:nvPr>
            <p:ph type="title" sz="full" idx="0"/>
          </p:nvPr>
        </p:nvSpPr>
        <p:spPr>
          <a:xfrm rot="0">
            <a:off x="457200" y="152400"/>
            <a:ext cx="8229600" cy="9906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lstStyle>
            <a:lvl1pPr algn="l" fontAlgn="base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3200" i="0" u="none">
                <a:solidFill>
                  <a:schemeClr val="lt2"/>
                </a:solidFill>
                <a:latin typeface="Bookman Old Style" pitchFamily="18" charset="0"/>
                <a:sym typeface="Tahoma" pitchFamily="34" charset="0"/>
              </a:defRPr>
            </a:lvl1pPr>
          </a:lstStyle>
          <a:p>
            <a:pPr eaLnBrk="1" hangingPunct="1" latinLnBrk="1" lvl="0"/>
            <a:r>
              <a:rPr altLang="en-US" lang="en-US"/>
              <a:t>Overview of blood cell counts</a:t>
            </a:r>
          </a:p>
        </p:txBody>
      </p:sp>
      <p:sp>
        <p:nvSpPr>
          <p:cNvPr id="1048699" name=""/>
          <p:cNvSpPr txBox="1"/>
          <p:nvPr/>
        </p:nvSpPr>
        <p:spPr>
          <a:xfrm rot="0">
            <a:off x="612775" y="6356350"/>
            <a:ext cx="1981200" cy="365125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fontAlgn="base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1pPr>
            <a:lvl2pPr algn="l" fontAlgn="base" indent="0" latinLnBrk="1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2pPr>
            <a:lvl3pPr algn="l" fontAlgn="base" indent="0" latinLnBrk="1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3pPr>
            <a:lvl4pPr algn="l" fontAlgn="base" indent="0" latinLnBrk="1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4pPr>
            <a:lvl5pPr algn="l" fontAlgn="base" indent="0" latinLnBrk="1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5pPr>
          </a:lstStyle>
          <a:p>
            <a:pPr eaLnBrk="1" hangingPunct="1" latinLnBrk="1" lvl="0"/>
            <a:fld id="{566ABCEB-ACFC-4714-9973-3DA970169C29}" type="slidenum">
              <a:rPr altLang="en-US" sz="1400" lang="en-US"/>
              <a:pPr eaLnBrk="1" hangingPunct="1" latinLnBrk="1" lvl="0"/>
              <a:t>25</a:t>
            </a:fld>
            <a:endParaRPr altLang="en-US" sz="1400" lang="en-US"/>
          </a:p>
        </p:txBody>
      </p:sp>
      <p:pic>
        <p:nvPicPr>
          <p:cNvPr id="2097157" name=""/>
          <p:cNvPicPr>
            <a:picLocks/>
          </p:cNvPicPr>
          <p:nvPr>
            <p:ph sz="quarter" idx="6"/>
          </p:nvPr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2457450" y="2392362"/>
            <a:ext cx="4229100" cy="2590800"/>
          </a:xfrm>
          <a:prstGeom prst="rect"/>
          <a:noFill/>
          <a:ln>
            <a:noFill/>
          </a:ln>
        </p:spPr>
      </p:pic>
    </p:spTree>
  </p:cSld>
  <p:clrMapOvr>
    <a:masterClrMapping/>
  </p:clrMapOvr>
  <p:timing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12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700" name=""/>
          <p:cNvSpPr/>
          <p:nvPr>
            <p:ph type="title" sz="full" idx="0"/>
          </p:nvPr>
        </p:nvSpPr>
        <p:spPr>
          <a:xfrm rot="0">
            <a:off x="685800" y="304800"/>
            <a:ext cx="7772400" cy="6096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lstStyle>
            <a:lvl1pPr algn="l" fontAlgn="base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3200" i="0" u="none">
                <a:solidFill>
                  <a:schemeClr val="lt2"/>
                </a:solidFill>
                <a:latin typeface="Bookman Old Style" pitchFamily="18" charset="0"/>
                <a:sym typeface="Tahoma" pitchFamily="34" charset="0"/>
              </a:defRPr>
            </a:lvl1pPr>
          </a:lstStyle>
          <a:p>
            <a:pPr eaLnBrk="1" hangingPunct="1" latinLnBrk="1" lvl="0"/>
            <a:r>
              <a:rPr altLang="en-US" lang="en-US"/>
              <a:t>Leukemia infiltration</a:t>
            </a:r>
          </a:p>
        </p:txBody>
      </p:sp>
      <p:sp>
        <p:nvSpPr>
          <p:cNvPr id="1048701" name=""/>
          <p:cNvSpPr txBox="1"/>
          <p:nvPr/>
        </p:nvSpPr>
        <p:spPr>
          <a:xfrm rot="0">
            <a:off x="612775" y="6356350"/>
            <a:ext cx="1981200" cy="365125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fontAlgn="base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1pPr>
            <a:lvl2pPr algn="l" fontAlgn="base" indent="0" latinLnBrk="1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2pPr>
            <a:lvl3pPr algn="l" fontAlgn="base" indent="0" latinLnBrk="1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3pPr>
            <a:lvl4pPr algn="l" fontAlgn="base" indent="0" latinLnBrk="1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4pPr>
            <a:lvl5pPr algn="l" fontAlgn="base" indent="0" latinLnBrk="1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5pPr>
          </a:lstStyle>
          <a:p>
            <a:pPr eaLnBrk="1" hangingPunct="1" latinLnBrk="1" lvl="0"/>
            <a:fld id="{566ABCEB-ACFC-4714-9973-3DA970169C29}" type="slidenum">
              <a:rPr altLang="en-US" sz="1400" lang="en-US"/>
              <a:pPr eaLnBrk="1" hangingPunct="1" latinLnBrk="1" lvl="0"/>
              <a:t>26</a:t>
            </a:fld>
            <a:endParaRPr altLang="en-US" sz="1400" lang="en-US"/>
          </a:p>
        </p:txBody>
      </p:sp>
      <p:sp>
        <p:nvSpPr>
          <p:cNvPr id="1048702" name=""/>
          <p:cNvSpPr/>
          <p:nvPr>
            <p:ph sz="quarter" idx="6"/>
          </p:nvPr>
        </p:nvSpPr>
        <p:spPr>
          <a:xfrm rot="0">
            <a:off x="685800" y="1143000"/>
            <a:ext cx="7772400" cy="53340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eaLnBrk="1" hangingPunct="1" latinLnBrk="1" lvl="0">
              <a:lnSpc>
                <a:spcPct val="90000"/>
              </a:lnSpc>
            </a:pPr>
            <a:r>
              <a:rPr altLang="en-US" lang="en-US">
                <a:solidFill>
                  <a:srgbClr val="002060"/>
                </a:solidFill>
              </a:rPr>
              <a:t>Bone pain and bone tenderness</a:t>
            </a:r>
          </a:p>
          <a:p>
            <a:pPr eaLnBrk="1" hangingPunct="1" latinLnBrk="1" lvl="0">
              <a:lnSpc>
                <a:spcPct val="90000"/>
              </a:lnSpc>
            </a:pPr>
            <a:r>
              <a:rPr altLang="en-US" lang="en-US">
                <a:solidFill>
                  <a:srgbClr val="002060"/>
                </a:solidFill>
              </a:rPr>
              <a:t>Lymphadenopathy</a:t>
            </a:r>
          </a:p>
          <a:p>
            <a:pPr eaLnBrk="1" hangingPunct="1" latinLnBrk="1" lvl="0">
              <a:lnSpc>
                <a:spcPct val="90000"/>
              </a:lnSpc>
            </a:pPr>
            <a:r>
              <a:rPr altLang="en-US" lang="en-US">
                <a:solidFill>
                  <a:srgbClr val="002060"/>
                </a:solidFill>
              </a:rPr>
              <a:t>Hepatosplenomegaly</a:t>
            </a:r>
          </a:p>
          <a:p>
            <a:pPr eaLnBrk="1" hangingPunct="1" latinLnBrk="1" lvl="0">
              <a:lnSpc>
                <a:spcPct val="90000"/>
              </a:lnSpc>
            </a:pPr>
            <a:r>
              <a:rPr altLang="en-US" lang="en-US">
                <a:solidFill>
                  <a:srgbClr val="FFFF00"/>
                </a:solidFill>
              </a:rPr>
              <a:t>Mediastinal mass (T-cell ALL)</a:t>
            </a:r>
          </a:p>
          <a:p>
            <a:pPr eaLnBrk="1" hangingPunct="1" latinLnBrk="1" lvl="0">
              <a:lnSpc>
                <a:spcPct val="90000"/>
              </a:lnSpc>
            </a:pPr>
            <a:r>
              <a:rPr altLang="en-US" lang="en-US">
                <a:solidFill>
                  <a:srgbClr val="002060"/>
                </a:solidFill>
              </a:rPr>
              <a:t>CNS disease</a:t>
            </a:r>
          </a:p>
          <a:p>
            <a:pPr eaLnBrk="1" hangingPunct="1" latinLnBrk="1" lvl="0">
              <a:lnSpc>
                <a:spcPct val="90000"/>
              </a:lnSpc>
            </a:pPr>
            <a:r>
              <a:rPr altLang="en-US" lang="en-US">
                <a:solidFill>
                  <a:srgbClr val="FF0000"/>
                </a:solidFill>
              </a:rPr>
              <a:t>Testicular disease (ALL</a:t>
            </a:r>
            <a:r>
              <a:rPr altLang="en-US" lang="en-US">
                <a:solidFill>
                  <a:srgbClr val="002060"/>
                </a:solidFill>
              </a:rPr>
              <a:t>&gt;AML)</a:t>
            </a:r>
          </a:p>
          <a:p>
            <a:pPr eaLnBrk="1" hangingPunct="1" latinLnBrk="1" lvl="0">
              <a:lnSpc>
                <a:spcPct val="90000"/>
              </a:lnSpc>
            </a:pPr>
            <a:r>
              <a:rPr altLang="en-US" lang="en-US">
                <a:solidFill>
                  <a:srgbClr val="FF0000"/>
                </a:solidFill>
              </a:rPr>
              <a:t>Gum hypertrophy (AML</a:t>
            </a:r>
            <a:r>
              <a:rPr altLang="en-US" lang="en-US">
                <a:solidFill>
                  <a:srgbClr val="002060"/>
                </a:solidFill>
              </a:rPr>
              <a:t>)</a:t>
            </a:r>
          </a:p>
          <a:p>
            <a:pPr eaLnBrk="1" hangingPunct="1" latinLnBrk="1" lvl="0">
              <a:lnSpc>
                <a:spcPct val="90000"/>
              </a:lnSpc>
            </a:pPr>
            <a:r>
              <a:rPr altLang="en-US" lang="en-US">
                <a:solidFill>
                  <a:srgbClr val="002060"/>
                </a:solidFill>
              </a:rPr>
              <a:t>Skin infiltration ( babies)</a:t>
            </a:r>
          </a:p>
          <a:p>
            <a:pPr eaLnBrk="1" hangingPunct="1" latinLnBrk="1" lvl="0">
              <a:lnSpc>
                <a:spcPct val="90000"/>
              </a:lnSpc>
            </a:pPr>
            <a:r>
              <a:rPr altLang="en-US" lang="en-US">
                <a:solidFill>
                  <a:srgbClr val="002060"/>
                </a:solidFill>
              </a:rPr>
              <a:t>Localized collections of blasts</a:t>
            </a:r>
          </a:p>
          <a:p>
            <a:pPr eaLnBrk="1" hangingPunct="1" latinLnBrk="1" lvl="0">
              <a:lnSpc>
                <a:spcPct val="90000"/>
              </a:lnSpc>
              <a:buFontTx/>
              <a:buNone/>
            </a:pPr>
            <a:r>
              <a:rPr altLang="en-US" lang="en-US">
                <a:solidFill>
                  <a:srgbClr val="002060"/>
                </a:solidFill>
              </a:rPr>
              <a:t>          </a:t>
            </a:r>
            <a:r>
              <a:rPr altLang="en-US" lang="en-US">
                <a:solidFill>
                  <a:srgbClr val="FF0000"/>
                </a:solidFill>
              </a:rPr>
              <a:t>-”chloroma” AML</a:t>
            </a:r>
          </a:p>
          <a:p>
            <a:pPr eaLnBrk="1" hangingPunct="1" latinLnBrk="1" lvl="0">
              <a:lnSpc>
                <a:spcPct val="90000"/>
              </a:lnSpc>
              <a:buFontTx/>
              <a:buNone/>
            </a:pPr>
            <a:r>
              <a:rPr altLang="en-US" lang="en-US">
                <a:solidFill>
                  <a:srgbClr val="FF0000"/>
                </a:solidFill>
              </a:rPr>
              <a:t>          - lymphoma ALL</a:t>
            </a:r>
          </a:p>
        </p:txBody>
      </p:sp>
    </p:spTree>
  </p:cSld>
  <p:clrMapOvr>
    <a:masterClrMapping/>
  </p:clrMapOvr>
  <p:timing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15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706" name=""/>
          <p:cNvSpPr/>
          <p:nvPr>
            <p:ph type="title" sz="full" idx="0"/>
          </p:nvPr>
        </p:nvSpPr>
        <p:spPr>
          <a:xfrm rot="0">
            <a:off x="457200" y="152400"/>
            <a:ext cx="8229600" cy="9906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lstStyle>
            <a:lvl1pPr algn="l" fontAlgn="base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3200" i="0" u="none">
                <a:solidFill>
                  <a:schemeClr val="lt2"/>
                </a:solidFill>
                <a:latin typeface="Bookman Old Style" pitchFamily="18" charset="0"/>
                <a:sym typeface="Tahoma" pitchFamily="34" charset="0"/>
              </a:defRPr>
            </a:lvl1pPr>
          </a:lstStyle>
          <a:p>
            <a:pPr eaLnBrk="1" hangingPunct="1" latinLnBrk="1" lvl="0"/>
            <a:r>
              <a:rPr altLang="en-US" lang="en-US">
                <a:solidFill>
                  <a:srgbClr val="FF0000"/>
                </a:solidFill>
              </a:rPr>
              <a:t>Paraneoplastic</a:t>
            </a:r>
          </a:p>
        </p:txBody>
      </p:sp>
      <p:sp>
        <p:nvSpPr>
          <p:cNvPr id="1048707" name=""/>
          <p:cNvSpPr/>
          <p:nvPr>
            <p:ph sz="quarter" idx="6"/>
          </p:nvPr>
        </p:nvSpPr>
        <p:spPr>
          <a:xfrm rot="0">
            <a:off x="457200" y="1219200"/>
            <a:ext cx="8229600" cy="4937125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eaLnBrk="1" hangingPunct="1" latinLnBrk="1" lvl="0">
              <a:buFont typeface="Wingdings" pitchFamily="2" charset="2"/>
              <a:buChar char="n"/>
            </a:pPr>
            <a:endParaRPr altLang="en-US" sz="2800" lang="en-US">
              <a:solidFill>
                <a:srgbClr val="0070C0"/>
              </a:solidFill>
            </a:endParaRPr>
          </a:p>
          <a:p>
            <a:pPr eaLnBrk="1" hangingPunct="1" latinLnBrk="1" lvl="0">
              <a:buFont typeface="Wingdings" pitchFamily="2" charset="2"/>
              <a:buChar char="n"/>
            </a:pPr>
            <a:r>
              <a:rPr altLang="en-US" b="1" sz="1800" lang="en-US"/>
              <a:t>cytokines</a:t>
            </a:r>
            <a:r>
              <a:rPr altLang="en-US" sz="1800" lang="en-US"/>
              <a:t> </a:t>
            </a:r>
          </a:p>
          <a:p>
            <a:pPr eaLnBrk="1" hangingPunct="1" latinLnBrk="1" lvl="0">
              <a:buFont typeface="Wingdings" pitchFamily="2" charset="2"/>
              <a:buNone/>
            </a:pPr>
            <a:endParaRPr altLang="en-US" sz="1800" lang="en-US"/>
          </a:p>
          <a:p>
            <a:pPr eaLnBrk="1" hangingPunct="1" indent="-273050" latinLnBrk="1" lvl="1" marL="520700">
              <a:buClr>
                <a:srgbClr val="FADA7A"/>
              </a:buClr>
              <a:buFont typeface="Wingdings" pitchFamily="2" charset="2"/>
              <a:buChar char="n"/>
            </a:pPr>
            <a:r>
              <a:rPr altLang="en-US" lang="en-US">
                <a:solidFill>
                  <a:schemeClr val="dk1"/>
                </a:solidFill>
              </a:rPr>
              <a:t>Fever, fatigue , loss of appetite, weight loss, night sweats, pruritis</a:t>
            </a:r>
          </a:p>
          <a:p>
            <a:pPr eaLnBrk="1" hangingPunct="1" latinLnBrk="1" lvl="0">
              <a:buFontTx/>
              <a:buNone/>
            </a:pPr>
            <a:endParaRPr altLang="en-US" sz="1800" lang="en-US"/>
          </a:p>
          <a:p>
            <a:pPr eaLnBrk="1" hangingPunct="1" latinLnBrk="1" lvl="0">
              <a:buFont typeface="Wingdings" pitchFamily="2" charset="2"/>
              <a:buChar char="n"/>
            </a:pPr>
            <a:r>
              <a:rPr altLang="en-US" b="1" sz="1800" lang="en-US"/>
              <a:t>antibodies</a:t>
            </a:r>
            <a:r>
              <a:rPr altLang="en-US" sz="1800" lang="en-US"/>
              <a:t> </a:t>
            </a:r>
          </a:p>
          <a:p>
            <a:pPr eaLnBrk="1" hangingPunct="1" latinLnBrk="1" lvl="0">
              <a:buFontTx/>
              <a:buNone/>
            </a:pPr>
            <a:r>
              <a:rPr altLang="en-US" sz="1800" lang="en-US"/>
              <a:t>     -autoimmune anemia, neutropenia, ITP</a:t>
            </a:r>
          </a:p>
          <a:p>
            <a:pPr eaLnBrk="1" hangingPunct="1" latinLnBrk="1" lvl="0">
              <a:buFontTx/>
              <a:buNone/>
            </a:pPr>
            <a:r>
              <a:rPr altLang="en-US" sz="1800" lang="en-US"/>
              <a:t>     -autoimmune glomerulopathy (malignant nephrotic syndrome)</a:t>
            </a:r>
          </a:p>
        </p:txBody>
      </p:sp>
      <p:sp>
        <p:nvSpPr>
          <p:cNvPr id="1048708" name=""/>
          <p:cNvSpPr txBox="1"/>
          <p:nvPr/>
        </p:nvSpPr>
        <p:spPr>
          <a:xfrm rot="0">
            <a:off x="612775" y="6356350"/>
            <a:ext cx="1981200" cy="365125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fontAlgn="base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1pPr>
            <a:lvl2pPr algn="l" fontAlgn="base" indent="0" latinLnBrk="1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2pPr>
            <a:lvl3pPr algn="l" fontAlgn="base" indent="0" latinLnBrk="1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3pPr>
            <a:lvl4pPr algn="l" fontAlgn="base" indent="0" latinLnBrk="1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4pPr>
            <a:lvl5pPr algn="l" fontAlgn="base" indent="0" latinLnBrk="1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5pPr>
          </a:lstStyle>
          <a:p>
            <a:pPr eaLnBrk="1" hangingPunct="1" latinLnBrk="1" lvl="0"/>
            <a:fld id="{566ABCEB-ACFC-4714-9973-3DA970169C29}" type="slidenum">
              <a:rPr altLang="en-US" sz="1400" lang="en-US"/>
              <a:pPr eaLnBrk="1" hangingPunct="1" latinLnBrk="1" lvl="0"/>
              <a:t>27</a:t>
            </a:fld>
            <a:endParaRPr altLang="en-US" sz="1400" lang="en-US"/>
          </a:p>
        </p:txBody>
      </p:sp>
    </p:spTree>
  </p:cSld>
  <p:clrMapOvr>
    <a:masterClrMapping/>
  </p:clrMapOvr>
  <p:timing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18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712" name=""/>
          <p:cNvSpPr/>
          <p:nvPr>
            <p:ph type="title" sz="full" idx="0"/>
          </p:nvPr>
        </p:nvSpPr>
        <p:spPr>
          <a:xfrm rot="0">
            <a:off x="457200" y="152400"/>
            <a:ext cx="8229600" cy="990600"/>
          </a:xfrm>
          <a:prstGeom prst="rect"/>
          <a:noFill/>
          <a:ln>
            <a:noFill/>
          </a:ln>
        </p:spPr>
        <p:txBody>
          <a:bodyPr anchor="b" bIns="44450" lIns="90488" rIns="90488" tIns="44450" vert="horz"/>
          <a:lstStyle>
            <a:lvl1pPr algn="l" fontAlgn="base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3200" i="0" u="none">
                <a:solidFill>
                  <a:schemeClr val="lt2"/>
                </a:solidFill>
                <a:latin typeface="Bookman Old Style" pitchFamily="18" charset="0"/>
                <a:sym typeface="Tahoma" pitchFamily="34" charset="0"/>
              </a:defRPr>
            </a:lvl1pPr>
          </a:lstStyle>
          <a:p>
            <a:pPr eaLnBrk="1" hangingPunct="1" latinLnBrk="1" lvl="0"/>
            <a:r>
              <a:rPr altLang="en-US" lang="en-US"/>
              <a:t>AML vs ALL</a:t>
            </a:r>
          </a:p>
        </p:txBody>
      </p:sp>
      <p:sp>
        <p:nvSpPr>
          <p:cNvPr id="1048713" name=""/>
          <p:cNvSpPr txBox="1"/>
          <p:nvPr/>
        </p:nvSpPr>
        <p:spPr>
          <a:xfrm rot="0">
            <a:off x="612775" y="6356350"/>
            <a:ext cx="1981200" cy="365125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fontAlgn="base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1pPr>
            <a:lvl2pPr algn="l" fontAlgn="base" indent="0" latinLnBrk="1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2pPr>
            <a:lvl3pPr algn="l" fontAlgn="base" indent="0" latinLnBrk="1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3pPr>
            <a:lvl4pPr algn="l" fontAlgn="base" indent="0" latinLnBrk="1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4pPr>
            <a:lvl5pPr algn="l" fontAlgn="base" indent="0" latinLnBrk="1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5pPr>
          </a:lstStyle>
          <a:p>
            <a:pPr eaLnBrk="1" hangingPunct="1" latinLnBrk="1" lvl="0"/>
            <a:fld id="{566ABCEB-ACFC-4714-9973-3DA970169C29}" type="slidenum">
              <a:rPr altLang="en-US" sz="1400" lang="en-US"/>
              <a:pPr eaLnBrk="1" hangingPunct="1" latinLnBrk="1" lvl="0"/>
              <a:t>28</a:t>
            </a:fld>
            <a:endParaRPr altLang="en-US" sz="1400" lang="en-US"/>
          </a:p>
        </p:txBody>
      </p:sp>
      <p:sp>
        <p:nvSpPr>
          <p:cNvPr id="1048714" name=""/>
          <p:cNvSpPr/>
          <p:nvPr>
            <p:ph sz="quarter" idx="6"/>
          </p:nvPr>
        </p:nvSpPr>
        <p:spPr>
          <a:xfrm rot="0">
            <a:off x="457200" y="1219200"/>
            <a:ext cx="8229600" cy="4937125"/>
          </a:xfrm>
          <a:prstGeom prst="rect"/>
          <a:noFill/>
          <a:ln>
            <a:noFill/>
          </a:ln>
        </p:spPr>
        <p:txBody>
          <a:bodyPr anchor="t" bIns="44450" lIns="90488" rIns="90488" tIns="44450" vert="horz"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eaLnBrk="1" hangingPunct="1" latinLnBrk="1" lvl="0"/>
            <a:r>
              <a:rPr altLang="en-US" lang="en-US"/>
              <a:t>Fever common</a:t>
            </a:r>
          </a:p>
          <a:p>
            <a:pPr eaLnBrk="1" hangingPunct="1" latinLnBrk="1" lvl="0"/>
            <a:r>
              <a:rPr altLang="en-US" lang="en-US"/>
              <a:t>Gum hypertrophy</a:t>
            </a:r>
          </a:p>
          <a:p>
            <a:pPr eaLnBrk="1" hangingPunct="1" latinLnBrk="1" lvl="0"/>
            <a:r>
              <a:rPr altLang="en-US" lang="en-US"/>
              <a:t>perirectal infiltration</a:t>
            </a:r>
          </a:p>
          <a:p>
            <a:pPr eaLnBrk="1" hangingPunct="1" latinLnBrk="1" lvl="0"/>
            <a:r>
              <a:rPr altLang="en-US" lang="en-US"/>
              <a:t>CNS disease 2% AML, 5% ALL</a:t>
            </a:r>
          </a:p>
          <a:p>
            <a:pPr eaLnBrk="1" hangingPunct="1" latinLnBrk="1" lvl="0"/>
            <a:r>
              <a:rPr altLang="en-US" lang="en-US"/>
              <a:t>Testicular disease uncommon in AML</a:t>
            </a:r>
          </a:p>
          <a:p>
            <a:pPr eaLnBrk="1" hangingPunct="1" latinLnBrk="1" lvl="0"/>
            <a:r>
              <a:rPr altLang="en-US" lang="en-US"/>
              <a:t>Granulocytic sarcomas (chloromas)</a:t>
            </a:r>
          </a:p>
          <a:p>
            <a:pPr eaLnBrk="1" hangingPunct="1" latinLnBrk="1" lvl="0"/>
            <a:r>
              <a:rPr altLang="en-US" lang="en-US"/>
              <a:t>DIC particularly APL (M3 AML)</a:t>
            </a:r>
          </a:p>
        </p:txBody>
      </p:sp>
      <p:sp>
        <p:nvSpPr>
          <p:cNvPr id="1048715" name=""/>
          <p:cNvSpPr/>
          <p:nvPr/>
        </p:nvSpPr>
        <p:spPr>
          <a:xfrm rot="0">
            <a:off x="685800" y="6248400"/>
            <a:ext cx="1905000" cy="457200"/>
          </a:xfrm>
          <a:prstGeom prst="rect"/>
          <a:noFill/>
          <a:ln>
            <a:noFill/>
          </a:ln>
        </p:spPr>
        <p:txBody>
          <a:bodyPr anchor="t" bIns="44450" lIns="90488" rIns="90488" tIns="44450" vert="horz"/>
          <a:lstStyle>
            <a:lvl1pPr algn="l" fontAlgn="base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1pPr>
            <a:lvl2pPr algn="l" fontAlgn="base" indent="0" latinLnBrk="1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2pPr>
            <a:lvl3pPr algn="l" fontAlgn="base" indent="0" latinLnBrk="1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3pPr>
            <a:lvl4pPr algn="l" fontAlgn="base" indent="0" latinLnBrk="1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4pPr>
            <a:lvl5pPr algn="l" fontAlgn="base" indent="0" latinLnBrk="1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5pPr>
          </a:lstStyle>
          <a:p>
            <a:pPr eaLnBrk="1" hangingPunct="1" latinLnBrk="1" lvl="0"/>
            <a:endParaRPr altLang="en-US" lang="am-ET">
              <a:latin typeface="Times New Roman" pitchFamily="0" charset="0"/>
            </a:endParaRPr>
          </a:p>
        </p:txBody>
      </p:sp>
      <p:sp>
        <p:nvSpPr>
          <p:cNvPr id="1048716" name=""/>
          <p:cNvSpPr/>
          <p:nvPr/>
        </p:nvSpPr>
        <p:spPr>
          <a:xfrm rot="0">
            <a:off x="3124200" y="6248400"/>
            <a:ext cx="2895600" cy="457200"/>
          </a:xfrm>
          <a:prstGeom prst="rect"/>
          <a:noFill/>
          <a:ln>
            <a:noFill/>
          </a:ln>
        </p:spPr>
        <p:txBody>
          <a:bodyPr anchor="t" bIns="44450" lIns="90488" rIns="90488" tIns="44450" vert="horz"/>
          <a:lstStyle>
            <a:lvl1pPr algn="l" fontAlgn="base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1pPr>
            <a:lvl2pPr algn="l" fontAlgn="base" indent="0" latinLnBrk="1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2pPr>
            <a:lvl3pPr algn="l" fontAlgn="base" indent="0" latinLnBrk="1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3pPr>
            <a:lvl4pPr algn="l" fontAlgn="base" indent="0" latinLnBrk="1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4pPr>
            <a:lvl5pPr algn="l" fontAlgn="base" indent="0" latinLnBrk="1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5pPr>
          </a:lstStyle>
          <a:p>
            <a:pPr algn="ctr" eaLnBrk="1" hangingPunct="1" latinLnBrk="1" lvl="0"/>
            <a:endParaRPr altLang="en-US" lang="am-ET">
              <a:latin typeface="Times New Roman" pitchFamily="0" charset="0"/>
            </a:endParaRPr>
          </a:p>
        </p:txBody>
      </p:sp>
    </p:spTree>
  </p:cSld>
  <p:clrMapOvr>
    <a:masterClrMapping/>
  </p:clrMapOvr>
  <p:timing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21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pic>
        <p:nvPicPr>
          <p:cNvPr id="2097158" name=""/>
          <p:cNvPicPr>
            <a:picLocks/>
          </p:cNvPicPr>
          <p:nvPr/>
        </p:nvPicPr>
        <p:blipFill>
          <a:blip xmlns:r="http://schemas.openxmlformats.org/officeDocument/2006/relationships" r:embed="rId1"/>
          <a:srcRect l="0" t="0" r="0" b="0"/>
          <a:stretch>
            <a:fillRect/>
          </a:stretch>
        </p:blipFill>
        <p:spPr>
          <a:xfrm rot="0">
            <a:off x="0" y="0"/>
            <a:ext cx="9144000" cy="6831012"/>
          </a:xfrm>
          <a:prstGeom prst="rect"/>
          <a:noFill/>
          <a:ln>
            <a:noFill/>
          </a:ln>
        </p:spPr>
      </p:pic>
      <p:sp>
        <p:nvSpPr>
          <p:cNvPr id="1048720" name=""/>
          <p:cNvSpPr/>
          <p:nvPr/>
        </p:nvSpPr>
        <p:spPr>
          <a:xfrm rot="0">
            <a:off x="685800" y="6248400"/>
            <a:ext cx="1905000" cy="457200"/>
          </a:xfrm>
          <a:prstGeom prst="rect"/>
          <a:noFill/>
          <a:ln>
            <a:noFill/>
          </a:ln>
        </p:spPr>
        <p:txBody>
          <a:bodyPr anchor="t" bIns="44450" lIns="90488" rIns="90488" tIns="44450" vert="horz"/>
          <a:lstStyle>
            <a:lvl1pPr algn="l" fontAlgn="base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1pPr>
            <a:lvl2pPr algn="l" fontAlgn="base" indent="0" latinLnBrk="1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2pPr>
            <a:lvl3pPr algn="l" fontAlgn="base" indent="0" latinLnBrk="1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3pPr>
            <a:lvl4pPr algn="l" fontAlgn="base" indent="0" latinLnBrk="1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4pPr>
            <a:lvl5pPr algn="l" fontAlgn="base" indent="0" latinLnBrk="1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5pPr>
          </a:lstStyle>
          <a:p>
            <a:pPr eaLnBrk="1" hangingPunct="1" latinLnBrk="1" lvl="0"/>
            <a:endParaRPr altLang="en-US" lang="am-ET">
              <a:latin typeface="Times New Roman" pitchFamily="0" charset="0"/>
            </a:endParaRPr>
          </a:p>
        </p:txBody>
      </p:sp>
      <p:sp>
        <p:nvSpPr>
          <p:cNvPr id="1048721" name=""/>
          <p:cNvSpPr/>
          <p:nvPr/>
        </p:nvSpPr>
        <p:spPr>
          <a:xfrm rot="0">
            <a:off x="3124200" y="6248400"/>
            <a:ext cx="2895600" cy="457200"/>
          </a:xfrm>
          <a:prstGeom prst="rect"/>
          <a:noFill/>
          <a:ln>
            <a:noFill/>
          </a:ln>
        </p:spPr>
        <p:txBody>
          <a:bodyPr anchor="t" bIns="44450" lIns="90488" rIns="90488" tIns="44450" vert="horz"/>
          <a:lstStyle>
            <a:lvl1pPr algn="l" fontAlgn="base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1pPr>
            <a:lvl2pPr algn="l" fontAlgn="base" indent="0" latinLnBrk="1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2pPr>
            <a:lvl3pPr algn="l" fontAlgn="base" indent="0" latinLnBrk="1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3pPr>
            <a:lvl4pPr algn="l" fontAlgn="base" indent="0" latinLnBrk="1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4pPr>
            <a:lvl5pPr algn="l" fontAlgn="base" indent="0" latinLnBrk="1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5pPr>
          </a:lstStyle>
          <a:p>
            <a:pPr algn="ctr" eaLnBrk="1" hangingPunct="1" latinLnBrk="1" lvl="0"/>
            <a:endParaRPr altLang="en-US" lang="am-ET">
              <a:latin typeface="Times New Roman" pitchFamily="0" charset="0"/>
            </a:endParaRPr>
          </a:p>
        </p:txBody>
      </p:sp>
      <p:sp>
        <p:nvSpPr>
          <p:cNvPr id="1048722" name=""/>
          <p:cNvSpPr txBox="1"/>
          <p:nvPr/>
        </p:nvSpPr>
        <p:spPr>
          <a:xfrm rot="0">
            <a:off x="612775" y="6356350"/>
            <a:ext cx="1981200" cy="365125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fontAlgn="base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1pPr>
            <a:lvl2pPr algn="l" fontAlgn="base" indent="0" latinLnBrk="1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2pPr>
            <a:lvl3pPr algn="l" fontAlgn="base" indent="0" latinLnBrk="1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3pPr>
            <a:lvl4pPr algn="l" fontAlgn="base" indent="0" latinLnBrk="1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4pPr>
            <a:lvl5pPr algn="l" fontAlgn="base" indent="0" latinLnBrk="1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5pPr>
          </a:lstStyle>
          <a:p>
            <a:pPr eaLnBrk="1" hangingPunct="1" latinLnBrk="1" lvl="0"/>
            <a:fld id="{566ABCEB-ACFC-4714-9973-3DA970169C29}" type="slidenum">
              <a:rPr altLang="en-US" sz="1400" lang="en-US"/>
              <a:pPr eaLnBrk="1" hangingPunct="1" latinLnBrk="1" lvl="0"/>
              <a:t>29</a:t>
            </a:fld>
            <a:endParaRPr altLang="en-US" sz="1400" lang="en-US"/>
          </a:p>
        </p:txBody>
      </p:sp>
    </p:spTree>
  </p:cSld>
  <p:clrMapOvr>
    <a:masterClrMapping/>
  </p:clrMapOvr>
  <p:timing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24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726" name=""/>
          <p:cNvSpPr/>
          <p:nvPr>
            <p:ph type="title" sz="full" idx="0"/>
          </p:nvPr>
        </p:nvSpPr>
        <p:spPr>
          <a:xfrm rot="0">
            <a:off x="457200" y="152400"/>
            <a:ext cx="8229600" cy="9906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lstStyle>
            <a:lvl1pPr algn="l" fontAlgn="base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3200" i="0" u="none">
                <a:solidFill>
                  <a:schemeClr val="lt2"/>
                </a:solidFill>
                <a:latin typeface="Bookman Old Style" pitchFamily="18" charset="0"/>
                <a:sym typeface="Tahoma" pitchFamily="34" charset="0"/>
              </a:defRPr>
            </a:lvl1pPr>
          </a:lstStyle>
          <a:p>
            <a:pPr eaLnBrk="1" hangingPunct="1" latinLnBrk="1" lvl="0"/>
            <a:r>
              <a:rPr altLang="en-US" sz="2900" lang="en-US"/>
              <a:t>Clinical Presentation</a:t>
            </a:r>
            <a:br/>
            <a:r>
              <a:rPr altLang="en-US" sz="2900" lang="en-US"/>
              <a:t>Specific Signs and Symptoms</a:t>
            </a:r>
            <a:br/>
            <a:endParaRPr altLang="en-US" sz="2900" lang="en-US"/>
          </a:p>
        </p:txBody>
      </p:sp>
      <p:sp>
        <p:nvSpPr>
          <p:cNvPr id="1048727" name=""/>
          <p:cNvSpPr/>
          <p:nvPr>
            <p:ph sz="quarter" idx="6"/>
          </p:nvPr>
        </p:nvSpPr>
        <p:spPr>
          <a:xfrm rot="0">
            <a:off x="457200" y="1219200"/>
            <a:ext cx="8229600" cy="4937125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eaLnBrk="1" hangingPunct="1" latinLnBrk="1" lvl="0">
              <a:buFontTx/>
              <a:buNone/>
            </a:pPr>
            <a:r>
              <a:rPr altLang="en-US" sz="2200" lang="en-US">
                <a:solidFill>
                  <a:srgbClr val="002060"/>
                </a:solidFill>
              </a:rPr>
              <a:t>Skin</a:t>
            </a:r>
          </a:p>
          <a:p>
            <a:pPr eaLnBrk="1" hangingPunct="1" latinLnBrk="1" lvl="1"/>
            <a:r>
              <a:rPr altLang="en-US" sz="2200" lang="en-US">
                <a:solidFill>
                  <a:schemeClr val="dk1"/>
                </a:solidFill>
              </a:rPr>
              <a:t>Leukemia cutis (neonatal leukemia) </a:t>
            </a:r>
          </a:p>
          <a:p>
            <a:pPr eaLnBrk="1" hangingPunct="1" latinLnBrk="1" lvl="1"/>
            <a:r>
              <a:rPr altLang="en-US" sz="2200" lang="en-US">
                <a:solidFill>
                  <a:schemeClr val="dk1"/>
                </a:solidFill>
              </a:rPr>
              <a:t>Chloroma</a:t>
            </a:r>
          </a:p>
          <a:p>
            <a:pPr eaLnBrk="1" hangingPunct="1" latinLnBrk="1" lvl="0">
              <a:buFontTx/>
              <a:buNone/>
            </a:pPr>
            <a:r>
              <a:rPr altLang="en-US" sz="2200" lang="en-US"/>
              <a:t>Central nervous system</a:t>
            </a:r>
          </a:p>
          <a:p>
            <a:pPr eaLnBrk="1" hangingPunct="1" latinLnBrk="1" lvl="1"/>
            <a:r>
              <a:rPr altLang="en-US" sz="2200" lang="en-US">
                <a:solidFill>
                  <a:schemeClr val="dk1"/>
                </a:solidFill>
              </a:rPr>
              <a:t> in less than 5% of patients </a:t>
            </a:r>
          </a:p>
          <a:p>
            <a:pPr eaLnBrk="1" hangingPunct="1" latinLnBrk="1" lvl="1"/>
            <a:r>
              <a:rPr altLang="en-US" sz="2200" lang="en-US">
                <a:solidFill>
                  <a:schemeClr val="dk1"/>
                </a:solidFill>
              </a:rPr>
              <a:t> meningeal signs and symptoms or focal neurological signs</a:t>
            </a:r>
          </a:p>
          <a:p>
            <a:pPr eaLnBrk="1" hangingPunct="1" latinLnBrk="1" lvl="1"/>
            <a:r>
              <a:rPr altLang="en-US" sz="2200" lang="en-US">
                <a:solidFill>
                  <a:schemeClr val="dk1"/>
                </a:solidFill>
              </a:rPr>
              <a:t>Diagnosis by analysis of cerebrospinal fluid CNS I to III</a:t>
            </a:r>
          </a:p>
          <a:p>
            <a:pPr eaLnBrk="1" hangingPunct="1" latinLnBrk="1" lvl="1">
              <a:buFont typeface="Wingdings" pitchFamily="2" charset="2"/>
              <a:buNone/>
            </a:pPr>
            <a:endParaRPr altLang="en-US" sz="2300" lang="en-US"/>
          </a:p>
        </p:txBody>
      </p:sp>
      <p:sp>
        <p:nvSpPr>
          <p:cNvPr id="1048728" name=""/>
          <p:cNvSpPr txBox="1"/>
          <p:nvPr/>
        </p:nvSpPr>
        <p:spPr>
          <a:xfrm rot="0">
            <a:off x="612775" y="6356350"/>
            <a:ext cx="1981200" cy="365125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fontAlgn="base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1pPr>
            <a:lvl2pPr algn="l" fontAlgn="base" indent="0" latinLnBrk="1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2pPr>
            <a:lvl3pPr algn="l" fontAlgn="base" indent="0" latinLnBrk="1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3pPr>
            <a:lvl4pPr algn="l" fontAlgn="base" indent="0" latinLnBrk="1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4pPr>
            <a:lvl5pPr algn="l" fontAlgn="base" indent="0" latinLnBrk="1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5pPr>
          </a:lstStyle>
          <a:p>
            <a:pPr eaLnBrk="1" hangingPunct="1" latinLnBrk="1" lvl="0"/>
            <a:fld id="{566ABCEB-ACFC-4714-9973-3DA970169C29}" type="slidenum">
              <a:rPr altLang="en-US" sz="1400" lang="en-US"/>
              <a:pPr eaLnBrk="1" hangingPunct="1" latinLnBrk="1" lvl="0"/>
              <a:t>30</a:t>
            </a:fld>
            <a:endParaRPr altLang="en-US" sz="1400" lang="en-US"/>
          </a:p>
        </p:txBody>
      </p:sp>
    </p:spTree>
  </p:cSld>
  <p:clrMapOvr>
    <a:masterClrMapping/>
  </p:clrMapOvr>
  <p:timing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25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729" name=""/>
          <p:cNvSpPr/>
          <p:nvPr>
            <p:ph type="title" sz="full" idx="0"/>
          </p:nvPr>
        </p:nvSpPr>
        <p:spPr>
          <a:xfrm rot="0">
            <a:off x="457200" y="152400"/>
            <a:ext cx="8229600" cy="9906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lstStyle>
            <a:lvl1pPr algn="l" fontAlgn="base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3200" i="0" u="none">
                <a:solidFill>
                  <a:schemeClr val="lt2"/>
                </a:solidFill>
                <a:latin typeface="Bookman Old Style" pitchFamily="18" charset="0"/>
                <a:sym typeface="Tahoma" pitchFamily="34" charset="0"/>
              </a:defRPr>
            </a:lvl1pPr>
          </a:lstStyle>
          <a:p>
            <a:pPr eaLnBrk="1" hangingPunct="1" latinLnBrk="1" lvl="0"/>
            <a:r>
              <a:rPr altLang="en-US" lang="en-US"/>
              <a:t>Clinical Presentation</a:t>
            </a:r>
          </a:p>
        </p:txBody>
      </p:sp>
      <p:sp>
        <p:nvSpPr>
          <p:cNvPr id="1048730" name=""/>
          <p:cNvSpPr txBox="1"/>
          <p:nvPr/>
        </p:nvSpPr>
        <p:spPr>
          <a:xfrm rot="0">
            <a:off x="612775" y="6356350"/>
            <a:ext cx="1981200" cy="365125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fontAlgn="base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1pPr>
            <a:lvl2pPr algn="l" fontAlgn="base" indent="0" latinLnBrk="1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2pPr>
            <a:lvl3pPr algn="l" fontAlgn="base" indent="0" latinLnBrk="1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3pPr>
            <a:lvl4pPr algn="l" fontAlgn="base" indent="0" latinLnBrk="1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4pPr>
            <a:lvl5pPr algn="l" fontAlgn="base" indent="0" latinLnBrk="1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5pPr>
          </a:lstStyle>
          <a:p>
            <a:pPr eaLnBrk="1" hangingPunct="1" latinLnBrk="1" lvl="0"/>
            <a:fld id="{566ABCEB-ACFC-4714-9973-3DA970169C29}" type="slidenum">
              <a:rPr altLang="en-US" sz="1400" lang="en-US"/>
              <a:pPr eaLnBrk="1" hangingPunct="1" latinLnBrk="1" lvl="0"/>
              <a:t>31</a:t>
            </a:fld>
            <a:endParaRPr altLang="en-US" sz="1400" lang="en-US"/>
          </a:p>
        </p:txBody>
      </p:sp>
      <p:sp>
        <p:nvSpPr>
          <p:cNvPr id="1048731" name=""/>
          <p:cNvSpPr/>
          <p:nvPr>
            <p:ph sz="quarter" idx="6"/>
          </p:nvPr>
        </p:nvSpPr>
        <p:spPr>
          <a:xfrm rot="0">
            <a:off x="457200" y="1219200"/>
            <a:ext cx="8229600" cy="4937125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eaLnBrk="1" hangingPunct="1" latinLnBrk="1" lvl="0">
              <a:buFontTx/>
              <a:buNone/>
            </a:pPr>
            <a:r>
              <a:rPr altLang="en-US" b="1" sz="1600" lang="en-US">
                <a:solidFill>
                  <a:srgbClr val="002060"/>
                </a:solidFill>
              </a:rPr>
              <a:t>Eye| Retinal</a:t>
            </a:r>
            <a:r>
              <a:rPr altLang="en-US" sz="1600" lang="en-US">
                <a:solidFill>
                  <a:srgbClr val="002060"/>
                </a:solidFill>
              </a:rPr>
              <a:t>: infiltration of local vessels, </a:t>
            </a:r>
            <a:r>
              <a:rPr altLang="en-US" sz="1600" lang="en-US">
                <a:solidFill>
                  <a:srgbClr val="FFFF00"/>
                </a:solidFill>
              </a:rPr>
              <a:t>bleeding</a:t>
            </a:r>
          </a:p>
          <a:p>
            <a:pPr eaLnBrk="1" hangingPunct="1" latinLnBrk="1" lvl="0">
              <a:buFontTx/>
              <a:buNone/>
            </a:pPr>
            <a:endParaRPr altLang="en-US" sz="1600" lang="en-US">
              <a:solidFill>
                <a:srgbClr val="002060"/>
              </a:solidFill>
            </a:endParaRPr>
          </a:p>
          <a:p>
            <a:pPr eaLnBrk="1" hangingPunct="1" latinLnBrk="1" lvl="0">
              <a:buFontTx/>
              <a:buNone/>
            </a:pPr>
            <a:r>
              <a:rPr altLang="en-US" b="1" sz="1600" lang="en-US">
                <a:solidFill>
                  <a:srgbClr val="002060"/>
                </a:solidFill>
              </a:rPr>
              <a:t>Ear, nose, and throat</a:t>
            </a:r>
          </a:p>
          <a:p>
            <a:pPr eaLnBrk="1" hangingPunct="1" latinLnBrk="1" lvl="1"/>
            <a:r>
              <a:rPr altLang="en-US" sz="1600" lang="en-US">
                <a:solidFill>
                  <a:srgbClr val="002060"/>
                </a:solidFill>
              </a:rPr>
              <a:t>  Lymph node infiltration, isolated or multiple</a:t>
            </a:r>
          </a:p>
          <a:p>
            <a:pPr eaLnBrk="1" hangingPunct="1" latinLnBrk="1" lvl="1"/>
            <a:r>
              <a:rPr altLang="en-US" sz="1600" lang="en-US">
                <a:solidFill>
                  <a:srgbClr val="002060"/>
                </a:solidFill>
              </a:rPr>
              <a:t> </a:t>
            </a:r>
            <a:r>
              <a:rPr altLang="en-US" sz="1600" lang="en-US">
                <a:solidFill>
                  <a:srgbClr val="FFFF00"/>
                </a:solidFill>
              </a:rPr>
              <a:t>Mikulicz syndrome</a:t>
            </a:r>
            <a:r>
              <a:rPr altLang="en-US" sz="1600" lang="en-US">
                <a:solidFill>
                  <a:srgbClr val="002060"/>
                </a:solidFill>
              </a:rPr>
              <a:t>: infiltration of </a:t>
            </a:r>
            <a:r>
              <a:rPr altLang="en-US" b="1" sz="1600" lang="en-US">
                <a:solidFill>
                  <a:srgbClr val="002060"/>
                </a:solidFill>
              </a:rPr>
              <a:t>salivary glands </a:t>
            </a:r>
            <a:r>
              <a:rPr altLang="en-US" sz="1600" lang="en-US">
                <a:solidFill>
                  <a:srgbClr val="002060"/>
                </a:solidFill>
              </a:rPr>
              <a:t>and/or </a:t>
            </a:r>
            <a:r>
              <a:rPr altLang="en-US" b="1" sz="1600" lang="en-US">
                <a:solidFill>
                  <a:srgbClr val="002060"/>
                </a:solidFill>
              </a:rPr>
              <a:t>tear glands</a:t>
            </a:r>
          </a:p>
          <a:p>
            <a:pPr eaLnBrk="1" hangingPunct="1" latinLnBrk="1" lvl="0">
              <a:buFontTx/>
              <a:buNone/>
            </a:pPr>
            <a:r>
              <a:rPr altLang="en-US" b="1" sz="1600" lang="en-US">
                <a:solidFill>
                  <a:srgbClr val="002060"/>
                </a:solidFill>
              </a:rPr>
              <a:t>Cardiac involvement</a:t>
            </a:r>
          </a:p>
          <a:p>
            <a:pPr eaLnBrk="1" hangingPunct="1" latinLnBrk="1" lvl="1"/>
            <a:r>
              <a:rPr altLang="en-US" sz="1600" lang="en-US">
                <a:solidFill>
                  <a:srgbClr val="002060"/>
                </a:solidFill>
              </a:rPr>
              <a:t> Leukemic infiltration or hemorrhage</a:t>
            </a:r>
          </a:p>
          <a:p>
            <a:pPr eaLnBrk="1" hangingPunct="1" latinLnBrk="1" lvl="1"/>
            <a:r>
              <a:rPr altLang="en-US" sz="1600" lang="en-US">
                <a:solidFill>
                  <a:srgbClr val="002060"/>
                </a:solidFill>
              </a:rPr>
              <a:t>cardiac enlargement</a:t>
            </a:r>
          </a:p>
          <a:p>
            <a:pPr eaLnBrk="1" hangingPunct="1" latinLnBrk="1" lvl="1"/>
            <a:r>
              <a:rPr altLang="en-US" sz="1600" lang="en-US">
                <a:solidFill>
                  <a:srgbClr val="002060"/>
                </a:solidFill>
              </a:rPr>
              <a:t> Occasionally cardiac </a:t>
            </a:r>
            <a:r>
              <a:rPr altLang="en-US" sz="1600" lang="en-US">
                <a:solidFill>
                  <a:srgbClr val="FFFF00"/>
                </a:solidFill>
              </a:rPr>
              <a:t>tamponade </a:t>
            </a:r>
            <a:r>
              <a:rPr altLang="en-US" sz="1600" lang="en-US">
                <a:solidFill>
                  <a:srgbClr val="002060"/>
                </a:solidFill>
              </a:rPr>
              <a:t>due to pericardial infiltration</a:t>
            </a:r>
          </a:p>
          <a:p>
            <a:pPr eaLnBrk="1" hangingPunct="1" latinLnBrk="1" lvl="0">
              <a:buFontTx/>
              <a:buNone/>
            </a:pPr>
            <a:endParaRPr altLang="en-US" sz="1600" lang="en-US">
              <a:solidFill>
                <a:srgbClr val="002060"/>
              </a:solidFill>
            </a:endParaRPr>
          </a:p>
          <a:p>
            <a:pPr eaLnBrk="1" hangingPunct="1" latinLnBrk="1" lvl="0">
              <a:buFontTx/>
              <a:buNone/>
            </a:pPr>
            <a:r>
              <a:rPr altLang="en-US" b="1" sz="1600" lang="en-US">
                <a:solidFill>
                  <a:srgbClr val="002060"/>
                </a:solidFill>
              </a:rPr>
              <a:t>Mediastinum</a:t>
            </a:r>
          </a:p>
          <a:p>
            <a:pPr eaLnBrk="1" hangingPunct="1" latinLnBrk="1" lvl="1"/>
            <a:r>
              <a:rPr altLang="en-US" sz="1600" lang="en-US">
                <a:solidFill>
                  <a:srgbClr val="002060"/>
                </a:solidFill>
              </a:rPr>
              <a:t>Enlargement due to leukemic infiltration by lymph nodes and/or thymus</a:t>
            </a:r>
          </a:p>
          <a:p>
            <a:pPr eaLnBrk="1" hangingPunct="1" latinLnBrk="1" lvl="1"/>
            <a:r>
              <a:rPr altLang="en-US" sz="1600" lang="en-US">
                <a:solidFill>
                  <a:srgbClr val="FFFF00"/>
                </a:solidFill>
              </a:rPr>
              <a:t>superior vena cava syndrome </a:t>
            </a:r>
            <a:r>
              <a:rPr altLang="en-US" sz="1600" lang="en-US">
                <a:solidFill>
                  <a:srgbClr val="002060"/>
                </a:solidFill>
              </a:rPr>
              <a:t>(especially in T-cell ALL)</a:t>
            </a:r>
          </a:p>
          <a:p>
            <a:pPr eaLnBrk="1" hangingPunct="1" latinLnBrk="1" lvl="1"/>
            <a:r>
              <a:rPr altLang="en-US" sz="1600" lang="en-US">
                <a:solidFill>
                  <a:srgbClr val="002060"/>
                </a:solidFill>
              </a:rPr>
              <a:t>Pleural and/or pericardial effusion</a:t>
            </a:r>
          </a:p>
        </p:txBody>
      </p:sp>
    </p:spTree>
  </p:cSld>
  <p:clrMapOvr>
    <a:masterClrMapping/>
  </p:clrMapOvr>
  <p:timing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26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732" name=""/>
          <p:cNvSpPr/>
          <p:nvPr>
            <p:ph type="title" sz="full" idx="0"/>
          </p:nvPr>
        </p:nvSpPr>
        <p:spPr>
          <a:xfrm rot="0">
            <a:off x="457200" y="152400"/>
            <a:ext cx="8229600" cy="9906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lstStyle>
            <a:lvl1pPr algn="l" fontAlgn="base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3200" i="0" u="none">
                <a:solidFill>
                  <a:schemeClr val="lt2"/>
                </a:solidFill>
                <a:latin typeface="Bookman Old Style" pitchFamily="18" charset="0"/>
                <a:sym typeface="Tahoma" pitchFamily="34" charset="0"/>
              </a:defRPr>
            </a:lvl1pPr>
          </a:lstStyle>
          <a:p>
            <a:pPr eaLnBrk="1" hangingPunct="1" latinLnBrk="1" lvl="0"/>
            <a:r>
              <a:rPr altLang="en-US" lang="en-US"/>
              <a:t>Clinical Presentation</a:t>
            </a:r>
          </a:p>
        </p:txBody>
      </p:sp>
      <p:sp>
        <p:nvSpPr>
          <p:cNvPr id="1048733" name=""/>
          <p:cNvSpPr txBox="1"/>
          <p:nvPr/>
        </p:nvSpPr>
        <p:spPr>
          <a:xfrm rot="0">
            <a:off x="612775" y="6356350"/>
            <a:ext cx="1981200" cy="365125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fontAlgn="base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1pPr>
            <a:lvl2pPr algn="l" fontAlgn="base" indent="0" latinLnBrk="1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2pPr>
            <a:lvl3pPr algn="l" fontAlgn="base" indent="0" latinLnBrk="1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3pPr>
            <a:lvl4pPr algn="l" fontAlgn="base" indent="0" latinLnBrk="1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4pPr>
            <a:lvl5pPr algn="l" fontAlgn="base" indent="0" latinLnBrk="1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5pPr>
          </a:lstStyle>
          <a:p>
            <a:pPr eaLnBrk="1" hangingPunct="1" latinLnBrk="1" lvl="0"/>
            <a:fld id="{566ABCEB-ACFC-4714-9973-3DA970169C29}" type="slidenum">
              <a:rPr altLang="en-US" sz="1400" lang="en-US"/>
              <a:pPr eaLnBrk="1" hangingPunct="1" latinLnBrk="1" lvl="0"/>
              <a:t>32</a:t>
            </a:fld>
            <a:endParaRPr altLang="en-US" sz="1400" lang="en-US"/>
          </a:p>
        </p:txBody>
      </p:sp>
      <p:sp>
        <p:nvSpPr>
          <p:cNvPr id="1048734" name=""/>
          <p:cNvSpPr/>
          <p:nvPr>
            <p:ph sz="quarter" idx="6"/>
          </p:nvPr>
        </p:nvSpPr>
        <p:spPr>
          <a:xfrm rot="0">
            <a:off x="457200" y="1219200"/>
            <a:ext cx="8229600" cy="4937125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eaLnBrk="1" hangingPunct="1" latinLnBrk="1" lvl="0">
              <a:buFontTx/>
              <a:buNone/>
            </a:pPr>
            <a:r>
              <a:rPr altLang="en-US" sz="2400" lang="en-US">
                <a:solidFill>
                  <a:srgbClr val="002060"/>
                </a:solidFill>
              </a:rPr>
              <a:t>Bone and joint involvement</a:t>
            </a:r>
          </a:p>
          <a:p>
            <a:pPr eaLnBrk="1" hangingPunct="1" latinLnBrk="1" lvl="0"/>
            <a:r>
              <a:rPr altLang="en-US" sz="1800" lang="en-US">
                <a:solidFill>
                  <a:srgbClr val="002060"/>
                </a:solidFill>
              </a:rPr>
              <a:t>Bone pain initially present in 25% of patients</a:t>
            </a:r>
          </a:p>
          <a:p>
            <a:pPr eaLnBrk="1" hangingPunct="1" latinLnBrk="1" lvl="0"/>
            <a:r>
              <a:rPr altLang="en-US" sz="1800" lang="en-US">
                <a:solidFill>
                  <a:srgbClr val="002060"/>
                </a:solidFill>
              </a:rPr>
              <a:t>Bone or joint pain, sometimes with swelling and tenderness due to leukemic infiltration of the periosteum</a:t>
            </a:r>
          </a:p>
        </p:txBody>
      </p:sp>
    </p:spTree>
  </p:cSld>
  <p:clrMapOvr>
    <a:masterClrMapping/>
  </p:clrMapOvr>
  <p:timing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27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735" name=""/>
          <p:cNvSpPr/>
          <p:nvPr>
            <p:ph type="title" sz="full" idx="0"/>
          </p:nvPr>
        </p:nvSpPr>
        <p:spPr>
          <a:xfrm rot="0">
            <a:off x="457200" y="152400"/>
            <a:ext cx="8229600" cy="9906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lstStyle>
            <a:lvl1pPr algn="l" fontAlgn="base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3200" i="0" u="none">
                <a:solidFill>
                  <a:schemeClr val="lt2"/>
                </a:solidFill>
                <a:latin typeface="Bookman Old Style" pitchFamily="18" charset="0"/>
                <a:sym typeface="Tahoma" pitchFamily="34" charset="0"/>
              </a:defRPr>
            </a:lvl1pPr>
          </a:lstStyle>
          <a:p>
            <a:pPr eaLnBrk="1" hangingPunct="1" latinLnBrk="1" lvl="0"/>
            <a:r>
              <a:rPr altLang="en-US" lang="en-US"/>
              <a:t>Diagnosis</a:t>
            </a:r>
          </a:p>
        </p:txBody>
      </p:sp>
      <p:sp>
        <p:nvSpPr>
          <p:cNvPr id="1048736" name=""/>
          <p:cNvSpPr txBox="1"/>
          <p:nvPr/>
        </p:nvSpPr>
        <p:spPr>
          <a:xfrm rot="0">
            <a:off x="612775" y="6356350"/>
            <a:ext cx="1981200" cy="365125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fontAlgn="base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1pPr>
            <a:lvl2pPr algn="l" fontAlgn="base" indent="0" latinLnBrk="1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2pPr>
            <a:lvl3pPr algn="l" fontAlgn="base" indent="0" latinLnBrk="1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3pPr>
            <a:lvl4pPr algn="l" fontAlgn="base" indent="0" latinLnBrk="1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4pPr>
            <a:lvl5pPr algn="l" fontAlgn="base" indent="0" latinLnBrk="1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5pPr>
          </a:lstStyle>
          <a:p>
            <a:pPr eaLnBrk="1" hangingPunct="1" latinLnBrk="1" lvl="0"/>
            <a:fld id="{566ABCEB-ACFC-4714-9973-3DA970169C29}" type="slidenum">
              <a:rPr altLang="en-US" sz="1400" lang="en-US"/>
              <a:pPr eaLnBrk="1" hangingPunct="1" latinLnBrk="1" lvl="0"/>
              <a:t>33</a:t>
            </a:fld>
            <a:endParaRPr altLang="en-US" sz="1400" lang="en-US"/>
          </a:p>
        </p:txBody>
      </p:sp>
      <p:sp>
        <p:nvSpPr>
          <p:cNvPr id="1048737" name=""/>
          <p:cNvSpPr/>
          <p:nvPr>
            <p:ph sz="quarter" idx="6"/>
          </p:nvPr>
        </p:nvSpPr>
        <p:spPr>
          <a:xfrm rot="0">
            <a:off x="457200" y="1219200"/>
            <a:ext cx="8229600" cy="4937125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eaLnBrk="1" hangingPunct="1" latinLnBrk="1" lvl="0"/>
            <a:r>
              <a:rPr altLang="en-US" lang="en-US"/>
              <a:t>Peripheral Blood Film </a:t>
            </a:r>
          </a:p>
          <a:p>
            <a:pPr eaLnBrk="1" hangingPunct="1" latinLnBrk="1" lvl="0"/>
            <a:r>
              <a:rPr altLang="en-US" lang="en-US"/>
              <a:t>WBC Most patients may have &lt;10,000cells/mm3</a:t>
            </a:r>
          </a:p>
          <a:p>
            <a:pPr eaLnBrk="1" hangingPunct="1" latinLnBrk="1" lvl="0"/>
            <a:r>
              <a:rPr altLang="en-US" lang="en-US"/>
              <a:t>Bone Marrow Aspiration</a:t>
            </a:r>
          </a:p>
          <a:p>
            <a:pPr eaLnBrk="1" hangingPunct="1" latinLnBrk="1" lvl="0"/>
            <a:r>
              <a:rPr altLang="en-US" lang="en-US"/>
              <a:t>Bone Biopsy</a:t>
            </a:r>
          </a:p>
          <a:p>
            <a:pPr eaLnBrk="1" hangingPunct="1" latinLnBrk="1" lvl="0"/>
            <a:r>
              <a:rPr altLang="en-US" lang="en-US"/>
              <a:t>LP CSF analysis for staging </a:t>
            </a:r>
          </a:p>
          <a:p>
            <a:pPr eaLnBrk="1" hangingPunct="1" latinLnBrk="1" lvl="0"/>
            <a:r>
              <a:rPr altLang="en-US" lang="en-US"/>
              <a:t>C-xray for mediastinal involvement</a:t>
            </a:r>
          </a:p>
        </p:txBody>
      </p:sp>
    </p:spTree>
  </p:cSld>
  <p:clrMapOvr>
    <a:masterClrMapping/>
  </p:clrMapOvr>
  <p:timing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28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738" name=""/>
          <p:cNvSpPr/>
          <p:nvPr>
            <p:ph type="title" sz="full" idx="0"/>
          </p:nvPr>
        </p:nvSpPr>
        <p:spPr>
          <a:xfrm rot="0">
            <a:off x="457200" y="152400"/>
            <a:ext cx="8229600" cy="9906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lstStyle>
            <a:lvl1pPr algn="l" fontAlgn="base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3200" i="0" u="none">
                <a:solidFill>
                  <a:schemeClr val="lt2"/>
                </a:solidFill>
                <a:latin typeface="Bookman Old Style" pitchFamily="18" charset="0"/>
                <a:sym typeface="Tahoma" pitchFamily="34" charset="0"/>
              </a:defRPr>
            </a:lvl1pPr>
          </a:lstStyle>
          <a:p>
            <a:pPr eaLnBrk="1" hangingPunct="1" latinLnBrk="1" lvl="0"/>
            <a:br/>
            <a:r>
              <a:rPr altLang="en-US" sz="2900" lang="en-US"/>
              <a:t>Diagnosis-Morphology</a:t>
            </a:r>
          </a:p>
        </p:txBody>
      </p:sp>
      <p:sp>
        <p:nvSpPr>
          <p:cNvPr id="1048739" name=""/>
          <p:cNvSpPr txBox="1"/>
          <p:nvPr/>
        </p:nvSpPr>
        <p:spPr>
          <a:xfrm rot="0">
            <a:off x="612775" y="6356350"/>
            <a:ext cx="1981200" cy="365125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fontAlgn="base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1pPr>
            <a:lvl2pPr algn="l" fontAlgn="base" indent="0" latinLnBrk="1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2pPr>
            <a:lvl3pPr algn="l" fontAlgn="base" indent="0" latinLnBrk="1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3pPr>
            <a:lvl4pPr algn="l" fontAlgn="base" indent="0" latinLnBrk="1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4pPr>
            <a:lvl5pPr algn="l" fontAlgn="base" indent="0" latinLnBrk="1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5pPr>
          </a:lstStyle>
          <a:p>
            <a:pPr eaLnBrk="1" hangingPunct="1" latinLnBrk="1" lvl="0"/>
            <a:fld id="{566ABCEB-ACFC-4714-9973-3DA970169C29}" type="slidenum">
              <a:rPr altLang="en-US" sz="1400" lang="en-US"/>
              <a:pPr eaLnBrk="1" hangingPunct="1" latinLnBrk="1" lvl="0"/>
              <a:t>34</a:t>
            </a:fld>
            <a:endParaRPr altLang="en-US" sz="1400" lang="en-US"/>
          </a:p>
        </p:txBody>
      </p:sp>
      <p:sp>
        <p:nvSpPr>
          <p:cNvPr id="1048740" name=""/>
          <p:cNvSpPr/>
          <p:nvPr>
            <p:ph sz="quarter" idx="6"/>
          </p:nvPr>
        </p:nvSpPr>
        <p:spPr>
          <a:xfrm rot="0">
            <a:off x="457200" y="1219200"/>
            <a:ext cx="8229600" cy="4937125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eaLnBrk="1" hangingPunct="1" latinLnBrk="1" lvl="0">
              <a:buFontTx/>
              <a:buNone/>
            </a:pPr>
            <a:r>
              <a:rPr altLang="en-US" sz="2400" lang="en-US">
                <a:solidFill>
                  <a:srgbClr val="002060"/>
                </a:solidFill>
              </a:rPr>
              <a:t>Bone marrow analysis  </a:t>
            </a:r>
          </a:p>
          <a:p>
            <a:pPr eaLnBrk="1" hangingPunct="1" latinLnBrk="1" lvl="1"/>
            <a:r>
              <a:rPr altLang="en-US" lang="en-US">
                <a:solidFill>
                  <a:schemeClr val="dk1"/>
                </a:solidFill>
              </a:rPr>
              <a:t>Usually the marrow is hypercellular with uniform </a:t>
            </a:r>
          </a:p>
          <a:p>
            <a:pPr eaLnBrk="1" hangingPunct="1" latinLnBrk="1" lvl="1"/>
            <a:r>
              <a:rPr altLang="en-US" lang="en-US">
                <a:solidFill>
                  <a:schemeClr val="dk1"/>
                </a:solidFill>
              </a:rPr>
              <a:t>morphology; megakaryocytes are usually absent</a:t>
            </a:r>
          </a:p>
          <a:p>
            <a:pPr eaLnBrk="1" hangingPunct="1" latinLnBrk="1" lvl="1">
              <a:buFont typeface="Wingdings" pitchFamily="2" charset="2"/>
              <a:buNone/>
            </a:pPr>
            <a:endParaRPr altLang="en-US" lang="en-US">
              <a:solidFill>
                <a:schemeClr val="dk1"/>
              </a:solidFill>
            </a:endParaRPr>
          </a:p>
          <a:p>
            <a:pPr eaLnBrk="1" hangingPunct="1" latinLnBrk="1" lvl="1"/>
            <a:r>
              <a:rPr altLang="en-US" lang="en-US">
                <a:solidFill>
                  <a:schemeClr val="dk1"/>
                </a:solidFill>
              </a:rPr>
              <a:t>Greater than 25% of blast cells necessary for the diagnosis </a:t>
            </a:r>
          </a:p>
        </p:txBody>
      </p:sp>
    </p:spTree>
  </p:cSld>
  <p:clrMapOvr>
    <a:masterClrMapping/>
  </p:clrMapOvr>
  <p:timing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29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741" name=""/>
          <p:cNvSpPr/>
          <p:nvPr>
            <p:ph type="title" sz="full" idx="0"/>
          </p:nvPr>
        </p:nvSpPr>
        <p:spPr>
          <a:xfrm rot="0">
            <a:off x="457200" y="152400"/>
            <a:ext cx="8229600" cy="9906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lstStyle>
            <a:lvl1pPr algn="l" fontAlgn="base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3200" i="0" u="none">
                <a:solidFill>
                  <a:schemeClr val="lt2"/>
                </a:solidFill>
                <a:latin typeface="Bookman Old Style" pitchFamily="18" charset="0"/>
                <a:sym typeface="Tahoma" pitchFamily="34" charset="0"/>
              </a:defRPr>
            </a:lvl1pPr>
          </a:lstStyle>
          <a:p>
            <a:pPr eaLnBrk="1" hangingPunct="1" latinLnBrk="1" lvl="0"/>
            <a:r>
              <a:rPr altLang="en-US" sz="2900" lang="en-US"/>
              <a:t>Differential Diagnosis</a:t>
            </a:r>
            <a:br/>
            <a:endParaRPr altLang="en-US" sz="2900" lang="en-US"/>
          </a:p>
        </p:txBody>
      </p:sp>
      <p:sp>
        <p:nvSpPr>
          <p:cNvPr id="1048742" name=""/>
          <p:cNvSpPr txBox="1"/>
          <p:nvPr/>
        </p:nvSpPr>
        <p:spPr>
          <a:xfrm rot="0">
            <a:off x="612775" y="6356350"/>
            <a:ext cx="1981200" cy="365125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fontAlgn="base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1pPr>
            <a:lvl2pPr algn="l" fontAlgn="base" indent="0" latinLnBrk="1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2pPr>
            <a:lvl3pPr algn="l" fontAlgn="base" indent="0" latinLnBrk="1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3pPr>
            <a:lvl4pPr algn="l" fontAlgn="base" indent="0" latinLnBrk="1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4pPr>
            <a:lvl5pPr algn="l" fontAlgn="base" indent="0" latinLnBrk="1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5pPr>
          </a:lstStyle>
          <a:p>
            <a:pPr eaLnBrk="1" hangingPunct="1" latinLnBrk="1" lvl="0"/>
            <a:fld id="{566ABCEB-ACFC-4714-9973-3DA970169C29}" type="slidenum">
              <a:rPr altLang="en-US" sz="1400" lang="en-US"/>
              <a:pPr eaLnBrk="1" hangingPunct="1" latinLnBrk="1" lvl="0"/>
              <a:t>35</a:t>
            </a:fld>
            <a:endParaRPr altLang="en-US" sz="1400" lang="en-US"/>
          </a:p>
        </p:txBody>
      </p:sp>
      <p:sp>
        <p:nvSpPr>
          <p:cNvPr id="1048743" name=""/>
          <p:cNvSpPr/>
          <p:nvPr>
            <p:ph sz="quarter" idx="6"/>
          </p:nvPr>
        </p:nvSpPr>
        <p:spPr>
          <a:xfrm rot="0">
            <a:off x="457200" y="1219200"/>
            <a:ext cx="8229600" cy="4937125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eaLnBrk="1" hangingPunct="1" latinLnBrk="1" lvl="0">
              <a:lnSpc>
                <a:spcPct val="80000"/>
              </a:lnSpc>
              <a:buFont typeface="Wingdings" pitchFamily="2" charset="2"/>
              <a:buNone/>
            </a:pPr>
            <a:r>
              <a:rPr altLang="en-US" sz="2400" lang="en-US">
                <a:solidFill>
                  <a:srgbClr val="002060"/>
                </a:solidFill>
              </a:rPr>
              <a:t> </a:t>
            </a:r>
            <a:r>
              <a:rPr altLang="en-US" b="1" sz="2400" lang="en-US" u="sng"/>
              <a:t>Leukemoid reaction:</a:t>
            </a:r>
          </a:p>
          <a:p>
            <a:pPr eaLnBrk="1" hangingPunct="1" latinLnBrk="1" lvl="0">
              <a:lnSpc>
                <a:spcPct val="80000"/>
              </a:lnSpc>
              <a:buFont typeface="Wingdings" pitchFamily="2" charset="2"/>
              <a:buNone/>
            </a:pPr>
            <a:r>
              <a:rPr altLang="en-US" sz="2400" lang="en-US"/>
              <a:t>  </a:t>
            </a:r>
            <a:r>
              <a:rPr altLang="en-US" b="1" sz="2100" i="1" lang="en-US"/>
              <a:t>Increased WBC (up to 50×10</a:t>
            </a:r>
            <a:r>
              <a:rPr altLang="en-US" baseline="30000" b="1" sz="2100" i="1" lang="en-US"/>
              <a:t>9</a:t>
            </a:r>
            <a:r>
              <a:rPr altLang="en-US" b="1" sz="2100" i="1" lang="en-US"/>
              <a:t>/l) and/or peripheral immature granulocyte precursors</a:t>
            </a:r>
          </a:p>
          <a:p>
            <a:pPr eaLnBrk="1" hangingPunct="1" latinLnBrk="1" lvl="0">
              <a:lnSpc>
                <a:spcPct val="80000"/>
              </a:lnSpc>
              <a:buFont typeface="Wingdings" pitchFamily="2" charset="2"/>
              <a:buNone/>
            </a:pPr>
            <a:endParaRPr altLang="en-US" b="1" sz="2700" i="1" lang="en-US"/>
          </a:p>
          <a:p>
            <a:pPr eaLnBrk="1" hangingPunct="1" latinLnBrk="1" lvl="0">
              <a:lnSpc>
                <a:spcPct val="80000"/>
              </a:lnSpc>
              <a:buFont typeface="Wingdings" pitchFamily="2" charset="2"/>
              <a:buChar char="n"/>
            </a:pPr>
            <a:r>
              <a:rPr altLang="en-US" sz="2400" lang="en-US"/>
              <a:t>Bacterial </a:t>
            </a:r>
            <a:r>
              <a:rPr altLang="en-US" b="1" sz="2400" lang="en-US"/>
              <a:t>infection</a:t>
            </a:r>
          </a:p>
          <a:p>
            <a:pPr eaLnBrk="1" hangingPunct="1" latinLnBrk="1" lvl="0">
              <a:lnSpc>
                <a:spcPct val="80000"/>
              </a:lnSpc>
              <a:buFont typeface="Wingdings" pitchFamily="2" charset="2"/>
              <a:buChar char="n"/>
            </a:pPr>
            <a:r>
              <a:rPr altLang="en-US" sz="2400" lang="en-US"/>
              <a:t>Acute </a:t>
            </a:r>
            <a:r>
              <a:rPr altLang="en-US" b="1" sz="2400" lang="en-US"/>
              <a:t>hemolysis</a:t>
            </a:r>
          </a:p>
          <a:p>
            <a:pPr eaLnBrk="1" hangingPunct="1" latinLnBrk="1" lvl="0">
              <a:lnSpc>
                <a:spcPct val="80000"/>
              </a:lnSpc>
              <a:buFont typeface="Wingdings" pitchFamily="2" charset="2"/>
              <a:buChar char="n"/>
            </a:pPr>
            <a:r>
              <a:rPr altLang="en-US" sz="2400" lang="en-US"/>
              <a:t>Tuberculosis, sarcoidosis, histoplasmosis </a:t>
            </a:r>
          </a:p>
          <a:p>
            <a:pPr eaLnBrk="1" hangingPunct="1" latinLnBrk="1" lvl="0">
              <a:lnSpc>
                <a:spcPct val="80000"/>
              </a:lnSpc>
              <a:buFont typeface="Wingdings" pitchFamily="2" charset="2"/>
              <a:buChar char="n"/>
            </a:pPr>
            <a:r>
              <a:rPr altLang="en-US" b="1" sz="2400" lang="en-US"/>
              <a:t>Metastatic tumors</a:t>
            </a:r>
          </a:p>
          <a:p>
            <a:pPr eaLnBrk="1" hangingPunct="1" latinLnBrk="1" lvl="0">
              <a:lnSpc>
                <a:spcPct val="80000"/>
              </a:lnSpc>
              <a:buFontTx/>
              <a:buNone/>
            </a:pPr>
            <a:endParaRPr altLang="en-US" b="1" sz="2400" lang="en-US" u="sng"/>
          </a:p>
          <a:p>
            <a:pPr eaLnBrk="1" hangingPunct="1" latinLnBrk="1" lvl="0">
              <a:lnSpc>
                <a:spcPct val="80000"/>
              </a:lnSpc>
              <a:buFontTx/>
              <a:buNone/>
            </a:pPr>
            <a:r>
              <a:rPr altLang="en-US" b="1" sz="2400" lang="en-US" u="sng"/>
              <a:t> Lymphocytosis</a:t>
            </a:r>
            <a:r>
              <a:rPr altLang="en-US" sz="2400" lang="en-US"/>
              <a:t>:</a:t>
            </a:r>
          </a:p>
          <a:p>
            <a:pPr eaLnBrk="1" hangingPunct="1" latinLnBrk="1" lvl="0">
              <a:lnSpc>
                <a:spcPct val="80000"/>
              </a:lnSpc>
              <a:buFont typeface="Wingdings" pitchFamily="2" charset="2"/>
              <a:buChar char="n"/>
            </a:pPr>
            <a:r>
              <a:rPr altLang="en-US" b="1" sz="2400" lang="en-US"/>
              <a:t>Pertussis</a:t>
            </a:r>
            <a:r>
              <a:rPr altLang="en-US" sz="2400" lang="en-US"/>
              <a:t> and other </a:t>
            </a:r>
            <a:r>
              <a:rPr altLang="en-US" b="1" sz="2400" lang="en-US"/>
              <a:t>viral</a:t>
            </a:r>
            <a:r>
              <a:rPr altLang="en-US" sz="2400" lang="en-US"/>
              <a:t> infections</a:t>
            </a:r>
          </a:p>
          <a:p>
            <a:pPr eaLnBrk="1" hangingPunct="1" latinLnBrk="1" lvl="0">
              <a:lnSpc>
                <a:spcPct val="80000"/>
              </a:lnSpc>
              <a:buFont typeface="Wingdings" pitchFamily="2" charset="2"/>
              <a:buChar char="n"/>
            </a:pPr>
            <a:r>
              <a:rPr altLang="en-US" sz="2400" lang="en-US"/>
              <a:t>Infants and small children often have </a:t>
            </a:r>
            <a:r>
              <a:rPr altLang="en-US" b="1" sz="2400" lang="en-US"/>
              <a:t>physiological</a:t>
            </a:r>
            <a:r>
              <a:rPr altLang="en-US" sz="2400" lang="en-US"/>
              <a:t> lymphocytosis with an incidence of approx. 85%</a:t>
            </a:r>
          </a:p>
          <a:p>
            <a:pPr eaLnBrk="1" hangingPunct="1" latinLnBrk="1" lvl="0">
              <a:lnSpc>
                <a:spcPct val="80000"/>
              </a:lnSpc>
              <a:buFontTx/>
              <a:buNone/>
            </a:pPr>
            <a:endParaRPr altLang="en-US" sz="2400" lang="en-US">
              <a:solidFill>
                <a:srgbClr val="002060"/>
              </a:solidFill>
            </a:endParaRPr>
          </a:p>
        </p:txBody>
      </p:sp>
    </p:spTree>
  </p:cSld>
  <p:clrMapOvr>
    <a:masterClrMapping/>
  </p:clrMapOvr>
  <p:timing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30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744" name=""/>
          <p:cNvSpPr/>
          <p:nvPr>
            <p:ph type="title" sz="full" idx="0"/>
          </p:nvPr>
        </p:nvSpPr>
        <p:spPr>
          <a:xfrm rot="0">
            <a:off x="457200" y="152400"/>
            <a:ext cx="8229600" cy="9906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lstStyle>
            <a:lvl1pPr algn="l" fontAlgn="base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3200" i="0" u="none">
                <a:solidFill>
                  <a:schemeClr val="lt2"/>
                </a:solidFill>
                <a:latin typeface="Bookman Old Style" pitchFamily="18" charset="0"/>
                <a:sym typeface="Tahoma" pitchFamily="34" charset="0"/>
              </a:defRPr>
            </a:lvl1pPr>
          </a:lstStyle>
          <a:p>
            <a:pPr eaLnBrk="1" hangingPunct="1" latinLnBrk="1" lvl="0"/>
            <a:r>
              <a:rPr altLang="en-US" sz="2900" lang="en-US"/>
              <a:t>Differential Diagnosis</a:t>
            </a:r>
            <a:br/>
            <a:endParaRPr altLang="en-US" sz="2900" lang="en-US"/>
          </a:p>
        </p:txBody>
      </p:sp>
      <p:sp>
        <p:nvSpPr>
          <p:cNvPr id="1048745" name=""/>
          <p:cNvSpPr txBox="1"/>
          <p:nvPr/>
        </p:nvSpPr>
        <p:spPr>
          <a:xfrm rot="0">
            <a:off x="612775" y="6356350"/>
            <a:ext cx="1981200" cy="365125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fontAlgn="base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1pPr>
            <a:lvl2pPr algn="l" fontAlgn="base" indent="0" latinLnBrk="1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2pPr>
            <a:lvl3pPr algn="l" fontAlgn="base" indent="0" latinLnBrk="1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3pPr>
            <a:lvl4pPr algn="l" fontAlgn="base" indent="0" latinLnBrk="1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4pPr>
            <a:lvl5pPr algn="l" fontAlgn="base" indent="0" latinLnBrk="1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5pPr>
          </a:lstStyle>
          <a:p>
            <a:pPr eaLnBrk="1" hangingPunct="1" latinLnBrk="1" lvl="0"/>
            <a:fld id="{566ABCEB-ACFC-4714-9973-3DA970169C29}" type="slidenum">
              <a:rPr altLang="en-US" sz="1400" lang="en-US"/>
              <a:pPr eaLnBrk="1" hangingPunct="1" latinLnBrk="1" lvl="0"/>
              <a:t>36</a:t>
            </a:fld>
            <a:endParaRPr altLang="en-US" sz="1400" lang="en-US"/>
          </a:p>
        </p:txBody>
      </p:sp>
      <p:sp>
        <p:nvSpPr>
          <p:cNvPr id="1048746" name=""/>
          <p:cNvSpPr/>
          <p:nvPr>
            <p:ph sz="quarter" idx="6"/>
          </p:nvPr>
        </p:nvSpPr>
        <p:spPr>
          <a:xfrm rot="0">
            <a:off x="457200" y="1981200"/>
            <a:ext cx="7772400" cy="41148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eaLnBrk="1" hangingPunct="1" latinLnBrk="1" lvl="0"/>
            <a:r>
              <a:rPr altLang="en-US" b="1" lang="en-US" u="sng">
                <a:solidFill>
                  <a:srgbClr val="002060"/>
                </a:solidFill>
              </a:rPr>
              <a:t>Aplastic anemia</a:t>
            </a:r>
          </a:p>
          <a:p>
            <a:pPr eaLnBrk="1" hangingPunct="1" latinLnBrk="1" lvl="0">
              <a:buFont typeface="Wingdings" pitchFamily="2" charset="2"/>
              <a:buNone/>
            </a:pPr>
            <a:endParaRPr altLang="en-US" lang="en-US">
              <a:solidFill>
                <a:srgbClr val="002060"/>
              </a:solidFill>
            </a:endParaRPr>
          </a:p>
          <a:p>
            <a:pPr eaLnBrk="1" hangingPunct="1" latinLnBrk="1" lvl="0"/>
            <a:r>
              <a:rPr altLang="en-US" b="1" lang="en-US" u="sng">
                <a:solidFill>
                  <a:srgbClr val="002060"/>
                </a:solidFill>
              </a:rPr>
              <a:t>Idiopathic thrombocytopenic purpura (ITP</a:t>
            </a:r>
            <a:r>
              <a:rPr altLang="en-US" lang="en-US">
                <a:solidFill>
                  <a:srgbClr val="002060"/>
                </a:solidFill>
              </a:rPr>
              <a:t>):</a:t>
            </a:r>
          </a:p>
          <a:p>
            <a:pPr eaLnBrk="1" hangingPunct="1" latinLnBrk="1" lvl="0">
              <a:buFontTx/>
              <a:buNone/>
            </a:pPr>
            <a:endParaRPr altLang="en-US" lang="en-US">
              <a:solidFill>
                <a:srgbClr val="002060"/>
              </a:solidFill>
            </a:endParaRPr>
          </a:p>
          <a:p>
            <a:pPr eaLnBrk="1" hangingPunct="1" latinLnBrk="1" lvl="0"/>
            <a:r>
              <a:rPr altLang="en-US" b="1" lang="en-US" u="sng">
                <a:solidFill>
                  <a:srgbClr val="002060"/>
                </a:solidFill>
              </a:rPr>
              <a:t> Bone marrow infiltration by a metastatic disorder</a:t>
            </a:r>
            <a:r>
              <a:rPr altLang="en-US" lang="en-US">
                <a:solidFill>
                  <a:srgbClr val="002060"/>
                </a:solidFill>
              </a:rPr>
              <a:t>:</a:t>
            </a:r>
          </a:p>
          <a:p>
            <a:pPr eaLnBrk="1" hangingPunct="1" latinLnBrk="1" lvl="2"/>
            <a:r>
              <a:rPr altLang="en-US" lang="en-US">
                <a:solidFill>
                  <a:srgbClr val="002060"/>
                </a:solidFill>
              </a:rPr>
              <a:t>Neuroblastoma</a:t>
            </a:r>
          </a:p>
          <a:p>
            <a:pPr eaLnBrk="1" hangingPunct="1" latinLnBrk="1" lvl="2"/>
            <a:r>
              <a:rPr altLang="en-US" lang="en-US">
                <a:solidFill>
                  <a:srgbClr val="002060"/>
                </a:solidFill>
              </a:rPr>
              <a:t>Non-Hodgkin lymphoma</a:t>
            </a:r>
          </a:p>
          <a:p>
            <a:pPr eaLnBrk="1" hangingPunct="1" latinLnBrk="1" lvl="2"/>
            <a:r>
              <a:rPr altLang="en-US" lang="en-US">
                <a:solidFill>
                  <a:srgbClr val="002060"/>
                </a:solidFill>
              </a:rPr>
              <a:t>Rhabdomyosarcoma </a:t>
            </a:r>
          </a:p>
          <a:p>
            <a:pPr eaLnBrk="1" hangingPunct="1" latinLnBrk="1" lvl="2"/>
            <a:r>
              <a:rPr altLang="en-US" lang="en-US">
                <a:solidFill>
                  <a:srgbClr val="002060"/>
                </a:solidFill>
              </a:rPr>
              <a:t>Retinoblastoma </a:t>
            </a:r>
          </a:p>
          <a:p>
            <a:pPr eaLnBrk="1" hangingPunct="1" latinLnBrk="1" lvl="0"/>
            <a:r>
              <a:rPr altLang="en-US" b="1" sz="2400" lang="en-US" u="sng">
                <a:solidFill>
                  <a:srgbClr val="002060"/>
                </a:solidFill>
              </a:rPr>
              <a:t> </a:t>
            </a:r>
            <a:r>
              <a:rPr altLang="en-US" b="1" lang="en-US" u="sng">
                <a:solidFill>
                  <a:srgbClr val="002060"/>
                </a:solidFill>
              </a:rPr>
              <a:t>Rheumatic fever and rheumatoid arthritis</a:t>
            </a:r>
          </a:p>
          <a:p>
            <a:pPr eaLnBrk="1" hangingPunct="1" latinLnBrk="1" lvl="0"/>
            <a:endParaRPr altLang="en-US" sz="2400" lang="en-US"/>
          </a:p>
        </p:txBody>
      </p:sp>
    </p:spTree>
  </p:cSld>
  <p:clrMapOvr>
    <a:masterClrMapping/>
  </p:clrMapOvr>
  <p:timing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31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747" name=""/>
          <p:cNvSpPr/>
          <p:nvPr>
            <p:ph type="title" sz="full" idx="0"/>
          </p:nvPr>
        </p:nvSpPr>
        <p:spPr>
          <a:xfrm rot="0">
            <a:off x="457200" y="152400"/>
            <a:ext cx="8229600" cy="9906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lstStyle>
            <a:lvl1pPr algn="l" fontAlgn="base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3200" i="0" u="none">
                <a:solidFill>
                  <a:schemeClr val="lt2"/>
                </a:solidFill>
                <a:latin typeface="Bookman Old Style" pitchFamily="18" charset="0"/>
                <a:sym typeface="Tahoma" pitchFamily="34" charset="0"/>
              </a:defRPr>
            </a:lvl1pPr>
          </a:lstStyle>
          <a:p>
            <a:pPr eaLnBrk="1" hangingPunct="1" latinLnBrk="1" lvl="0"/>
            <a:r>
              <a:rPr altLang="en-US" lang="en-US"/>
              <a:t>Treatment</a:t>
            </a:r>
          </a:p>
        </p:txBody>
      </p:sp>
      <p:sp>
        <p:nvSpPr>
          <p:cNvPr id="1048748" name=""/>
          <p:cNvSpPr txBox="1"/>
          <p:nvPr/>
        </p:nvSpPr>
        <p:spPr>
          <a:xfrm rot="0">
            <a:off x="612775" y="6356350"/>
            <a:ext cx="1981200" cy="365125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fontAlgn="base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1pPr>
            <a:lvl2pPr algn="l" fontAlgn="base" indent="0" latinLnBrk="1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2pPr>
            <a:lvl3pPr algn="l" fontAlgn="base" indent="0" latinLnBrk="1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3pPr>
            <a:lvl4pPr algn="l" fontAlgn="base" indent="0" latinLnBrk="1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4pPr>
            <a:lvl5pPr algn="l" fontAlgn="base" indent="0" latinLnBrk="1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5pPr>
          </a:lstStyle>
          <a:p>
            <a:pPr eaLnBrk="1" hangingPunct="1" latinLnBrk="1" lvl="0"/>
            <a:fld id="{566ABCEB-ACFC-4714-9973-3DA970169C29}" type="slidenum">
              <a:rPr altLang="en-US" sz="1400" lang="en-US"/>
              <a:pPr eaLnBrk="1" hangingPunct="1" latinLnBrk="1" lvl="0"/>
              <a:t>37</a:t>
            </a:fld>
            <a:endParaRPr altLang="en-US" sz="1400" lang="en-US"/>
          </a:p>
        </p:txBody>
      </p:sp>
      <p:sp>
        <p:nvSpPr>
          <p:cNvPr id="1048749" name=""/>
          <p:cNvSpPr/>
          <p:nvPr>
            <p:ph sz="quarter" idx="6"/>
          </p:nvPr>
        </p:nvSpPr>
        <p:spPr>
          <a:xfrm rot="0">
            <a:off x="457200" y="1219200"/>
            <a:ext cx="8229600" cy="4937125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eaLnBrk="1" hangingPunct="1" latinLnBrk="1" lvl="0">
              <a:lnSpc>
                <a:spcPct val="90000"/>
              </a:lnSpc>
            </a:pPr>
            <a:r>
              <a:rPr altLang="en-US" sz="2600" lang="en-US">
                <a:solidFill>
                  <a:srgbClr val="002060"/>
                </a:solidFill>
              </a:rPr>
              <a:t>Principle of Rx:-</a:t>
            </a:r>
          </a:p>
          <a:p>
            <a:pPr eaLnBrk="1" hangingPunct="1" latinLnBrk="1" lvl="1">
              <a:lnSpc>
                <a:spcPct val="90000"/>
              </a:lnSpc>
            </a:pPr>
            <a:r>
              <a:rPr altLang="en-US" sz="2000" lang="en-US">
                <a:solidFill>
                  <a:srgbClr val="002060"/>
                </a:solidFill>
              </a:rPr>
              <a:t>Induction of remission: irradicate leukemic cells from bone marrow</a:t>
            </a:r>
          </a:p>
          <a:p>
            <a:pPr eaLnBrk="1" hangingPunct="1" latinLnBrk="1" lvl="1">
              <a:lnSpc>
                <a:spcPct val="90000"/>
              </a:lnSpc>
            </a:pPr>
            <a:r>
              <a:rPr altLang="en-US" sz="2000" lang="en-US">
                <a:solidFill>
                  <a:srgbClr val="002060"/>
                </a:solidFill>
              </a:rPr>
              <a:t>Consolidation therapy</a:t>
            </a:r>
          </a:p>
          <a:p>
            <a:pPr eaLnBrk="1" hangingPunct="1" latinLnBrk="1" lvl="1">
              <a:lnSpc>
                <a:spcPct val="90000"/>
              </a:lnSpc>
            </a:pPr>
            <a:r>
              <a:rPr altLang="en-US" sz="2000" lang="en-US">
                <a:solidFill>
                  <a:srgbClr val="002060"/>
                </a:solidFill>
              </a:rPr>
              <a:t>Maintenance Therapy</a:t>
            </a:r>
          </a:p>
        </p:txBody>
      </p:sp>
    </p:spTree>
  </p:cSld>
  <p:clrMapOvr>
    <a:masterClrMapping/>
  </p:clrMapOvr>
  <p:timing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32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750" name=""/>
          <p:cNvSpPr/>
          <p:nvPr>
            <p:ph type="title" sz="full" idx="0"/>
          </p:nvPr>
        </p:nvSpPr>
        <p:spPr>
          <a:xfrm rot="0">
            <a:off x="457200" y="152400"/>
            <a:ext cx="8229600" cy="9906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lstStyle>
            <a:lvl1pPr algn="l" fontAlgn="base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3200" i="0" u="none">
                <a:solidFill>
                  <a:schemeClr val="lt2"/>
                </a:solidFill>
                <a:latin typeface="Bookman Old Style" pitchFamily="18" charset="0"/>
                <a:sym typeface="Tahoma" pitchFamily="34" charset="0"/>
              </a:defRPr>
            </a:lvl1pPr>
          </a:lstStyle>
          <a:p>
            <a:pPr eaLnBrk="1" hangingPunct="1" latinLnBrk="1" lvl="0"/>
            <a:r>
              <a:rPr altLang="en-US" lang="en-US"/>
              <a:t>Treatment Outcome</a:t>
            </a:r>
          </a:p>
        </p:txBody>
      </p:sp>
      <p:sp>
        <p:nvSpPr>
          <p:cNvPr id="1048751" name=""/>
          <p:cNvSpPr txBox="1"/>
          <p:nvPr/>
        </p:nvSpPr>
        <p:spPr>
          <a:xfrm rot="0">
            <a:off x="612775" y="6356350"/>
            <a:ext cx="1981200" cy="365125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fontAlgn="base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1pPr>
            <a:lvl2pPr algn="l" fontAlgn="base" indent="0" latinLnBrk="1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2pPr>
            <a:lvl3pPr algn="l" fontAlgn="base" indent="0" latinLnBrk="1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3pPr>
            <a:lvl4pPr algn="l" fontAlgn="base" indent="0" latinLnBrk="1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4pPr>
            <a:lvl5pPr algn="l" fontAlgn="base" indent="0" latinLnBrk="1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5pPr>
          </a:lstStyle>
          <a:p>
            <a:pPr eaLnBrk="1" hangingPunct="1" latinLnBrk="1" lvl="0"/>
            <a:fld id="{566ABCEB-ACFC-4714-9973-3DA970169C29}" type="slidenum">
              <a:rPr altLang="en-US" sz="1400" lang="en-US"/>
              <a:pPr eaLnBrk="1" hangingPunct="1" latinLnBrk="1" lvl="0"/>
              <a:t>38</a:t>
            </a:fld>
            <a:endParaRPr altLang="en-US" sz="1400" lang="en-US"/>
          </a:p>
        </p:txBody>
      </p:sp>
      <p:sp>
        <p:nvSpPr>
          <p:cNvPr id="1048752" name=""/>
          <p:cNvSpPr/>
          <p:nvPr>
            <p:ph sz="quarter" idx="6"/>
          </p:nvPr>
        </p:nvSpPr>
        <p:spPr>
          <a:xfrm rot="0">
            <a:off x="457200" y="1219200"/>
            <a:ext cx="8229600" cy="4937125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eaLnBrk="1" hangingPunct="1" latinLnBrk="1" lvl="0"/>
            <a:r>
              <a:rPr altLang="en-US" sz="1800" lang="en-US"/>
              <a:t>Major impediment is relapse</a:t>
            </a:r>
          </a:p>
          <a:p>
            <a:pPr eaLnBrk="1" hangingPunct="1" latinLnBrk="1" lvl="0"/>
            <a:r>
              <a:rPr altLang="en-US" sz="1800" lang="en-US"/>
              <a:t>Bone Marrow relapse 15-20 %</a:t>
            </a:r>
          </a:p>
          <a:p>
            <a:pPr eaLnBrk="1" hangingPunct="1" latinLnBrk="1" lvl="0"/>
            <a:r>
              <a:rPr altLang="en-US" sz="1800" lang="en-US"/>
              <a:t>CNS relapse</a:t>
            </a:r>
          </a:p>
          <a:p>
            <a:pPr eaLnBrk="1" hangingPunct="1" latinLnBrk="1" lvl="0"/>
            <a:r>
              <a:rPr altLang="en-US" sz="1800" lang="en-US"/>
              <a:t>Testicular relapse in boys -1-2%</a:t>
            </a:r>
          </a:p>
          <a:p>
            <a:pPr eaLnBrk="1" hangingPunct="1" latinLnBrk="1" lvl="0"/>
            <a:r>
              <a:rPr altLang="en-US" sz="1800" lang="en-US"/>
              <a:t>In girls </a:t>
            </a:r>
            <a:r>
              <a:rPr altLang="en-US" b="1" sz="1800" lang="en-US"/>
              <a:t>ovarian</a:t>
            </a:r>
            <a:r>
              <a:rPr altLang="en-US" sz="1800" lang="en-US"/>
              <a:t> involvement </a:t>
            </a:r>
          </a:p>
        </p:txBody>
      </p:sp>
    </p:spTree>
  </p:cSld>
  <p:clrMapOvr>
    <a:masterClrMapping/>
  </p:clrMapOvr>
  <p:timing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33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753" name=""/>
          <p:cNvSpPr/>
          <p:nvPr>
            <p:ph type="title" sz="full" idx="0"/>
          </p:nvPr>
        </p:nvSpPr>
        <p:spPr>
          <a:xfrm rot="0">
            <a:off x="457200" y="152400"/>
            <a:ext cx="8229600" cy="9906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lstStyle>
            <a:lvl1pPr algn="l" fontAlgn="base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3200" i="0" u="none">
                <a:solidFill>
                  <a:schemeClr val="lt2"/>
                </a:solidFill>
                <a:latin typeface="Bookman Old Style" pitchFamily="18" charset="0"/>
                <a:sym typeface="Tahoma" pitchFamily="34" charset="0"/>
              </a:defRPr>
            </a:lvl1pPr>
          </a:lstStyle>
          <a:p>
            <a:pPr eaLnBrk="1" hangingPunct="1" latinLnBrk="1" lvl="0"/>
            <a:r>
              <a:rPr altLang="en-US" lang="en-US">
                <a:solidFill>
                  <a:schemeClr val="dk1"/>
                </a:solidFill>
              </a:rPr>
              <a:t>Supportive Care </a:t>
            </a:r>
          </a:p>
        </p:txBody>
      </p:sp>
      <p:sp>
        <p:nvSpPr>
          <p:cNvPr id="1048754" name=""/>
          <p:cNvSpPr txBox="1"/>
          <p:nvPr/>
        </p:nvSpPr>
        <p:spPr>
          <a:xfrm rot="0">
            <a:off x="612775" y="6356350"/>
            <a:ext cx="1981200" cy="365125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fontAlgn="base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1pPr>
            <a:lvl2pPr algn="l" fontAlgn="base" indent="0" latinLnBrk="1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2pPr>
            <a:lvl3pPr algn="l" fontAlgn="base" indent="0" latinLnBrk="1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3pPr>
            <a:lvl4pPr algn="l" fontAlgn="base" indent="0" latinLnBrk="1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4pPr>
            <a:lvl5pPr algn="l" fontAlgn="base" indent="0" latinLnBrk="1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5pPr>
          </a:lstStyle>
          <a:p>
            <a:pPr eaLnBrk="1" hangingPunct="1" latinLnBrk="1" lvl="0"/>
            <a:fld id="{566ABCEB-ACFC-4714-9973-3DA970169C29}" type="slidenum">
              <a:rPr altLang="en-US" sz="1400" lang="en-US"/>
              <a:pPr eaLnBrk="1" hangingPunct="1" latinLnBrk="1" lvl="0"/>
              <a:t>39</a:t>
            </a:fld>
            <a:endParaRPr altLang="en-US" sz="1400" lang="en-US"/>
          </a:p>
        </p:txBody>
      </p:sp>
      <p:sp>
        <p:nvSpPr>
          <p:cNvPr id="1048755" name=""/>
          <p:cNvSpPr/>
          <p:nvPr>
            <p:ph sz="quarter" idx="6"/>
          </p:nvPr>
        </p:nvSpPr>
        <p:spPr>
          <a:xfrm rot="0">
            <a:off x="457200" y="1219200"/>
            <a:ext cx="8229600" cy="4937125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eaLnBrk="1" hangingPunct="1" latinLnBrk="1" lvl="0"/>
            <a:r>
              <a:rPr altLang="en-US" sz="1800" lang="en-US">
                <a:solidFill>
                  <a:srgbClr val="002060"/>
                </a:solidFill>
              </a:rPr>
              <a:t>Manage </a:t>
            </a:r>
            <a:r>
              <a:rPr altLang="en-US" b="1" sz="1800" lang="en-US">
                <a:solidFill>
                  <a:srgbClr val="002060"/>
                </a:solidFill>
              </a:rPr>
              <a:t>Tumor Lysis Syndrome</a:t>
            </a:r>
          </a:p>
          <a:p>
            <a:pPr eaLnBrk="1" hangingPunct="1" latinLnBrk="1" lvl="0"/>
            <a:r>
              <a:rPr altLang="en-US" sz="1800" lang="en-US">
                <a:solidFill>
                  <a:srgbClr val="002060"/>
                </a:solidFill>
              </a:rPr>
              <a:t>Manage severe </a:t>
            </a:r>
            <a:r>
              <a:rPr altLang="en-US" b="1" sz="1800" lang="en-US">
                <a:solidFill>
                  <a:srgbClr val="002060"/>
                </a:solidFill>
              </a:rPr>
              <a:t>Myelosuppression</a:t>
            </a:r>
          </a:p>
          <a:p>
            <a:pPr eaLnBrk="1" hangingPunct="1" latinLnBrk="1" lvl="0"/>
            <a:r>
              <a:rPr altLang="en-US" b="1" sz="1800" lang="en-US">
                <a:solidFill>
                  <a:srgbClr val="002060"/>
                </a:solidFill>
              </a:rPr>
              <a:t>CPT</a:t>
            </a:r>
            <a:r>
              <a:rPr altLang="en-US" sz="1800" lang="en-US">
                <a:solidFill>
                  <a:srgbClr val="002060"/>
                </a:solidFill>
              </a:rPr>
              <a:t> during and After Chemotherapy </a:t>
            </a:r>
          </a:p>
          <a:p>
            <a:pPr eaLnBrk="1" hangingPunct="1" latinLnBrk="1" lvl="0"/>
            <a:r>
              <a:rPr altLang="en-US" b="1" sz="1800" lang="en-US">
                <a:solidFill>
                  <a:srgbClr val="002060"/>
                </a:solidFill>
              </a:rPr>
              <a:t>Psychosocial</a:t>
            </a:r>
            <a:r>
              <a:rPr altLang="en-US" sz="1800" lang="en-US">
                <a:solidFill>
                  <a:srgbClr val="002060"/>
                </a:solidFill>
              </a:rPr>
              <a:t> counseling</a:t>
            </a:r>
          </a:p>
        </p:txBody>
      </p:sp>
    </p:spTree>
  </p:cSld>
  <p:clrMapOvr>
    <a:masterClrMapping/>
  </p:clrMapOvr>
  <p:timing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34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756" name=""/>
          <p:cNvSpPr/>
          <p:nvPr>
            <p:ph type="title" sz="full" idx="0"/>
          </p:nvPr>
        </p:nvSpPr>
        <p:spPr>
          <a:xfrm rot="0">
            <a:off x="457200" y="152400"/>
            <a:ext cx="8229600" cy="990600"/>
          </a:xfrm>
          <a:prstGeom prst="rect"/>
          <a:noFill/>
          <a:ln>
            <a:noFill/>
          </a:ln>
        </p:spPr>
        <p:txBody>
          <a:bodyPr anchor="b" bIns="45720" lIns="91440" rIns="91440" tIns="45720" vert="horz"/>
          <a:lstStyle>
            <a:lvl1pPr algn="l" fontAlgn="base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3200" i="0" u="none">
                <a:solidFill>
                  <a:schemeClr val="lt2"/>
                </a:solidFill>
                <a:latin typeface="Bookman Old Style" pitchFamily="18" charset="0"/>
                <a:sym typeface="Tahoma" pitchFamily="34" charset="0"/>
              </a:defRPr>
            </a:lvl1pPr>
          </a:lstStyle>
          <a:p>
            <a:pPr eaLnBrk="1" hangingPunct="1" latinLnBrk="1" lvl="0"/>
            <a:r>
              <a:rPr altLang="en-US" lang="en-US"/>
              <a:t>ALL Prognosis</a:t>
            </a:r>
          </a:p>
        </p:txBody>
      </p:sp>
      <p:sp>
        <p:nvSpPr>
          <p:cNvPr id="1048757" name=""/>
          <p:cNvSpPr txBox="1"/>
          <p:nvPr/>
        </p:nvSpPr>
        <p:spPr>
          <a:xfrm rot="0">
            <a:off x="612775" y="6356350"/>
            <a:ext cx="1981200" cy="365125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 fontAlgn="base" indent="0" latinLnBrk="1" mar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1pPr>
            <a:lvl2pPr algn="l" fontAlgn="base" indent="0" latinLnBrk="1" marL="4572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2pPr>
            <a:lvl3pPr algn="l" fontAlgn="base" indent="0" latinLnBrk="1" marL="9144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3pPr>
            <a:lvl4pPr algn="l" fontAlgn="base" indent="0" latinLnBrk="1" marL="13716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4pPr>
            <a:lvl5pPr algn="l" fontAlgn="base" indent="0" latinLnBrk="1" marL="1828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aseline="0" b="0" sz="1800" i="0" u="none">
                <a:solidFill>
                  <a:schemeClr val="dk1"/>
                </a:solidFill>
                <a:latin typeface="Tahoma" pitchFamily="34" charset="0"/>
                <a:ea typeface="Arial" pitchFamily="0" charset="0"/>
                <a:sym typeface="Tahoma" pitchFamily="34" charset="0"/>
              </a:defRPr>
            </a:lvl5pPr>
          </a:lstStyle>
          <a:p>
            <a:pPr eaLnBrk="1" hangingPunct="1" latinLnBrk="1" lvl="0"/>
            <a:fld id="{566ABCEB-ACFC-4714-9973-3DA970169C29}" type="slidenum">
              <a:rPr altLang="en-US" sz="1400" lang="en-US"/>
              <a:pPr eaLnBrk="1" hangingPunct="1" latinLnBrk="1" lvl="0"/>
              <a:t>40</a:t>
            </a:fld>
            <a:endParaRPr altLang="en-US" sz="1400" lang="en-US"/>
          </a:p>
        </p:txBody>
      </p:sp>
      <p:sp>
        <p:nvSpPr>
          <p:cNvPr id="1048758" name=""/>
          <p:cNvSpPr/>
          <p:nvPr>
            <p:ph sz="quarter" idx="6"/>
          </p:nvPr>
        </p:nvSpPr>
        <p:spPr>
          <a:xfrm rot="0">
            <a:off x="457200" y="1219200"/>
            <a:ext cx="8229600" cy="4937125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eaLnBrk="1" hangingPunct="1" indent="0" latinLnBrk="1" lvl="0" marL="0">
              <a:lnSpc>
                <a:spcPct val="90000"/>
              </a:lnSpc>
              <a:buFont typeface="Wingdings" pitchFamily="2" charset="2"/>
              <a:buNone/>
            </a:pPr>
            <a:r>
              <a:rPr altLang="en-US" sz="2600" lang="en-US"/>
              <a:t>Bad prognostic features </a:t>
            </a:r>
          </a:p>
          <a:p>
            <a:pPr eaLnBrk="1" hangingPunct="1" indent="0" latinLnBrk="1" lvl="0" marL="0">
              <a:lnSpc>
                <a:spcPct val="90000"/>
              </a:lnSpc>
              <a:buFont typeface="Wingdings" pitchFamily="2" charset="2"/>
              <a:buChar char="n"/>
            </a:pPr>
            <a:r>
              <a:rPr altLang="en-US" sz="1800" lang="en-US"/>
              <a:t>Age &lt;1 or &gt;10</a:t>
            </a:r>
          </a:p>
          <a:p>
            <a:pPr eaLnBrk="1" hangingPunct="1" indent="0" latinLnBrk="1" lvl="0" marL="0">
              <a:lnSpc>
                <a:spcPct val="90000"/>
              </a:lnSpc>
              <a:buFont typeface="Wingdings" pitchFamily="2" charset="2"/>
              <a:buChar char="n"/>
            </a:pPr>
            <a:r>
              <a:rPr altLang="en-US" sz="1800" lang="en-US"/>
              <a:t>WBC of &gt;100,000</a:t>
            </a:r>
          </a:p>
          <a:p>
            <a:pPr eaLnBrk="1" hangingPunct="1" indent="0" latinLnBrk="1" lvl="0" marL="0">
              <a:lnSpc>
                <a:spcPct val="90000"/>
              </a:lnSpc>
              <a:buFont typeface="Wingdings" pitchFamily="2" charset="2"/>
              <a:buChar char="n"/>
            </a:pPr>
            <a:r>
              <a:rPr altLang="en-US" b="1" sz="1800" lang="en-US"/>
              <a:t>Slow response </a:t>
            </a:r>
            <a:r>
              <a:rPr altLang="en-US" sz="1800" lang="en-US"/>
              <a:t>to initial therapy</a:t>
            </a:r>
          </a:p>
          <a:p>
            <a:pPr eaLnBrk="1" hangingPunct="1" indent="0" latinLnBrk="1" lvl="0" marL="0">
              <a:lnSpc>
                <a:spcPct val="90000"/>
              </a:lnSpc>
              <a:buFont typeface="Wingdings" pitchFamily="2" charset="2"/>
              <a:buChar char="n"/>
            </a:pPr>
            <a:r>
              <a:rPr altLang="en-US" sz="1800" lang="en-US"/>
              <a:t>Lack of appropriate risk directed therapy</a:t>
            </a:r>
          </a:p>
          <a:p>
            <a:pPr eaLnBrk="1" hangingPunct="1" indent="0" latinLnBrk="1" lvl="0" marL="0">
              <a:lnSpc>
                <a:spcPct val="90000"/>
              </a:lnSpc>
              <a:buFont typeface="Wingdings" pitchFamily="2" charset="2"/>
              <a:buChar char="n"/>
            </a:pPr>
            <a:r>
              <a:rPr altLang="en-US" b="1" sz="1800" lang="en-US"/>
              <a:t>CNS</a:t>
            </a:r>
            <a:r>
              <a:rPr altLang="en-US" sz="1800" lang="en-US"/>
              <a:t> involvement</a:t>
            </a:r>
          </a:p>
          <a:p>
            <a:pPr eaLnBrk="1" hangingPunct="1" indent="0" latinLnBrk="1" lvl="0" marL="0">
              <a:lnSpc>
                <a:spcPct val="90000"/>
              </a:lnSpc>
              <a:buFont typeface="Wingdings" pitchFamily="2" charset="2"/>
              <a:buChar char="n"/>
            </a:pPr>
            <a:r>
              <a:rPr altLang="en-US" b="1" sz="1800" lang="en-US"/>
              <a:t>Mediastinal</a:t>
            </a:r>
            <a:r>
              <a:rPr altLang="en-US" sz="1800" lang="en-US"/>
              <a:t> mass</a:t>
            </a:r>
          </a:p>
          <a:p>
            <a:pPr eaLnBrk="1" hangingPunct="1" indent="0" latinLnBrk="1" lvl="0" marL="0">
              <a:lnSpc>
                <a:spcPct val="90000"/>
              </a:lnSpc>
              <a:buFont typeface="Wingdings" pitchFamily="2" charset="2"/>
              <a:buChar char="n"/>
            </a:pPr>
            <a:r>
              <a:rPr altLang="en-US" b="1" sz="1800" lang="en-US"/>
              <a:t>L3</a:t>
            </a:r>
            <a:r>
              <a:rPr altLang="en-US" sz="1800" lang="en-US"/>
              <a:t> morphology </a:t>
            </a:r>
          </a:p>
        </p:txBody>
      </p:sp>
    </p:spTree>
  </p:cSld>
  <p:clrMapOvr>
    <a:masterClrMapping/>
  </p:clrMapOvr>
  <p:timing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35" name=""/>
        <p:cNvGrpSpPr/>
        <p:nvPr/>
      </p:nvGrpSpPr>
      <p:grpSpPr>
        <a:xfrm rot="0">
          <a:off x="0" y="0"/>
          <a:ext cx="0" cy="0"/>
          <a:chOff x="0" y="0"/>
          <a:chExt cx="0" cy="0"/>
        </a:xfrm>
      </p:grpSpPr>
      <p:sp>
        <p:nvSpPr>
          <p:cNvPr id="1048759" name=""/>
          <p:cNvSpPr/>
          <p:nvPr>
            <p:ph type="ctrTitle" sz="full" idx="6"/>
          </p:nvPr>
        </p:nvSpPr>
        <p:spPr>
          <a:xfrm rot="0">
            <a:off x="1219200" y="3886200"/>
            <a:ext cx="6858000" cy="9906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l">
              <a:defRPr sz="3200"/>
            </a:lvl1pPr>
          </a:lstStyle>
          <a:p>
            <a:pPr algn="r" eaLnBrk="1" hangingPunct="1" latinLnBrk="1" lvl="0"/>
            <a:r>
              <a:rPr altLang="en-US" lang="en-US">
                <a:solidFill>
                  <a:schemeClr val="dk1"/>
                </a:solidFill>
              </a:rPr>
              <a:t>End </a:t>
            </a:r>
          </a:p>
        </p:txBody>
      </p:sp>
      <p:sp>
        <p:nvSpPr>
          <p:cNvPr id="1048760" name=""/>
          <p:cNvSpPr/>
          <p:nvPr>
            <p:ph type="subTitle" sz="full" idx="7"/>
          </p:nvPr>
        </p:nvSpPr>
        <p:spPr>
          <a:xfrm rot="0">
            <a:off x="1219200" y="5124450"/>
            <a:ext cx="6858000" cy="533400"/>
          </a:xfrm>
          <a:prstGeom prst="rect"/>
          <a:noFill/>
          <a:ln>
            <a:noFill/>
          </a:ln>
        </p:spPr>
        <p:txBody>
          <a:bodyPr anchor="t" bIns="45720" lIns="91440" rIns="91440" tIns="45720" vert="horz"/>
          <a:lstStyle>
            <a:lvl1pPr algn="ctr" marL="0">
              <a:buNone/>
              <a:defRPr sz="2600">
                <a:solidFill>
                  <a:schemeClr val="dk1"/>
                </a:solidFill>
              </a:defRPr>
            </a:lvl1pPr>
            <a:lvl2pPr algn="ctr" marL="274637">
              <a:buNone/>
            </a:lvl2pPr>
            <a:lvl3pPr algn="ctr" marL="593725">
              <a:buNone/>
            </a:lvl3pPr>
            <a:lvl4pPr algn="ctr" marL="868362">
              <a:buNone/>
            </a:lvl4pPr>
            <a:lvl5pPr algn="ctr" marL="1143000">
              <a:buNone/>
            </a:lvl5pPr>
          </a:lstStyle>
          <a:p>
            <a:pPr algn="r" eaLnBrk="1" hangingPunct="1" latinLnBrk="1" lvl="0"/>
            <a:r>
              <a:rPr altLang="en-US" sz="2000" lang="en-US">
                <a:solidFill>
                  <a:schemeClr val="lt2"/>
                </a:solidFill>
                <a:latin typeface="Bookman Old Style" pitchFamily="18" charset="0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Default Color Scheme">
      <a:dk1>
        <a:srgbClr val="000000"/>
      </a:dk1>
      <a:lt1>
        <a:srgbClr val="FFFFFF"/>
      </a:lt1>
      <a:dk2>
        <a:srgbClr val="E7E6E6"/>
      </a:dk2>
      <a:lt2>
        <a:srgbClr val="44546A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6CBE6"/>
      </a:accent5>
      <a:accent6>
        <a:srgbClr val="D4702B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Default Color Scheme 1">
        <a:dk1>
          <a:srgbClr val="000000"/>
        </a:dk1>
        <a:lt1>
          <a:srgbClr val="FFFFFF"/>
        </a:lt1>
        <a:dk2>
          <a:srgbClr val="E7E6E6"/>
        </a:dk2>
        <a:lt2>
          <a:srgbClr val="44546A"/>
        </a:lt2>
        <a:accent1>
          <a:srgbClr val="5B9BD5"/>
        </a:accent1>
        <a:accent2>
          <a:srgbClr val="ED7D31"/>
        </a:accent2>
        <a:accent3>
          <a:srgbClr val="FFFFFF"/>
        </a:accent3>
        <a:accent4>
          <a:srgbClr val="000000"/>
        </a:accent4>
        <a:accent5>
          <a:srgbClr val="B6CBE6"/>
        </a:accent5>
        <a:accent6>
          <a:srgbClr val="D4702B"/>
        </a:accent6>
        <a:hlink>
          <a:srgbClr val="0563C1"/>
        </a:hlink>
        <a:folHlink>
          <a:srgbClr val="954F72"/>
        </a:folHlink>
      </a:clrScheme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Default Color Scheme">
      <a:dk1>
        <a:srgbClr val="000000"/>
      </a:dk1>
      <a:lt1>
        <a:srgbClr val="FFFFFF"/>
      </a:lt1>
      <a:dk2>
        <a:srgbClr val="DDE9EC"/>
      </a:dk2>
      <a:lt2>
        <a:srgbClr val="464653"/>
      </a:lt2>
      <a:accent1>
        <a:srgbClr val="727CA3"/>
      </a:accent1>
      <a:accent2>
        <a:srgbClr val="9FB8CD"/>
      </a:accent2>
      <a:accent3>
        <a:srgbClr val="FFFFFF"/>
      </a:accent3>
      <a:accent4>
        <a:srgbClr val="000000"/>
      </a:accent4>
      <a:accent5>
        <a:srgbClr val="BCBFCE"/>
      </a:accent5>
      <a:accent6>
        <a:srgbClr val="8EA5B8"/>
      </a:accent6>
      <a:hlink>
        <a:srgbClr val="B292CA"/>
      </a:hlink>
      <a:folHlink>
        <a:srgbClr val="6B568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Default Color Scheme 1">
        <a:dk1>
          <a:srgbClr val="000000"/>
        </a:dk1>
        <a:lt1>
          <a:srgbClr val="FFFFFF"/>
        </a:lt1>
        <a:dk2>
          <a:srgbClr val="DDE9EC"/>
        </a:dk2>
        <a:lt2>
          <a:srgbClr val="464653"/>
        </a:lt2>
        <a:accent1>
          <a:srgbClr val="727CA3"/>
        </a:accent1>
        <a:accent2>
          <a:srgbClr val="9FB8CD"/>
        </a:accent2>
        <a:accent3>
          <a:srgbClr val="FFFFFF"/>
        </a:accent3>
        <a:accent4>
          <a:srgbClr val="000000"/>
        </a:accent4>
        <a:accent5>
          <a:srgbClr val="BCBFCE"/>
        </a:accent5>
        <a:accent6>
          <a:srgbClr val="8EA5B8"/>
        </a:accent6>
        <a:hlink>
          <a:srgbClr val="B292CA"/>
        </a:hlink>
        <a:folHlink>
          <a:srgbClr val="6B5680"/>
        </a:folHlink>
      </a:clrScheme>
    </a:extraClrScheme>
  </a:extraClrSchemeLst>
</a:theme>
</file>

<file path=ppt/theme/theme3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4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ScaleCrop>0</ScaleCrop>
  <LinksUpToDate>0</LinksUpToDate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Hematological Malignancy</dc:title>
  <dc:creator>Abubaker</dc:creator>
  <cp:lastModifiedBy>abogida</cp:lastModifiedBy>
  <dcterms:created xsi:type="dcterms:W3CDTF">2007-08-15T12:26:13Z</dcterms:created>
  <dcterms:modified xsi:type="dcterms:W3CDTF">2024-11-10T12:32:02Z</dcterms:modified>
</cp:coreProperties>
</file>