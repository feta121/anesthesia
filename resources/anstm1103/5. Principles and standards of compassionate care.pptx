
<file path=[Content_Types].xml><?xml version="1.0" encoding="utf-8"?>
<Types xmlns="http://schemas.openxmlformats.org/package/2006/content-types">
  <Default Extension="png" ContentType="image/png"/>
  <Default Extension="jpeg" ContentType="image/jpeg"/>
  <Default Extension="wmf" ContentType="image/x-wmf"/>
  <Default Extension="rels" ContentType="application/vnd.openxmlformats-package.relationships+xml"/>
  <Default Extension="xml" ContentType="application/xml"/>
  <Default Extension="tiff" ContentType="image/tiff"/>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90" r:id="rId1"/>
  </p:sldMasterIdLst>
  <p:notesMasterIdLst>
    <p:notesMasterId r:id="rId83"/>
  </p:notesMasterIdLst>
  <p:sldIdLst>
    <p:sldId id="345" r:id="rId2"/>
    <p:sldId id="346" r:id="rId3"/>
    <p:sldId id="347" r:id="rId4"/>
    <p:sldId id="352" r:id="rId5"/>
    <p:sldId id="349" r:id="rId6"/>
    <p:sldId id="264" r:id="rId7"/>
    <p:sldId id="268" r:id="rId8"/>
    <p:sldId id="269" r:id="rId9"/>
    <p:sldId id="270" r:id="rId10"/>
    <p:sldId id="271" r:id="rId11"/>
    <p:sldId id="275" r:id="rId12"/>
    <p:sldId id="272" r:id="rId13"/>
    <p:sldId id="273" r:id="rId14"/>
    <p:sldId id="276" r:id="rId15"/>
    <p:sldId id="274" r:id="rId16"/>
    <p:sldId id="296" r:id="rId17"/>
    <p:sldId id="337" r:id="rId18"/>
    <p:sldId id="335" r:id="rId19"/>
    <p:sldId id="298" r:id="rId20"/>
    <p:sldId id="299" r:id="rId21"/>
    <p:sldId id="338" r:id="rId22"/>
    <p:sldId id="300" r:id="rId23"/>
    <p:sldId id="301" r:id="rId24"/>
    <p:sldId id="325" r:id="rId25"/>
    <p:sldId id="326" r:id="rId26"/>
    <p:sldId id="302" r:id="rId27"/>
    <p:sldId id="303" r:id="rId28"/>
    <p:sldId id="353" r:id="rId29"/>
    <p:sldId id="304" r:id="rId30"/>
    <p:sldId id="305" r:id="rId31"/>
    <p:sldId id="340" r:id="rId32"/>
    <p:sldId id="309" r:id="rId33"/>
    <p:sldId id="310" r:id="rId34"/>
    <p:sldId id="339" r:id="rId35"/>
    <p:sldId id="311" r:id="rId36"/>
    <p:sldId id="328" r:id="rId37"/>
    <p:sldId id="331" r:id="rId38"/>
    <p:sldId id="314" r:id="rId39"/>
    <p:sldId id="316" r:id="rId40"/>
    <p:sldId id="317" r:id="rId41"/>
    <p:sldId id="318" r:id="rId42"/>
    <p:sldId id="319" r:id="rId43"/>
    <p:sldId id="320" r:id="rId44"/>
    <p:sldId id="322" r:id="rId45"/>
    <p:sldId id="323" r:id="rId46"/>
    <p:sldId id="324" r:id="rId47"/>
    <p:sldId id="350" r:id="rId48"/>
    <p:sldId id="354" r:id="rId49"/>
    <p:sldId id="355" r:id="rId50"/>
    <p:sldId id="356" r:id="rId51"/>
    <p:sldId id="357" r:id="rId52"/>
    <p:sldId id="358" r:id="rId53"/>
    <p:sldId id="359" r:id="rId54"/>
    <p:sldId id="360" r:id="rId55"/>
    <p:sldId id="361" r:id="rId56"/>
    <p:sldId id="362" r:id="rId57"/>
    <p:sldId id="363" r:id="rId58"/>
    <p:sldId id="364" r:id="rId59"/>
    <p:sldId id="365" r:id="rId60"/>
    <p:sldId id="366" r:id="rId61"/>
    <p:sldId id="367" r:id="rId62"/>
    <p:sldId id="368" r:id="rId63"/>
    <p:sldId id="369" r:id="rId64"/>
    <p:sldId id="370" r:id="rId65"/>
    <p:sldId id="371" r:id="rId66"/>
    <p:sldId id="372" r:id="rId67"/>
    <p:sldId id="373" r:id="rId68"/>
    <p:sldId id="374" r:id="rId69"/>
    <p:sldId id="375" r:id="rId70"/>
    <p:sldId id="376" r:id="rId71"/>
    <p:sldId id="377" r:id="rId72"/>
    <p:sldId id="378" r:id="rId73"/>
    <p:sldId id="379" r:id="rId74"/>
    <p:sldId id="380" r:id="rId75"/>
    <p:sldId id="381" r:id="rId76"/>
    <p:sldId id="382" r:id="rId77"/>
    <p:sldId id="383" r:id="rId78"/>
    <p:sldId id="384" r:id="rId79"/>
    <p:sldId id="385" r:id="rId80"/>
    <p:sldId id="386" r:id="rId81"/>
    <p:sldId id="387" r:id="rId8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487" autoAdjust="0"/>
    <p:restoredTop sz="80369"/>
  </p:normalViewPr>
  <p:slideViewPr>
    <p:cSldViewPr snapToGrid="0" snapToObjects="1">
      <p:cViewPr>
        <p:scale>
          <a:sx n="80" d="100"/>
          <a:sy n="80" d="100"/>
        </p:scale>
        <p:origin x="-132" y="936"/>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slide" Target="slides/slide75.xml"/><Relationship Id="rId84"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87"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theme" Target="theme/theme1.xml"/></Relationships>
</file>

<file path=ppt/diagrams/colors1.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046B47F-7AA1-3340-BFD4-F11793BB4163}" type="doc">
      <dgm:prSet loTypeId="urn:microsoft.com/office/officeart/2009/3/layout/BlockDescendingList" loCatId="" qsTypeId="urn:microsoft.com/office/officeart/2005/8/quickstyle/simple3" qsCatId="simple" csTypeId="urn:microsoft.com/office/officeart/2005/8/colors/colorful3" csCatId="colorful" phldr="1"/>
      <dgm:spPr/>
      <dgm:t>
        <a:bodyPr/>
        <a:lstStyle/>
        <a:p>
          <a:endParaRPr lang="en-US"/>
        </a:p>
      </dgm:t>
    </dgm:pt>
    <dgm:pt modelId="{61D62620-A5FC-9342-A1DF-1CC92B722CB8}">
      <dgm:prSet phldrT="[Text]" custT="1"/>
      <dgm:spPr/>
      <dgm:t>
        <a:bodyPr anchor="b"/>
        <a:lstStyle/>
        <a:p>
          <a:r>
            <a:rPr lang="en-US" sz="2000" dirty="0" smtClean="0"/>
            <a:t>Virtue</a:t>
          </a:r>
          <a:endParaRPr lang="en-US" sz="2000" dirty="0"/>
        </a:p>
      </dgm:t>
    </dgm:pt>
    <dgm:pt modelId="{9D98FA54-0254-AD4C-8AE2-1EC0C77AD8C6}" type="parTrans" cxnId="{E9383EAC-3466-6C4B-9B77-88A826CD2CB0}">
      <dgm:prSet/>
      <dgm:spPr/>
      <dgm:t>
        <a:bodyPr/>
        <a:lstStyle/>
        <a:p>
          <a:endParaRPr lang="en-US" sz="6600"/>
        </a:p>
      </dgm:t>
    </dgm:pt>
    <dgm:pt modelId="{F729666E-0C2A-1B4C-AC62-4C30245E2972}" type="sibTrans" cxnId="{E9383EAC-3466-6C4B-9B77-88A826CD2CB0}">
      <dgm:prSet/>
      <dgm:spPr/>
      <dgm:t>
        <a:bodyPr/>
        <a:lstStyle/>
        <a:p>
          <a:endParaRPr lang="en-US" sz="6600"/>
        </a:p>
      </dgm:t>
    </dgm:pt>
    <dgm:pt modelId="{C25F7D9E-7916-E942-B51D-317D53B06414}">
      <dgm:prSet phldrT="[Text]" custT="1"/>
      <dgm:spPr/>
      <dgm:t>
        <a:bodyPr anchor="b"/>
        <a:lstStyle/>
        <a:p>
          <a:r>
            <a:rPr lang="en-US" sz="2000" dirty="0" smtClean="0"/>
            <a:t>Relational space</a:t>
          </a:r>
          <a:endParaRPr lang="en-US" sz="2000" dirty="0"/>
        </a:p>
      </dgm:t>
    </dgm:pt>
    <dgm:pt modelId="{2CBA81DB-D6CF-904F-B2C4-FB106BBF1E23}" type="parTrans" cxnId="{D6575936-8017-224F-9280-D7D1F9A50CDD}">
      <dgm:prSet/>
      <dgm:spPr/>
      <dgm:t>
        <a:bodyPr/>
        <a:lstStyle/>
        <a:p>
          <a:endParaRPr lang="en-US" sz="6600"/>
        </a:p>
      </dgm:t>
    </dgm:pt>
    <dgm:pt modelId="{8249C59F-7392-7D40-937E-CDCD32940B3F}" type="sibTrans" cxnId="{D6575936-8017-224F-9280-D7D1F9A50CDD}">
      <dgm:prSet/>
      <dgm:spPr/>
      <dgm:t>
        <a:bodyPr/>
        <a:lstStyle/>
        <a:p>
          <a:endParaRPr lang="en-US" sz="6600"/>
        </a:p>
      </dgm:t>
    </dgm:pt>
    <dgm:pt modelId="{81ED34C2-E84D-AA42-A8C8-6BDD05774618}">
      <dgm:prSet custT="1"/>
      <dgm:spPr/>
      <dgm:t>
        <a:bodyPr anchor="b"/>
        <a:lstStyle/>
        <a:p>
          <a:r>
            <a:rPr lang="en-US" sz="2000" dirty="0" smtClean="0"/>
            <a:t>Virtuous Response</a:t>
          </a:r>
          <a:endParaRPr lang="en-US" sz="2000" dirty="0"/>
        </a:p>
      </dgm:t>
    </dgm:pt>
    <dgm:pt modelId="{37D48BC9-6782-1940-A9EA-95F87F4F3021}" type="parTrans" cxnId="{1038FE7A-128F-C04C-8C0D-BDDD902AB0A3}">
      <dgm:prSet/>
      <dgm:spPr/>
      <dgm:t>
        <a:bodyPr/>
        <a:lstStyle/>
        <a:p>
          <a:endParaRPr lang="en-US" sz="6600"/>
        </a:p>
      </dgm:t>
    </dgm:pt>
    <dgm:pt modelId="{E69576A7-F7BF-564F-BCED-98800495A165}" type="sibTrans" cxnId="{1038FE7A-128F-C04C-8C0D-BDDD902AB0A3}">
      <dgm:prSet/>
      <dgm:spPr/>
      <dgm:t>
        <a:bodyPr/>
        <a:lstStyle/>
        <a:p>
          <a:endParaRPr lang="en-US" sz="6600"/>
        </a:p>
      </dgm:t>
    </dgm:pt>
    <dgm:pt modelId="{75EAC019-89CF-1A4A-9206-F429C78AFFAF}">
      <dgm:prSet custT="1"/>
      <dgm:spPr/>
      <dgm:t>
        <a:bodyPr anchor="b"/>
        <a:lstStyle/>
        <a:p>
          <a:r>
            <a:rPr lang="en-US" sz="2000" dirty="0" smtClean="0"/>
            <a:t>Seeking to Understand</a:t>
          </a:r>
          <a:endParaRPr lang="en-US" sz="2000" dirty="0"/>
        </a:p>
      </dgm:t>
    </dgm:pt>
    <dgm:pt modelId="{57DD3ED8-4B4A-9D44-8DAD-7D5CA64A83FF}" type="parTrans" cxnId="{4020124E-42A5-F941-9E2A-876AF4F0D3AA}">
      <dgm:prSet/>
      <dgm:spPr/>
      <dgm:t>
        <a:bodyPr/>
        <a:lstStyle/>
        <a:p>
          <a:endParaRPr lang="en-US" sz="6600"/>
        </a:p>
      </dgm:t>
    </dgm:pt>
    <dgm:pt modelId="{9098F0F2-B654-0245-9B6A-A3F0A324566F}" type="sibTrans" cxnId="{4020124E-42A5-F941-9E2A-876AF4F0D3AA}">
      <dgm:prSet/>
      <dgm:spPr/>
      <dgm:t>
        <a:bodyPr/>
        <a:lstStyle/>
        <a:p>
          <a:endParaRPr lang="en-US" sz="6600"/>
        </a:p>
      </dgm:t>
    </dgm:pt>
    <dgm:pt modelId="{F2AF9740-2782-8044-AB2E-9391320214C0}">
      <dgm:prSet custT="1"/>
      <dgm:spPr/>
      <dgm:t>
        <a:bodyPr anchor="b"/>
        <a:lstStyle/>
        <a:p>
          <a:r>
            <a:rPr lang="en-US" sz="2000" dirty="0" smtClean="0"/>
            <a:t>Relational Communicating</a:t>
          </a:r>
          <a:endParaRPr lang="en-US" sz="2000" dirty="0"/>
        </a:p>
      </dgm:t>
    </dgm:pt>
    <dgm:pt modelId="{CB505660-CBA3-A541-97CE-C40FEDC0DCBA}" type="parTrans" cxnId="{39E70695-468F-F545-BBAB-68E2CCD1D52B}">
      <dgm:prSet/>
      <dgm:spPr/>
      <dgm:t>
        <a:bodyPr/>
        <a:lstStyle/>
        <a:p>
          <a:endParaRPr lang="en-US" sz="6600"/>
        </a:p>
      </dgm:t>
    </dgm:pt>
    <dgm:pt modelId="{F3115E31-C89D-BA4D-BEFF-C232D9EF2D4D}" type="sibTrans" cxnId="{39E70695-468F-F545-BBAB-68E2CCD1D52B}">
      <dgm:prSet/>
      <dgm:spPr/>
      <dgm:t>
        <a:bodyPr/>
        <a:lstStyle/>
        <a:p>
          <a:endParaRPr lang="en-US" sz="6600"/>
        </a:p>
      </dgm:t>
    </dgm:pt>
    <dgm:pt modelId="{28F0185F-DF1A-7A48-BDD8-AC7A3A02FC2E}">
      <dgm:prSet custT="1"/>
      <dgm:spPr/>
      <dgm:t>
        <a:bodyPr anchor="b"/>
        <a:lstStyle/>
        <a:p>
          <a:r>
            <a:rPr lang="en-US" sz="2000" dirty="0" smtClean="0"/>
            <a:t>Attending to Needs</a:t>
          </a:r>
          <a:endParaRPr lang="en-US" sz="2000" dirty="0"/>
        </a:p>
      </dgm:t>
    </dgm:pt>
    <dgm:pt modelId="{A5F65ADF-84A7-474A-9571-0CBCD83FA276}" type="parTrans" cxnId="{6733D4C1-1D2A-1D46-BAFD-5B678A873FE8}">
      <dgm:prSet/>
      <dgm:spPr/>
      <dgm:t>
        <a:bodyPr/>
        <a:lstStyle/>
        <a:p>
          <a:endParaRPr lang="en-US" sz="6600"/>
        </a:p>
      </dgm:t>
    </dgm:pt>
    <dgm:pt modelId="{A6C9FE41-7DC1-8B4C-A656-6FB14F7696BB}" type="sibTrans" cxnId="{6733D4C1-1D2A-1D46-BAFD-5B678A873FE8}">
      <dgm:prSet/>
      <dgm:spPr/>
      <dgm:t>
        <a:bodyPr/>
        <a:lstStyle/>
        <a:p>
          <a:endParaRPr lang="en-US" sz="6600"/>
        </a:p>
      </dgm:t>
    </dgm:pt>
    <dgm:pt modelId="{B32C89C6-914A-7744-A85E-CFE83BA3D59D}">
      <dgm:prSet custT="1"/>
      <dgm:spPr/>
      <dgm:t>
        <a:bodyPr anchor="b"/>
        <a:lstStyle/>
        <a:p>
          <a:r>
            <a:rPr lang="en-US" sz="2000" dirty="0" smtClean="0"/>
            <a:t>Patient-Reported Outcomes</a:t>
          </a:r>
          <a:endParaRPr lang="en-US" sz="2000" dirty="0"/>
        </a:p>
      </dgm:t>
    </dgm:pt>
    <dgm:pt modelId="{C5094EE1-B008-834D-997A-D1859A22866D}" type="parTrans" cxnId="{D344D358-C65C-D249-B95C-883A5B37CABB}">
      <dgm:prSet/>
      <dgm:spPr/>
      <dgm:t>
        <a:bodyPr/>
        <a:lstStyle/>
        <a:p>
          <a:endParaRPr lang="en-US" sz="6600"/>
        </a:p>
      </dgm:t>
    </dgm:pt>
    <dgm:pt modelId="{0DA8FA90-A513-C147-BB16-8A546776F151}" type="sibTrans" cxnId="{D344D358-C65C-D249-B95C-883A5B37CABB}">
      <dgm:prSet/>
      <dgm:spPr/>
      <dgm:t>
        <a:bodyPr/>
        <a:lstStyle/>
        <a:p>
          <a:endParaRPr lang="en-US" sz="6600"/>
        </a:p>
      </dgm:t>
    </dgm:pt>
    <dgm:pt modelId="{45F53E21-C894-C14F-BAC4-A4A2624F11E0}" type="pres">
      <dgm:prSet presAssocID="{9046B47F-7AA1-3340-BFD4-F11793BB4163}" presName="Name0" presStyleCnt="0">
        <dgm:presLayoutVars>
          <dgm:chMax val="7"/>
          <dgm:chPref val="7"/>
          <dgm:dir/>
          <dgm:animLvl val="lvl"/>
        </dgm:presLayoutVars>
      </dgm:prSet>
      <dgm:spPr/>
      <dgm:t>
        <a:bodyPr/>
        <a:lstStyle/>
        <a:p>
          <a:endParaRPr lang="en-US"/>
        </a:p>
      </dgm:t>
    </dgm:pt>
    <dgm:pt modelId="{E22EFA7A-C2B8-8C4E-BFBB-A40D1B865A15}" type="pres">
      <dgm:prSet presAssocID="{B32C89C6-914A-7744-A85E-CFE83BA3D59D}" presName="parentText_1" presStyleLbl="node1" presStyleIdx="0" presStyleCnt="7">
        <dgm:presLayoutVars>
          <dgm:chMax val="1"/>
          <dgm:chPref val="1"/>
          <dgm:bulletEnabled val="1"/>
        </dgm:presLayoutVars>
      </dgm:prSet>
      <dgm:spPr/>
      <dgm:t>
        <a:bodyPr/>
        <a:lstStyle/>
        <a:p>
          <a:endParaRPr lang="en-US"/>
        </a:p>
      </dgm:t>
    </dgm:pt>
    <dgm:pt modelId="{7B267F52-A43F-E44D-87A1-15C9304D12C1}" type="pres">
      <dgm:prSet presAssocID="{B32C89C6-914A-7744-A85E-CFE83BA3D59D}" presName="childText_1" presStyleLbl="node1" presStyleIdx="0" presStyleCnt="7">
        <dgm:presLayoutVars>
          <dgm:chMax val="0"/>
          <dgm:chPref val="0"/>
          <dgm:bulletEnabled val="1"/>
        </dgm:presLayoutVars>
      </dgm:prSet>
      <dgm:spPr/>
    </dgm:pt>
    <dgm:pt modelId="{8AABBFF5-BB9E-1840-A0CD-48BE6B739101}" type="pres">
      <dgm:prSet presAssocID="{B32C89C6-914A-7744-A85E-CFE83BA3D59D}" presName="accentShape_1" presStyleCnt="0"/>
      <dgm:spPr/>
    </dgm:pt>
    <dgm:pt modelId="{9EB278A0-3909-0749-8AF0-7816AB5DCCB4}" type="pres">
      <dgm:prSet presAssocID="{B32C89C6-914A-7744-A85E-CFE83BA3D59D}" presName="imageRepeatNode" presStyleLbl="node1" presStyleIdx="0" presStyleCnt="7"/>
      <dgm:spPr/>
      <dgm:t>
        <a:bodyPr/>
        <a:lstStyle/>
        <a:p>
          <a:endParaRPr lang="en-US"/>
        </a:p>
      </dgm:t>
    </dgm:pt>
    <dgm:pt modelId="{567BB2B2-BE8C-434E-87A0-99E6B8FB6248}" type="pres">
      <dgm:prSet presAssocID="{75EAC019-89CF-1A4A-9206-F429C78AFFAF}" presName="parentText_2" presStyleLbl="node1" presStyleIdx="0" presStyleCnt="7">
        <dgm:presLayoutVars>
          <dgm:chMax val="1"/>
          <dgm:chPref val="1"/>
          <dgm:bulletEnabled val="1"/>
        </dgm:presLayoutVars>
      </dgm:prSet>
      <dgm:spPr/>
      <dgm:t>
        <a:bodyPr/>
        <a:lstStyle/>
        <a:p>
          <a:endParaRPr lang="en-US"/>
        </a:p>
      </dgm:t>
    </dgm:pt>
    <dgm:pt modelId="{A608D2D9-ADAE-4A47-B268-225884927791}" type="pres">
      <dgm:prSet presAssocID="{75EAC019-89CF-1A4A-9206-F429C78AFFAF}" presName="childText_2" presStyleLbl="node1" presStyleIdx="0" presStyleCnt="7">
        <dgm:presLayoutVars>
          <dgm:chMax val="0"/>
          <dgm:chPref val="0"/>
          <dgm:bulletEnabled val="1"/>
        </dgm:presLayoutVars>
      </dgm:prSet>
      <dgm:spPr/>
    </dgm:pt>
    <dgm:pt modelId="{8CD9AE13-F2B2-5849-8E18-9BCC166826B2}" type="pres">
      <dgm:prSet presAssocID="{75EAC019-89CF-1A4A-9206-F429C78AFFAF}" presName="accentShape_2" presStyleCnt="0"/>
      <dgm:spPr/>
    </dgm:pt>
    <dgm:pt modelId="{489E6F34-E6A7-4643-95B9-C7E8C0A3EBE0}" type="pres">
      <dgm:prSet presAssocID="{75EAC019-89CF-1A4A-9206-F429C78AFFAF}" presName="imageRepeatNode" presStyleLbl="node1" presStyleIdx="1" presStyleCnt="7"/>
      <dgm:spPr/>
      <dgm:t>
        <a:bodyPr/>
        <a:lstStyle/>
        <a:p>
          <a:endParaRPr lang="en-US"/>
        </a:p>
      </dgm:t>
    </dgm:pt>
    <dgm:pt modelId="{8C9669E1-56A0-EF4E-B1C7-945F94279C89}" type="pres">
      <dgm:prSet presAssocID="{81ED34C2-E84D-AA42-A8C8-6BDD05774618}" presName="parentText_3" presStyleLbl="node1" presStyleIdx="1" presStyleCnt="7">
        <dgm:presLayoutVars>
          <dgm:chMax val="1"/>
          <dgm:chPref val="1"/>
          <dgm:bulletEnabled val="1"/>
        </dgm:presLayoutVars>
      </dgm:prSet>
      <dgm:spPr/>
      <dgm:t>
        <a:bodyPr/>
        <a:lstStyle/>
        <a:p>
          <a:endParaRPr lang="en-US"/>
        </a:p>
      </dgm:t>
    </dgm:pt>
    <dgm:pt modelId="{5D6374E1-F542-0241-9145-DD54910B0F17}" type="pres">
      <dgm:prSet presAssocID="{81ED34C2-E84D-AA42-A8C8-6BDD05774618}" presName="childText_3" presStyleLbl="node1" presStyleIdx="1" presStyleCnt="7">
        <dgm:presLayoutVars>
          <dgm:chMax val="0"/>
          <dgm:chPref val="0"/>
          <dgm:bulletEnabled val="1"/>
        </dgm:presLayoutVars>
      </dgm:prSet>
      <dgm:spPr/>
    </dgm:pt>
    <dgm:pt modelId="{9A989720-489A-2F46-97B3-DD0F0ADA8DC5}" type="pres">
      <dgm:prSet presAssocID="{81ED34C2-E84D-AA42-A8C8-6BDD05774618}" presName="accentShape_3" presStyleCnt="0"/>
      <dgm:spPr/>
    </dgm:pt>
    <dgm:pt modelId="{2F69FDF9-4185-6A41-B5A6-48C82C609FE0}" type="pres">
      <dgm:prSet presAssocID="{81ED34C2-E84D-AA42-A8C8-6BDD05774618}" presName="imageRepeatNode" presStyleLbl="node1" presStyleIdx="2" presStyleCnt="7"/>
      <dgm:spPr/>
      <dgm:t>
        <a:bodyPr/>
        <a:lstStyle/>
        <a:p>
          <a:endParaRPr lang="en-US"/>
        </a:p>
      </dgm:t>
    </dgm:pt>
    <dgm:pt modelId="{179D0429-630E-EA4F-A03C-A110D168233E}" type="pres">
      <dgm:prSet presAssocID="{F2AF9740-2782-8044-AB2E-9391320214C0}" presName="parentText_4" presStyleLbl="node1" presStyleIdx="2" presStyleCnt="7">
        <dgm:presLayoutVars>
          <dgm:chMax val="1"/>
          <dgm:chPref val="1"/>
          <dgm:bulletEnabled val="1"/>
        </dgm:presLayoutVars>
      </dgm:prSet>
      <dgm:spPr/>
      <dgm:t>
        <a:bodyPr/>
        <a:lstStyle/>
        <a:p>
          <a:endParaRPr lang="en-US"/>
        </a:p>
      </dgm:t>
    </dgm:pt>
    <dgm:pt modelId="{AB843751-DCEB-3644-9656-F9E3C0E445DC}" type="pres">
      <dgm:prSet presAssocID="{F2AF9740-2782-8044-AB2E-9391320214C0}" presName="childText_4" presStyleLbl="node1" presStyleIdx="2" presStyleCnt="7">
        <dgm:presLayoutVars>
          <dgm:chMax val="0"/>
          <dgm:chPref val="0"/>
          <dgm:bulletEnabled val="1"/>
        </dgm:presLayoutVars>
      </dgm:prSet>
      <dgm:spPr/>
    </dgm:pt>
    <dgm:pt modelId="{CD931481-EC94-5C4B-9501-7367198571DC}" type="pres">
      <dgm:prSet presAssocID="{F2AF9740-2782-8044-AB2E-9391320214C0}" presName="accentShape_4" presStyleCnt="0"/>
      <dgm:spPr/>
    </dgm:pt>
    <dgm:pt modelId="{A1DE72DA-1B1B-D848-AD1B-6F71EDB8D62F}" type="pres">
      <dgm:prSet presAssocID="{F2AF9740-2782-8044-AB2E-9391320214C0}" presName="imageRepeatNode" presStyleLbl="node1" presStyleIdx="3" presStyleCnt="7"/>
      <dgm:spPr/>
      <dgm:t>
        <a:bodyPr/>
        <a:lstStyle/>
        <a:p>
          <a:endParaRPr lang="en-US"/>
        </a:p>
      </dgm:t>
    </dgm:pt>
    <dgm:pt modelId="{2EC2748F-DE26-C244-9E9A-B181EB01B16E}" type="pres">
      <dgm:prSet presAssocID="{28F0185F-DF1A-7A48-BDD8-AC7A3A02FC2E}" presName="parentText_5" presStyleLbl="node1" presStyleIdx="3" presStyleCnt="7">
        <dgm:presLayoutVars>
          <dgm:chMax val="1"/>
          <dgm:chPref val="1"/>
          <dgm:bulletEnabled val="1"/>
        </dgm:presLayoutVars>
      </dgm:prSet>
      <dgm:spPr/>
      <dgm:t>
        <a:bodyPr/>
        <a:lstStyle/>
        <a:p>
          <a:endParaRPr lang="en-US"/>
        </a:p>
      </dgm:t>
    </dgm:pt>
    <dgm:pt modelId="{3A7EB3AC-4203-9447-8E8B-95DDFD8FDF54}" type="pres">
      <dgm:prSet presAssocID="{28F0185F-DF1A-7A48-BDD8-AC7A3A02FC2E}" presName="childText_5" presStyleLbl="node1" presStyleIdx="3" presStyleCnt="7">
        <dgm:presLayoutVars>
          <dgm:chMax val="0"/>
          <dgm:chPref val="0"/>
          <dgm:bulletEnabled val="1"/>
        </dgm:presLayoutVars>
      </dgm:prSet>
      <dgm:spPr/>
    </dgm:pt>
    <dgm:pt modelId="{094F5706-FFC8-6047-8D77-83F94732B53B}" type="pres">
      <dgm:prSet presAssocID="{28F0185F-DF1A-7A48-BDD8-AC7A3A02FC2E}" presName="accentShape_5" presStyleCnt="0"/>
      <dgm:spPr/>
    </dgm:pt>
    <dgm:pt modelId="{F4E25759-E76B-7F4E-A2E3-50540A3D4359}" type="pres">
      <dgm:prSet presAssocID="{28F0185F-DF1A-7A48-BDD8-AC7A3A02FC2E}" presName="imageRepeatNode" presStyleLbl="node1" presStyleIdx="4" presStyleCnt="7"/>
      <dgm:spPr/>
      <dgm:t>
        <a:bodyPr/>
        <a:lstStyle/>
        <a:p>
          <a:endParaRPr lang="en-US"/>
        </a:p>
      </dgm:t>
    </dgm:pt>
    <dgm:pt modelId="{B2088B75-5B54-E147-B382-4B1FD86DDBE5}" type="pres">
      <dgm:prSet presAssocID="{C25F7D9E-7916-E942-B51D-317D53B06414}" presName="parentText_6" presStyleLbl="node1" presStyleIdx="4" presStyleCnt="7">
        <dgm:presLayoutVars>
          <dgm:chMax val="1"/>
          <dgm:chPref val="1"/>
          <dgm:bulletEnabled val="1"/>
        </dgm:presLayoutVars>
      </dgm:prSet>
      <dgm:spPr/>
      <dgm:t>
        <a:bodyPr/>
        <a:lstStyle/>
        <a:p>
          <a:endParaRPr lang="en-US"/>
        </a:p>
      </dgm:t>
    </dgm:pt>
    <dgm:pt modelId="{3B4E485B-AF9D-E743-B199-9ED3BFBFE817}" type="pres">
      <dgm:prSet presAssocID="{C25F7D9E-7916-E942-B51D-317D53B06414}" presName="childText_6" presStyleLbl="node1" presStyleIdx="4" presStyleCnt="7">
        <dgm:presLayoutVars>
          <dgm:chMax val="0"/>
          <dgm:chPref val="0"/>
          <dgm:bulletEnabled val="1"/>
        </dgm:presLayoutVars>
      </dgm:prSet>
      <dgm:spPr/>
    </dgm:pt>
    <dgm:pt modelId="{8288B94A-836B-3445-88E9-D62BAC51727D}" type="pres">
      <dgm:prSet presAssocID="{C25F7D9E-7916-E942-B51D-317D53B06414}" presName="accentShape_6" presStyleCnt="0"/>
      <dgm:spPr/>
    </dgm:pt>
    <dgm:pt modelId="{A056285D-9896-C842-9919-13AB59AFB579}" type="pres">
      <dgm:prSet presAssocID="{C25F7D9E-7916-E942-B51D-317D53B06414}" presName="imageRepeatNode" presStyleLbl="node1" presStyleIdx="5" presStyleCnt="7"/>
      <dgm:spPr/>
      <dgm:t>
        <a:bodyPr/>
        <a:lstStyle/>
        <a:p>
          <a:endParaRPr lang="en-US"/>
        </a:p>
      </dgm:t>
    </dgm:pt>
    <dgm:pt modelId="{72028F49-535D-7342-BEBD-D1886711ECBD}" type="pres">
      <dgm:prSet presAssocID="{61D62620-A5FC-9342-A1DF-1CC92B722CB8}" presName="parentText_7" presStyleLbl="node1" presStyleIdx="5" presStyleCnt="7">
        <dgm:presLayoutVars>
          <dgm:chMax val="1"/>
          <dgm:chPref val="1"/>
          <dgm:bulletEnabled val="1"/>
        </dgm:presLayoutVars>
      </dgm:prSet>
      <dgm:spPr/>
      <dgm:t>
        <a:bodyPr/>
        <a:lstStyle/>
        <a:p>
          <a:endParaRPr lang="en-US"/>
        </a:p>
      </dgm:t>
    </dgm:pt>
    <dgm:pt modelId="{BAC9F906-6827-5442-9AA7-EF9CDB6C153E}" type="pres">
      <dgm:prSet presAssocID="{61D62620-A5FC-9342-A1DF-1CC92B722CB8}" presName="childText_7" presStyleLbl="node1" presStyleIdx="5" presStyleCnt="7">
        <dgm:presLayoutVars>
          <dgm:chMax val="0"/>
          <dgm:chPref val="0"/>
          <dgm:bulletEnabled val="1"/>
        </dgm:presLayoutVars>
      </dgm:prSet>
      <dgm:spPr/>
    </dgm:pt>
    <dgm:pt modelId="{6C9ACC96-C1D1-EF4A-A2B9-F62D7028DDA4}" type="pres">
      <dgm:prSet presAssocID="{61D62620-A5FC-9342-A1DF-1CC92B722CB8}" presName="accentShape_7" presStyleCnt="0"/>
      <dgm:spPr/>
    </dgm:pt>
    <dgm:pt modelId="{AA415619-B787-1847-9D78-798D822809CE}" type="pres">
      <dgm:prSet presAssocID="{61D62620-A5FC-9342-A1DF-1CC92B722CB8}" presName="imageRepeatNode" presStyleLbl="node1" presStyleIdx="6" presStyleCnt="7"/>
      <dgm:spPr/>
      <dgm:t>
        <a:bodyPr/>
        <a:lstStyle/>
        <a:p>
          <a:endParaRPr lang="en-US"/>
        </a:p>
      </dgm:t>
    </dgm:pt>
  </dgm:ptLst>
  <dgm:cxnLst>
    <dgm:cxn modelId="{34ED8BA5-943E-1E41-84B8-D679DB241635}" type="presOf" srcId="{81ED34C2-E84D-AA42-A8C8-6BDD05774618}" destId="{2F69FDF9-4185-6A41-B5A6-48C82C609FE0}" srcOrd="1" destOrd="0" presId="urn:microsoft.com/office/officeart/2009/3/layout/BlockDescendingList"/>
    <dgm:cxn modelId="{39E70695-468F-F545-BBAB-68E2CCD1D52B}" srcId="{9046B47F-7AA1-3340-BFD4-F11793BB4163}" destId="{F2AF9740-2782-8044-AB2E-9391320214C0}" srcOrd="3" destOrd="0" parTransId="{CB505660-CBA3-A541-97CE-C40FEDC0DCBA}" sibTransId="{F3115E31-C89D-BA4D-BEFF-C232D9EF2D4D}"/>
    <dgm:cxn modelId="{67AF51B0-C77A-BB43-AFBE-F3568741D19F}" type="presOf" srcId="{B32C89C6-914A-7744-A85E-CFE83BA3D59D}" destId="{9EB278A0-3909-0749-8AF0-7816AB5DCCB4}" srcOrd="1" destOrd="0" presId="urn:microsoft.com/office/officeart/2009/3/layout/BlockDescendingList"/>
    <dgm:cxn modelId="{211EAC31-47DE-0645-A27D-DAEE6A4745D8}" type="presOf" srcId="{75EAC019-89CF-1A4A-9206-F429C78AFFAF}" destId="{567BB2B2-BE8C-434E-87A0-99E6B8FB6248}" srcOrd="0" destOrd="0" presId="urn:microsoft.com/office/officeart/2009/3/layout/BlockDescendingList"/>
    <dgm:cxn modelId="{7D6A4CF8-7FA1-2041-8BC2-DB778084C910}" type="presOf" srcId="{28F0185F-DF1A-7A48-BDD8-AC7A3A02FC2E}" destId="{F4E25759-E76B-7F4E-A2E3-50540A3D4359}" srcOrd="1" destOrd="0" presId="urn:microsoft.com/office/officeart/2009/3/layout/BlockDescendingList"/>
    <dgm:cxn modelId="{D6575936-8017-224F-9280-D7D1F9A50CDD}" srcId="{9046B47F-7AA1-3340-BFD4-F11793BB4163}" destId="{C25F7D9E-7916-E942-B51D-317D53B06414}" srcOrd="5" destOrd="0" parTransId="{2CBA81DB-D6CF-904F-B2C4-FB106BBF1E23}" sibTransId="{8249C59F-7392-7D40-937E-CDCD32940B3F}"/>
    <dgm:cxn modelId="{742931D4-AE64-504C-929D-A42F105961E5}" type="presOf" srcId="{C25F7D9E-7916-E942-B51D-317D53B06414}" destId="{A056285D-9896-C842-9919-13AB59AFB579}" srcOrd="1" destOrd="0" presId="urn:microsoft.com/office/officeart/2009/3/layout/BlockDescendingList"/>
    <dgm:cxn modelId="{9E9AA07A-B7A3-CE48-970A-3E37455752DC}" type="presOf" srcId="{F2AF9740-2782-8044-AB2E-9391320214C0}" destId="{179D0429-630E-EA4F-A03C-A110D168233E}" srcOrd="0" destOrd="0" presId="urn:microsoft.com/office/officeart/2009/3/layout/BlockDescendingList"/>
    <dgm:cxn modelId="{A301A2CF-5E74-0B41-860D-C4B80A8E1B7B}" type="presOf" srcId="{81ED34C2-E84D-AA42-A8C8-6BDD05774618}" destId="{8C9669E1-56A0-EF4E-B1C7-945F94279C89}" srcOrd="0" destOrd="0" presId="urn:microsoft.com/office/officeart/2009/3/layout/BlockDescendingList"/>
    <dgm:cxn modelId="{99F44A08-9BC4-3345-B14B-FA5D17DBFD2D}" type="presOf" srcId="{C25F7D9E-7916-E942-B51D-317D53B06414}" destId="{B2088B75-5B54-E147-B382-4B1FD86DDBE5}" srcOrd="0" destOrd="0" presId="urn:microsoft.com/office/officeart/2009/3/layout/BlockDescendingList"/>
    <dgm:cxn modelId="{E61A10B6-7B4E-F344-BC69-5896F466DCBA}" type="presOf" srcId="{F2AF9740-2782-8044-AB2E-9391320214C0}" destId="{A1DE72DA-1B1B-D848-AD1B-6F71EDB8D62F}" srcOrd="1" destOrd="0" presId="urn:microsoft.com/office/officeart/2009/3/layout/BlockDescendingList"/>
    <dgm:cxn modelId="{84CC9760-C9F6-7245-AFA6-43778983DB5D}" type="presOf" srcId="{9046B47F-7AA1-3340-BFD4-F11793BB4163}" destId="{45F53E21-C894-C14F-BAC4-A4A2624F11E0}" srcOrd="0" destOrd="0" presId="urn:microsoft.com/office/officeart/2009/3/layout/BlockDescendingList"/>
    <dgm:cxn modelId="{D344D358-C65C-D249-B95C-883A5B37CABB}" srcId="{9046B47F-7AA1-3340-BFD4-F11793BB4163}" destId="{B32C89C6-914A-7744-A85E-CFE83BA3D59D}" srcOrd="0" destOrd="0" parTransId="{C5094EE1-B008-834D-997A-D1859A22866D}" sibTransId="{0DA8FA90-A513-C147-BB16-8A546776F151}"/>
    <dgm:cxn modelId="{D2F005FC-73A7-3F44-ACC6-73EB048A2FC1}" type="presOf" srcId="{61D62620-A5FC-9342-A1DF-1CC92B722CB8}" destId="{AA415619-B787-1847-9D78-798D822809CE}" srcOrd="1" destOrd="0" presId="urn:microsoft.com/office/officeart/2009/3/layout/BlockDescendingList"/>
    <dgm:cxn modelId="{6733D4C1-1D2A-1D46-BAFD-5B678A873FE8}" srcId="{9046B47F-7AA1-3340-BFD4-F11793BB4163}" destId="{28F0185F-DF1A-7A48-BDD8-AC7A3A02FC2E}" srcOrd="4" destOrd="0" parTransId="{A5F65ADF-84A7-474A-9571-0CBCD83FA276}" sibTransId="{A6C9FE41-7DC1-8B4C-A656-6FB14F7696BB}"/>
    <dgm:cxn modelId="{FC56A58F-9C1D-9143-8302-BEAE78F3181C}" type="presOf" srcId="{B32C89C6-914A-7744-A85E-CFE83BA3D59D}" destId="{E22EFA7A-C2B8-8C4E-BFBB-A40D1B865A15}" srcOrd="0" destOrd="0" presId="urn:microsoft.com/office/officeart/2009/3/layout/BlockDescendingList"/>
    <dgm:cxn modelId="{5F637BE1-5559-A54E-92DC-F2F8DEA639CD}" type="presOf" srcId="{61D62620-A5FC-9342-A1DF-1CC92B722CB8}" destId="{72028F49-535D-7342-BEBD-D1886711ECBD}" srcOrd="0" destOrd="0" presId="urn:microsoft.com/office/officeart/2009/3/layout/BlockDescendingList"/>
    <dgm:cxn modelId="{4020124E-42A5-F941-9E2A-876AF4F0D3AA}" srcId="{9046B47F-7AA1-3340-BFD4-F11793BB4163}" destId="{75EAC019-89CF-1A4A-9206-F429C78AFFAF}" srcOrd="1" destOrd="0" parTransId="{57DD3ED8-4B4A-9D44-8DAD-7D5CA64A83FF}" sibTransId="{9098F0F2-B654-0245-9B6A-A3F0A324566F}"/>
    <dgm:cxn modelId="{E9383EAC-3466-6C4B-9B77-88A826CD2CB0}" srcId="{9046B47F-7AA1-3340-BFD4-F11793BB4163}" destId="{61D62620-A5FC-9342-A1DF-1CC92B722CB8}" srcOrd="6" destOrd="0" parTransId="{9D98FA54-0254-AD4C-8AE2-1EC0C77AD8C6}" sibTransId="{F729666E-0C2A-1B4C-AC62-4C30245E2972}"/>
    <dgm:cxn modelId="{50090D09-FFBC-B843-B951-027935999E68}" type="presOf" srcId="{75EAC019-89CF-1A4A-9206-F429C78AFFAF}" destId="{489E6F34-E6A7-4643-95B9-C7E8C0A3EBE0}" srcOrd="1" destOrd="0" presId="urn:microsoft.com/office/officeart/2009/3/layout/BlockDescendingList"/>
    <dgm:cxn modelId="{80988D1F-8CB5-A94F-8AF5-DA0DF0AA9C71}" type="presOf" srcId="{28F0185F-DF1A-7A48-BDD8-AC7A3A02FC2E}" destId="{2EC2748F-DE26-C244-9E9A-B181EB01B16E}" srcOrd="0" destOrd="0" presId="urn:microsoft.com/office/officeart/2009/3/layout/BlockDescendingList"/>
    <dgm:cxn modelId="{1038FE7A-128F-C04C-8C0D-BDDD902AB0A3}" srcId="{9046B47F-7AA1-3340-BFD4-F11793BB4163}" destId="{81ED34C2-E84D-AA42-A8C8-6BDD05774618}" srcOrd="2" destOrd="0" parTransId="{37D48BC9-6782-1940-A9EA-95F87F4F3021}" sibTransId="{E69576A7-F7BF-564F-BCED-98800495A165}"/>
    <dgm:cxn modelId="{D9BA5353-4F44-374D-90A1-5F0A88369700}" type="presParOf" srcId="{45F53E21-C894-C14F-BAC4-A4A2624F11E0}" destId="{E22EFA7A-C2B8-8C4E-BFBB-A40D1B865A15}" srcOrd="0" destOrd="0" presId="urn:microsoft.com/office/officeart/2009/3/layout/BlockDescendingList"/>
    <dgm:cxn modelId="{9F218537-77D3-3D4B-BF53-E19F9225CC93}" type="presParOf" srcId="{45F53E21-C894-C14F-BAC4-A4A2624F11E0}" destId="{7B267F52-A43F-E44D-87A1-15C9304D12C1}" srcOrd="1" destOrd="0" presId="urn:microsoft.com/office/officeart/2009/3/layout/BlockDescendingList"/>
    <dgm:cxn modelId="{7A7F4EC8-7A5F-1943-806C-BBBF9F2EB459}" type="presParOf" srcId="{45F53E21-C894-C14F-BAC4-A4A2624F11E0}" destId="{8AABBFF5-BB9E-1840-A0CD-48BE6B739101}" srcOrd="2" destOrd="0" presId="urn:microsoft.com/office/officeart/2009/3/layout/BlockDescendingList"/>
    <dgm:cxn modelId="{BD009A13-0417-C743-AA16-D73080CF520C}" type="presParOf" srcId="{8AABBFF5-BB9E-1840-A0CD-48BE6B739101}" destId="{9EB278A0-3909-0749-8AF0-7816AB5DCCB4}" srcOrd="0" destOrd="0" presId="urn:microsoft.com/office/officeart/2009/3/layout/BlockDescendingList"/>
    <dgm:cxn modelId="{B63FFDEC-D73C-3341-8BBC-9A3E4DFF6800}" type="presParOf" srcId="{45F53E21-C894-C14F-BAC4-A4A2624F11E0}" destId="{567BB2B2-BE8C-434E-87A0-99E6B8FB6248}" srcOrd="3" destOrd="0" presId="urn:microsoft.com/office/officeart/2009/3/layout/BlockDescendingList"/>
    <dgm:cxn modelId="{D4AAA403-39F4-974F-A486-088321A1C8FA}" type="presParOf" srcId="{45F53E21-C894-C14F-BAC4-A4A2624F11E0}" destId="{A608D2D9-ADAE-4A47-B268-225884927791}" srcOrd="4" destOrd="0" presId="urn:microsoft.com/office/officeart/2009/3/layout/BlockDescendingList"/>
    <dgm:cxn modelId="{E2A11B9E-617B-A043-9CA0-8980686EB156}" type="presParOf" srcId="{45F53E21-C894-C14F-BAC4-A4A2624F11E0}" destId="{8CD9AE13-F2B2-5849-8E18-9BCC166826B2}" srcOrd="5" destOrd="0" presId="urn:microsoft.com/office/officeart/2009/3/layout/BlockDescendingList"/>
    <dgm:cxn modelId="{4BD19D51-9EBB-544C-B640-B80D4C3E16C2}" type="presParOf" srcId="{8CD9AE13-F2B2-5849-8E18-9BCC166826B2}" destId="{489E6F34-E6A7-4643-95B9-C7E8C0A3EBE0}" srcOrd="0" destOrd="0" presId="urn:microsoft.com/office/officeart/2009/3/layout/BlockDescendingList"/>
    <dgm:cxn modelId="{5A9789C1-63FB-3144-B4B2-A2C27D4000A7}" type="presParOf" srcId="{45F53E21-C894-C14F-BAC4-A4A2624F11E0}" destId="{8C9669E1-56A0-EF4E-B1C7-945F94279C89}" srcOrd="6" destOrd="0" presId="urn:microsoft.com/office/officeart/2009/3/layout/BlockDescendingList"/>
    <dgm:cxn modelId="{F06CD3F9-0B0D-DA44-B4CC-AAF4800A9E3A}" type="presParOf" srcId="{45F53E21-C894-C14F-BAC4-A4A2624F11E0}" destId="{5D6374E1-F542-0241-9145-DD54910B0F17}" srcOrd="7" destOrd="0" presId="urn:microsoft.com/office/officeart/2009/3/layout/BlockDescendingList"/>
    <dgm:cxn modelId="{2BD4AA09-1147-4A45-B874-9B79AE6562EA}" type="presParOf" srcId="{45F53E21-C894-C14F-BAC4-A4A2624F11E0}" destId="{9A989720-489A-2F46-97B3-DD0F0ADA8DC5}" srcOrd="8" destOrd="0" presId="urn:microsoft.com/office/officeart/2009/3/layout/BlockDescendingList"/>
    <dgm:cxn modelId="{487DCB93-36D0-AC4B-A508-6D71F8B893E3}" type="presParOf" srcId="{9A989720-489A-2F46-97B3-DD0F0ADA8DC5}" destId="{2F69FDF9-4185-6A41-B5A6-48C82C609FE0}" srcOrd="0" destOrd="0" presId="urn:microsoft.com/office/officeart/2009/3/layout/BlockDescendingList"/>
    <dgm:cxn modelId="{74FDD0AF-CB08-2F4B-85D3-9FA2097B969D}" type="presParOf" srcId="{45F53E21-C894-C14F-BAC4-A4A2624F11E0}" destId="{179D0429-630E-EA4F-A03C-A110D168233E}" srcOrd="9" destOrd="0" presId="urn:microsoft.com/office/officeart/2009/3/layout/BlockDescendingList"/>
    <dgm:cxn modelId="{3BD30B45-1D7C-0644-9415-EB23C7CAA397}" type="presParOf" srcId="{45F53E21-C894-C14F-BAC4-A4A2624F11E0}" destId="{AB843751-DCEB-3644-9656-F9E3C0E445DC}" srcOrd="10" destOrd="0" presId="urn:microsoft.com/office/officeart/2009/3/layout/BlockDescendingList"/>
    <dgm:cxn modelId="{3844E4D3-9D49-4C48-A2B3-F99915E36212}" type="presParOf" srcId="{45F53E21-C894-C14F-BAC4-A4A2624F11E0}" destId="{CD931481-EC94-5C4B-9501-7367198571DC}" srcOrd="11" destOrd="0" presId="urn:microsoft.com/office/officeart/2009/3/layout/BlockDescendingList"/>
    <dgm:cxn modelId="{2DBA6E70-6E19-AC42-BC17-59FE8AFE0987}" type="presParOf" srcId="{CD931481-EC94-5C4B-9501-7367198571DC}" destId="{A1DE72DA-1B1B-D848-AD1B-6F71EDB8D62F}" srcOrd="0" destOrd="0" presId="urn:microsoft.com/office/officeart/2009/3/layout/BlockDescendingList"/>
    <dgm:cxn modelId="{39EDA953-0298-A842-999F-FC6EA78DEF37}" type="presParOf" srcId="{45F53E21-C894-C14F-BAC4-A4A2624F11E0}" destId="{2EC2748F-DE26-C244-9E9A-B181EB01B16E}" srcOrd="12" destOrd="0" presId="urn:microsoft.com/office/officeart/2009/3/layout/BlockDescendingList"/>
    <dgm:cxn modelId="{F3AAD879-BFA0-0F40-84CD-6EF157B0350F}" type="presParOf" srcId="{45F53E21-C894-C14F-BAC4-A4A2624F11E0}" destId="{3A7EB3AC-4203-9447-8E8B-95DDFD8FDF54}" srcOrd="13" destOrd="0" presId="urn:microsoft.com/office/officeart/2009/3/layout/BlockDescendingList"/>
    <dgm:cxn modelId="{3F6BAE43-200C-7347-A423-C13BC16260C6}" type="presParOf" srcId="{45F53E21-C894-C14F-BAC4-A4A2624F11E0}" destId="{094F5706-FFC8-6047-8D77-83F94732B53B}" srcOrd="14" destOrd="0" presId="urn:microsoft.com/office/officeart/2009/3/layout/BlockDescendingList"/>
    <dgm:cxn modelId="{6AF36C4F-FCFA-FB41-A73C-CEF28E0B456D}" type="presParOf" srcId="{094F5706-FFC8-6047-8D77-83F94732B53B}" destId="{F4E25759-E76B-7F4E-A2E3-50540A3D4359}" srcOrd="0" destOrd="0" presId="urn:microsoft.com/office/officeart/2009/3/layout/BlockDescendingList"/>
    <dgm:cxn modelId="{1C837F05-765C-C342-BCEB-3196FBEF9A3A}" type="presParOf" srcId="{45F53E21-C894-C14F-BAC4-A4A2624F11E0}" destId="{B2088B75-5B54-E147-B382-4B1FD86DDBE5}" srcOrd="15" destOrd="0" presId="urn:microsoft.com/office/officeart/2009/3/layout/BlockDescendingList"/>
    <dgm:cxn modelId="{4C9ADB0A-5348-A040-8272-AC34136F27A5}" type="presParOf" srcId="{45F53E21-C894-C14F-BAC4-A4A2624F11E0}" destId="{3B4E485B-AF9D-E743-B199-9ED3BFBFE817}" srcOrd="16" destOrd="0" presId="urn:microsoft.com/office/officeart/2009/3/layout/BlockDescendingList"/>
    <dgm:cxn modelId="{DB782BA4-49F0-E84A-811B-79913E85D4AD}" type="presParOf" srcId="{45F53E21-C894-C14F-BAC4-A4A2624F11E0}" destId="{8288B94A-836B-3445-88E9-D62BAC51727D}" srcOrd="17" destOrd="0" presId="urn:microsoft.com/office/officeart/2009/3/layout/BlockDescendingList"/>
    <dgm:cxn modelId="{8FC85301-55B3-444B-9F88-9915257CD9AD}" type="presParOf" srcId="{8288B94A-836B-3445-88E9-D62BAC51727D}" destId="{A056285D-9896-C842-9919-13AB59AFB579}" srcOrd="0" destOrd="0" presId="urn:microsoft.com/office/officeart/2009/3/layout/BlockDescendingList"/>
    <dgm:cxn modelId="{9BC5DF75-FA49-AB48-8A40-B76812E19A4A}" type="presParOf" srcId="{45F53E21-C894-C14F-BAC4-A4A2624F11E0}" destId="{72028F49-535D-7342-BEBD-D1886711ECBD}" srcOrd="18" destOrd="0" presId="urn:microsoft.com/office/officeart/2009/3/layout/BlockDescendingList"/>
    <dgm:cxn modelId="{09878F82-26F2-7846-BB90-BE2F01BE4241}" type="presParOf" srcId="{45F53E21-C894-C14F-BAC4-A4A2624F11E0}" destId="{BAC9F906-6827-5442-9AA7-EF9CDB6C153E}" srcOrd="19" destOrd="0" presId="urn:microsoft.com/office/officeart/2009/3/layout/BlockDescendingList"/>
    <dgm:cxn modelId="{BFA6236F-E797-564C-AC3D-E9030FAEA10A}" type="presParOf" srcId="{45F53E21-C894-C14F-BAC4-A4A2624F11E0}" destId="{6C9ACC96-C1D1-EF4A-A2B9-F62D7028DDA4}" srcOrd="20" destOrd="0" presId="urn:microsoft.com/office/officeart/2009/3/layout/BlockDescendingList"/>
    <dgm:cxn modelId="{EAE7E402-71B1-2946-A046-56ADE0E5DEAD}" type="presParOf" srcId="{6C9ACC96-C1D1-EF4A-A2B9-F62D7028DDA4}" destId="{AA415619-B787-1847-9D78-798D822809CE}" srcOrd="0" destOrd="0" presId="urn:microsoft.com/office/officeart/2009/3/layout/BlockDescending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056285D-9896-C842-9919-13AB59AFB579}">
      <dsp:nvSpPr>
        <dsp:cNvPr id="0" name=""/>
        <dsp:cNvSpPr/>
      </dsp:nvSpPr>
      <dsp:spPr>
        <a:xfrm>
          <a:off x="5498335" y="1702446"/>
          <a:ext cx="977156" cy="1611370"/>
        </a:xfrm>
        <a:prstGeom prst="rect">
          <a:avLst/>
        </a:prstGeom>
        <a:gradFill rotWithShape="0">
          <a:gsLst>
            <a:gs pos="0">
              <a:schemeClr val="accent3">
                <a:hueOff val="-10273472"/>
                <a:satOff val="10468"/>
                <a:lumOff val="-1962"/>
                <a:alphaOff val="0"/>
                <a:tint val="60000"/>
                <a:lumMod val="110000"/>
              </a:schemeClr>
            </a:gs>
            <a:gs pos="100000">
              <a:schemeClr val="accent3">
                <a:hueOff val="-10273472"/>
                <a:satOff val="10468"/>
                <a:lumOff val="-1962"/>
                <a:alphaOff val="0"/>
                <a:tint val="82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0" tIns="0" rIns="76200" bIns="25400" numCol="1" spcCol="1270" anchor="b" anchorCtr="0">
          <a:noAutofit/>
        </a:bodyPr>
        <a:lstStyle/>
        <a:p>
          <a:pPr lvl="0" algn="r" defTabSz="889000">
            <a:lnSpc>
              <a:spcPct val="90000"/>
            </a:lnSpc>
            <a:spcBef>
              <a:spcPct val="0"/>
            </a:spcBef>
            <a:spcAft>
              <a:spcPct val="35000"/>
            </a:spcAft>
          </a:pPr>
          <a:r>
            <a:rPr lang="en-US" sz="2000" kern="1200" dirty="0" smtClean="0"/>
            <a:t>Relational space</a:t>
          </a:r>
          <a:endParaRPr lang="en-US" sz="2000" kern="1200" dirty="0"/>
        </a:p>
      </dsp:txBody>
      <dsp:txXfrm rot="16200000">
        <a:off x="5584259" y="2300532"/>
        <a:ext cx="1450233" cy="254060"/>
      </dsp:txXfrm>
    </dsp:sp>
    <dsp:sp modelId="{AA415619-B787-1847-9D78-798D822809CE}">
      <dsp:nvSpPr>
        <dsp:cNvPr id="0" name=""/>
        <dsp:cNvSpPr/>
      </dsp:nvSpPr>
      <dsp:spPr>
        <a:xfrm>
          <a:off x="6567124" y="1933115"/>
          <a:ext cx="977156" cy="1381253"/>
        </a:xfrm>
        <a:prstGeom prst="rect">
          <a:avLst/>
        </a:prstGeom>
        <a:gradFill rotWithShape="0">
          <a:gsLst>
            <a:gs pos="0">
              <a:schemeClr val="accent3">
                <a:hueOff val="-12328166"/>
                <a:satOff val="12562"/>
                <a:lumOff val="-2354"/>
                <a:alphaOff val="0"/>
                <a:tint val="60000"/>
                <a:lumMod val="110000"/>
              </a:schemeClr>
            </a:gs>
            <a:gs pos="100000">
              <a:schemeClr val="accent3">
                <a:hueOff val="-12328166"/>
                <a:satOff val="12562"/>
                <a:lumOff val="-2354"/>
                <a:alphaOff val="0"/>
                <a:tint val="82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0" tIns="0" rIns="76200" bIns="25400" numCol="1" spcCol="1270" anchor="b" anchorCtr="0">
          <a:noAutofit/>
        </a:bodyPr>
        <a:lstStyle/>
        <a:p>
          <a:pPr lvl="0" algn="r" defTabSz="889000">
            <a:lnSpc>
              <a:spcPct val="90000"/>
            </a:lnSpc>
            <a:spcBef>
              <a:spcPct val="0"/>
            </a:spcBef>
            <a:spcAft>
              <a:spcPct val="35000"/>
            </a:spcAft>
          </a:pPr>
          <a:r>
            <a:rPr lang="en-US" sz="2000" kern="1200" dirty="0" smtClean="0"/>
            <a:t>Virtue</a:t>
          </a:r>
          <a:endParaRPr lang="en-US" sz="2000" kern="1200" dirty="0"/>
        </a:p>
      </dsp:txBody>
      <dsp:txXfrm rot="16200000">
        <a:off x="6756601" y="2427649"/>
        <a:ext cx="1243127" cy="254060"/>
      </dsp:txXfrm>
    </dsp:sp>
    <dsp:sp modelId="{F4E25759-E76B-7F4E-A2E3-50540A3D4359}">
      <dsp:nvSpPr>
        <dsp:cNvPr id="0" name=""/>
        <dsp:cNvSpPr/>
      </dsp:nvSpPr>
      <dsp:spPr>
        <a:xfrm>
          <a:off x="4421076" y="1472329"/>
          <a:ext cx="977156" cy="1841486"/>
        </a:xfrm>
        <a:prstGeom prst="rect">
          <a:avLst/>
        </a:prstGeom>
        <a:gradFill rotWithShape="0">
          <a:gsLst>
            <a:gs pos="0">
              <a:schemeClr val="accent3">
                <a:hueOff val="-8218778"/>
                <a:satOff val="8375"/>
                <a:lumOff val="-1569"/>
                <a:alphaOff val="0"/>
                <a:tint val="60000"/>
                <a:lumMod val="110000"/>
              </a:schemeClr>
            </a:gs>
            <a:gs pos="100000">
              <a:schemeClr val="accent3">
                <a:hueOff val="-8218778"/>
                <a:satOff val="8375"/>
                <a:lumOff val="-1569"/>
                <a:alphaOff val="0"/>
                <a:tint val="82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0" tIns="0" rIns="114300" bIns="25400" numCol="1" spcCol="1270" anchor="b" anchorCtr="0">
          <a:noAutofit/>
        </a:bodyPr>
        <a:lstStyle/>
        <a:p>
          <a:pPr lvl="0" algn="r" defTabSz="889000">
            <a:lnSpc>
              <a:spcPct val="90000"/>
            </a:lnSpc>
            <a:spcBef>
              <a:spcPct val="0"/>
            </a:spcBef>
            <a:spcAft>
              <a:spcPct val="35000"/>
            </a:spcAft>
          </a:pPr>
          <a:r>
            <a:rPr lang="en-US" sz="2000" kern="1200" dirty="0" smtClean="0"/>
            <a:t>Attending to Needs</a:t>
          </a:r>
          <a:endParaRPr lang="en-US" sz="2000" kern="1200" dirty="0"/>
        </a:p>
      </dsp:txBody>
      <dsp:txXfrm rot="16200000">
        <a:off x="4403216" y="2173968"/>
        <a:ext cx="1657338" cy="254060"/>
      </dsp:txXfrm>
    </dsp:sp>
    <dsp:sp modelId="{A1DE72DA-1B1B-D848-AD1B-6F71EDB8D62F}">
      <dsp:nvSpPr>
        <dsp:cNvPr id="0" name=""/>
        <dsp:cNvSpPr/>
      </dsp:nvSpPr>
      <dsp:spPr>
        <a:xfrm>
          <a:off x="3355366" y="1242212"/>
          <a:ext cx="977156" cy="2071603"/>
        </a:xfrm>
        <a:prstGeom prst="rect">
          <a:avLst/>
        </a:prstGeom>
        <a:gradFill rotWithShape="0">
          <a:gsLst>
            <a:gs pos="0">
              <a:schemeClr val="accent3">
                <a:hueOff val="-6164083"/>
                <a:satOff val="6281"/>
                <a:lumOff val="-1177"/>
                <a:alphaOff val="0"/>
                <a:tint val="60000"/>
                <a:lumMod val="110000"/>
              </a:schemeClr>
            </a:gs>
            <a:gs pos="100000">
              <a:schemeClr val="accent3">
                <a:hueOff val="-6164083"/>
                <a:satOff val="6281"/>
                <a:lumOff val="-1177"/>
                <a:alphaOff val="0"/>
                <a:tint val="82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0" tIns="0" rIns="114300" bIns="25400" numCol="1" spcCol="1270" anchor="b" anchorCtr="0">
          <a:noAutofit/>
        </a:bodyPr>
        <a:lstStyle/>
        <a:p>
          <a:pPr lvl="0" algn="r" defTabSz="889000">
            <a:lnSpc>
              <a:spcPct val="90000"/>
            </a:lnSpc>
            <a:spcBef>
              <a:spcPct val="0"/>
            </a:spcBef>
            <a:spcAft>
              <a:spcPct val="35000"/>
            </a:spcAft>
          </a:pPr>
          <a:r>
            <a:rPr lang="en-US" sz="2000" kern="1200" dirty="0" smtClean="0"/>
            <a:t>Relational Communicating</a:t>
          </a:r>
          <a:endParaRPr lang="en-US" sz="2000" kern="1200" dirty="0"/>
        </a:p>
      </dsp:txBody>
      <dsp:txXfrm rot="16200000">
        <a:off x="3233954" y="2047403"/>
        <a:ext cx="1864443" cy="254060"/>
      </dsp:txXfrm>
    </dsp:sp>
    <dsp:sp modelId="{2F69FDF9-4185-6A41-B5A6-48C82C609FE0}">
      <dsp:nvSpPr>
        <dsp:cNvPr id="0" name=""/>
        <dsp:cNvSpPr/>
      </dsp:nvSpPr>
      <dsp:spPr>
        <a:xfrm>
          <a:off x="2288887" y="1012095"/>
          <a:ext cx="977156" cy="2301720"/>
        </a:xfrm>
        <a:prstGeom prst="rect">
          <a:avLst/>
        </a:prstGeom>
        <a:gradFill rotWithShape="0">
          <a:gsLst>
            <a:gs pos="0">
              <a:schemeClr val="accent3">
                <a:hueOff val="-4109389"/>
                <a:satOff val="4187"/>
                <a:lumOff val="-785"/>
                <a:alphaOff val="0"/>
                <a:tint val="60000"/>
                <a:lumMod val="110000"/>
              </a:schemeClr>
            </a:gs>
            <a:gs pos="100000">
              <a:schemeClr val="accent3">
                <a:hueOff val="-4109389"/>
                <a:satOff val="4187"/>
                <a:lumOff val="-785"/>
                <a:alphaOff val="0"/>
                <a:tint val="82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0" tIns="0" rIns="114300" bIns="25400" numCol="1" spcCol="1270" anchor="b" anchorCtr="0">
          <a:noAutofit/>
        </a:bodyPr>
        <a:lstStyle/>
        <a:p>
          <a:pPr lvl="0" algn="r" defTabSz="889000">
            <a:lnSpc>
              <a:spcPct val="90000"/>
            </a:lnSpc>
            <a:spcBef>
              <a:spcPct val="0"/>
            </a:spcBef>
            <a:spcAft>
              <a:spcPct val="35000"/>
            </a:spcAft>
          </a:pPr>
          <a:r>
            <a:rPr lang="en-US" sz="2000" kern="1200" dirty="0" smtClean="0"/>
            <a:t>Virtuous Response</a:t>
          </a:r>
          <a:endParaRPr lang="en-US" sz="2000" kern="1200" dirty="0"/>
        </a:p>
      </dsp:txBody>
      <dsp:txXfrm rot="16200000">
        <a:off x="2064153" y="1920839"/>
        <a:ext cx="2071548" cy="254060"/>
      </dsp:txXfrm>
    </dsp:sp>
    <dsp:sp modelId="{489E6F34-E6A7-4643-95B9-C7E8C0A3EBE0}">
      <dsp:nvSpPr>
        <dsp:cNvPr id="0" name=""/>
        <dsp:cNvSpPr/>
      </dsp:nvSpPr>
      <dsp:spPr>
        <a:xfrm>
          <a:off x="1222408" y="781978"/>
          <a:ext cx="977156" cy="2531837"/>
        </a:xfrm>
        <a:prstGeom prst="rect">
          <a:avLst/>
        </a:prstGeom>
        <a:gradFill rotWithShape="0">
          <a:gsLst>
            <a:gs pos="0">
              <a:schemeClr val="accent3">
                <a:hueOff val="-2054694"/>
                <a:satOff val="2094"/>
                <a:lumOff val="-392"/>
                <a:alphaOff val="0"/>
                <a:tint val="60000"/>
                <a:lumMod val="110000"/>
              </a:schemeClr>
            </a:gs>
            <a:gs pos="100000">
              <a:schemeClr val="accent3">
                <a:hueOff val="-2054694"/>
                <a:satOff val="2094"/>
                <a:lumOff val="-392"/>
                <a:alphaOff val="0"/>
                <a:tint val="82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0" tIns="0" rIns="114300" bIns="25400" numCol="1" spcCol="1270" anchor="b" anchorCtr="0">
          <a:noAutofit/>
        </a:bodyPr>
        <a:lstStyle/>
        <a:p>
          <a:pPr lvl="0" algn="r" defTabSz="889000">
            <a:lnSpc>
              <a:spcPct val="90000"/>
            </a:lnSpc>
            <a:spcBef>
              <a:spcPct val="0"/>
            </a:spcBef>
            <a:spcAft>
              <a:spcPct val="35000"/>
            </a:spcAft>
          </a:pPr>
          <a:r>
            <a:rPr lang="en-US" sz="2000" kern="1200" dirty="0" smtClean="0"/>
            <a:t>Seeking to Understand</a:t>
          </a:r>
          <a:endParaRPr lang="en-US" sz="2000" kern="1200" dirty="0"/>
        </a:p>
      </dsp:txBody>
      <dsp:txXfrm rot="16200000">
        <a:off x="893890" y="1794275"/>
        <a:ext cx="2278653" cy="254060"/>
      </dsp:txXfrm>
    </dsp:sp>
    <dsp:sp modelId="{9EB278A0-3909-0749-8AF0-7816AB5DCCB4}">
      <dsp:nvSpPr>
        <dsp:cNvPr id="0" name=""/>
        <dsp:cNvSpPr/>
      </dsp:nvSpPr>
      <dsp:spPr>
        <a:xfrm>
          <a:off x="155929" y="551862"/>
          <a:ext cx="977156" cy="2762506"/>
        </a:xfrm>
        <a:prstGeom prst="rect">
          <a:avLst/>
        </a:prstGeom>
        <a:gradFill rotWithShape="0">
          <a:gsLst>
            <a:gs pos="0">
              <a:schemeClr val="accent3">
                <a:hueOff val="0"/>
                <a:satOff val="0"/>
                <a:lumOff val="0"/>
                <a:alphaOff val="0"/>
                <a:tint val="60000"/>
                <a:lumMod val="110000"/>
              </a:schemeClr>
            </a:gs>
            <a:gs pos="100000">
              <a:schemeClr val="accent3">
                <a:hueOff val="0"/>
                <a:satOff val="0"/>
                <a:lumOff val="0"/>
                <a:alphaOff val="0"/>
                <a:tint val="82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0" tIns="0" rIns="114300" bIns="25400" numCol="1" spcCol="1270" anchor="b" anchorCtr="0">
          <a:noAutofit/>
        </a:bodyPr>
        <a:lstStyle/>
        <a:p>
          <a:pPr lvl="0" algn="r" defTabSz="889000">
            <a:lnSpc>
              <a:spcPct val="90000"/>
            </a:lnSpc>
            <a:spcBef>
              <a:spcPct val="0"/>
            </a:spcBef>
            <a:spcAft>
              <a:spcPct val="35000"/>
            </a:spcAft>
          </a:pPr>
          <a:r>
            <a:rPr lang="en-US" sz="2000" kern="1200" dirty="0" smtClean="0"/>
            <a:t>Patient-Reported Outcomes</a:t>
          </a:r>
          <a:endParaRPr lang="en-US" sz="2000" kern="1200" dirty="0"/>
        </a:p>
      </dsp:txBody>
      <dsp:txXfrm rot="16200000">
        <a:off x="-276389" y="1667959"/>
        <a:ext cx="2486255" cy="254060"/>
      </dsp:txXfrm>
    </dsp:sp>
  </dsp:spTree>
</dsp:drawing>
</file>

<file path=ppt/diagrams/layout1.xml><?xml version="1.0" encoding="utf-8"?>
<dgm:layoutDef xmlns:dgm="http://schemas.openxmlformats.org/drawingml/2006/diagram" xmlns:a="http://schemas.openxmlformats.org/drawingml/2006/main" uniqueId="urn:microsoft.com/office/officeart/2009/3/layout/BlockDescendingList">
  <dgm:title val=""/>
  <dgm:desc val=""/>
  <dgm:catLst>
    <dgm:cat type="list" pri="18500"/>
  </dgm:catLst>
  <dgm:sampData>
    <dgm:dataModel>
      <dgm:ptLst>
        <dgm:pt modelId="0" type="doc"/>
        <dgm:pt modelId="10">
          <dgm:prSet phldr="1"/>
        </dgm:pt>
        <dgm:pt modelId="11">
          <dgm:prSet phldr="1"/>
        </dgm:pt>
        <dgm:pt modelId="12">
          <dgm:prSet phldr="1"/>
        </dgm:pt>
        <dgm:pt modelId="20">
          <dgm:prSet phldr="1"/>
        </dgm:pt>
        <dgm:pt modelId="21">
          <dgm:prSet phldr="1"/>
        </dgm:pt>
        <dgm:pt modelId="22">
          <dgm:prSet phldr="1"/>
        </dgm:pt>
        <dgm:pt modelId="30">
          <dgm:prSet phldr="1"/>
        </dgm:pt>
        <dgm:pt modelId="31">
          <dgm:prSet phldr="1"/>
        </dgm:pt>
        <dgm:pt modelId="32">
          <dgm:prSet phldr="1"/>
        </dgm:pt>
      </dgm:ptLst>
      <dgm:cxnLst>
        <dgm:cxn modelId="40" srcId="0" destId="10" srcOrd="0" destOrd="0"/>
        <dgm:cxn modelId="13" srcId="10" destId="11" srcOrd="0" destOrd="0"/>
        <dgm:cxn modelId="14" srcId="10" destId="12" srcOrd="0" destOrd="0"/>
        <dgm:cxn modelId="50" srcId="0" destId="20" srcOrd="1" destOrd="0"/>
        <dgm:cxn modelId="23" srcId="20" destId="21" srcOrd="0" destOrd="0"/>
        <dgm:cxn modelId="24" srcId="20" destId="22" srcOrd="0" destOrd="0"/>
        <dgm:cxn modelId="60" srcId="0" destId="30" srcOrd="2" destOrd="0"/>
        <dgm:cxn modelId="33" srcId="30" destId="31" srcOrd="0" destOrd="0"/>
        <dgm:cxn modelId="34" srcId="30" destId="32" srcOrd="0" destOrd="0"/>
      </dgm:cxnLst>
      <dgm:bg/>
      <dgm:whole/>
    </dgm:dataModel>
  </dgm:sampData>
  <dgm:styleData>
    <dgm:dataModel>
      <dgm:ptLst>
        <dgm:pt modelId="0" type="doc"/>
        <dgm:pt modelId="10">
          <dgm:prSet phldr="1"/>
        </dgm:pt>
        <dgm:pt modelId="20">
          <dgm:prSet phldr="1"/>
        </dgm:pt>
      </dgm:ptLst>
      <dgm:cxnLst>
        <dgm:cxn modelId="40" srcId="0" destId="10" srcOrd="0" destOrd="0"/>
        <dgm:cxn modelId="50" srcId="0" destId="20" srcOrd="1" destOrd="0"/>
      </dgm:cxnLst>
      <dgm:bg/>
      <dgm:whole/>
    </dgm:dataModel>
  </dgm:styleData>
  <dgm:clrData>
    <dgm:dataModel>
      <dgm:ptLst>
        <dgm:pt modelId="0" type="doc"/>
        <dgm:pt modelId="10">
          <dgm:prSet phldr="1"/>
        </dgm:pt>
        <dgm:pt modelId="20">
          <dgm:prSet phldr="1"/>
        </dgm:pt>
        <dgm:pt modelId="30">
          <dgm:prSet phldr="1"/>
        </dgm:pt>
        <dgm:pt modelId="70">
          <dgm:prSet phldr="1"/>
        </dgm:pt>
      </dgm:ptLst>
      <dgm:cxnLst>
        <dgm:cxn modelId="40" srcId="0" destId="10" srcOrd="0" destOrd="0"/>
        <dgm:cxn modelId="50" srcId="0" destId="20" srcOrd="1" destOrd="0"/>
        <dgm:cxn modelId="60" srcId="0" destId="30" srcOrd="2" destOrd="0"/>
        <dgm:cxn modelId="80" srcId="0" destId="70" srcOrd="3" destOrd="0"/>
      </dgm:cxnLst>
      <dgm:bg/>
      <dgm:whole/>
    </dgm:dataModel>
  </dgm:clrData>
  <dgm:layoutNode name="Name0">
    <dgm:varLst>
      <dgm:chMax val="7"/>
      <dgm:chPref val="7"/>
      <dgm:dir/>
      <dgm:animLvl val="lvl"/>
    </dgm:varLst>
    <dgm:shape xmlns:r="http://schemas.openxmlformats.org/officeDocument/2006/relationships" r:blip="">
      <dgm:adjLst/>
    </dgm:shape>
    <dgm:choose name="Name1">
      <dgm:if name="Name2" axis="ch" ptType="node" func="cnt" op="equ" val="1">
        <dgm:alg type="composite">
          <dgm:param type="ar" val="0.5516"/>
        </dgm:alg>
        <dgm:choose name="Name3">
          <dgm:if name="Name4" func="var" arg="dir" op="equ" val="norm">
            <dgm:constrLst>
              <dgm:constr type="primFontSz" for="des" forName="childText_1" val="65"/>
              <dgm:constr type="primFontSz" for="des" forName="parentText_1" val="65"/>
              <dgm:constr type="primFontSz" for="des" forName="childText_1" refType="primFontSz" refFor="des" refForName="parentText_1" op="lte"/>
              <dgm:constr type="l" for="ch" forName="accentShape_1" refType="w" fact="0"/>
              <dgm:constr type="t" for="ch" forName="accentShape_1" refType="h" fact="0"/>
              <dgm:constr type="w" for="ch" forName="accentShape_1" refType="w" fact="0.7146"/>
              <dgm:constr type="h" for="ch" forName="accentShape_1" refType="h" fact="0.9952"/>
              <dgm:constr type="l" for="ch" forName="parentText_1" refType="w" fact="0.513"/>
              <dgm:constr type="t" for="ch" forName="parentText_1" refType="h" fact="0"/>
              <dgm:constr type="w" for="ch" forName="parentText_1" refType="w" refFor="ch" refForName="accentShape_1" fact="0.26"/>
              <dgm:constr type="h" for="ch" forName="parentText_1" refType="h" fact="0.78"/>
              <dgm:constr type="l" for="ch" forName="childText_1" refType="w" fact="0"/>
              <dgm:constr type="t" for="ch" forName="childText_1" refType="h" fact="0"/>
              <dgm:constr type="w" for="ch" forName="childText_1" refType="w" refFor="ch" refForName="accentShape_1" fact="0.71"/>
              <dgm:constr type="h" for="ch" forName="childText_1" refType="h"/>
            </dgm:constrLst>
          </dgm:if>
          <dgm:else name="Name5">
            <dgm:constrLst>
              <dgm:constr type="primFontSz" for="des" forName="childText_1" val="65"/>
              <dgm:constr type="primFontSz" for="des" forName="parentText_1" val="65"/>
              <dgm:constr type="primFontSz" for="des" forName="childText_1" refType="primFontSz" refFor="des" refForName="parentText_1" op="lte"/>
              <dgm:constr type="l" for="ch" forName="accentShape_1" refType="w" fact="0"/>
              <dgm:constr type="t" for="ch" forName="accentShape_1" refType="h" fact="0"/>
              <dgm:constr type="w" for="ch" forName="accentShape_1" refType="w" fact="0.7146"/>
              <dgm:constr type="h" for="ch" forName="accentShape_1" refType="h" fact="0.9952"/>
              <dgm:constr type="l" for="ch" forName="parentText_1" refType="w" fact="0.513"/>
              <dgm:constr type="t" for="ch" forName="parentText_1" refType="h" fact="0"/>
              <dgm:constr type="w" for="ch" forName="parentText_1" refType="w" refFor="ch" refForName="accentShape_1" fact="0.26"/>
              <dgm:constr type="h" for="ch" forName="parentText_1" refType="h" fact="0.78"/>
              <dgm:constr type="l" for="ch" forName="childText_1" refType="w" fact="0"/>
              <dgm:constr type="t" for="ch" forName="childText_1" refType="h" fact="0"/>
              <dgm:constr type="w" for="ch" forName="childText_1" refType="w" refFor="ch" refForName="accentShape_1" fact="0.71"/>
              <dgm:constr type="h" for="ch" forName="childText_1" refType="h"/>
            </dgm:constrLst>
          </dgm:else>
        </dgm:choose>
      </dgm:if>
      <dgm:if name="Name6" axis="ch" ptType="node" func="cnt" op="equ" val="2">
        <dgm:alg type="composite">
          <dgm:param type="ar" val="0.9804"/>
        </dgm:alg>
        <dgm:choose name="Name7">
          <dgm:if name="Name8" func="var" arg="dir" op="equ" val="norm">
            <dgm:constrLst>
              <dgm:constr type="primFontSz" for="des" forName="childText_1" val="65"/>
              <dgm:constr type="primFontSz" for="des" forName="parentText_1" val="65"/>
              <dgm:constr type="primFontSz" for="des" forName="childText_1" refType="primFontSz" refFor="des" refForName="parentText_1" op="lte"/>
              <dgm:constr type="primFontSz" for="des" forName="childText_2" refType="primFontSz" refFor="des" refForName="parentText_1" op="lte"/>
              <dgm:constr type="primFontSz" for="des" forName="childText_1" refType="primFontSz" refFor="des" refForName="parentText_2" op="lte"/>
              <dgm:constr type="primFontSz" for="des" forName="childText_2" refType="primFontSz" refFor="des" refForName="parentText_2" op="lte"/>
              <dgm:constr type="primFontSz" for="des" forName="parentText_2" refType="primFontSz" refFor="des" refForName="parentText_1" op="equ"/>
              <dgm:constr type="primFontSz" for="des" forName="childText_2" refType="primFontSz" refFor="des" refForName="childText_1" op="equ"/>
              <dgm:constr type="l" for="ch" forName="accentShape_2" refType="w" fact="0.4393"/>
              <dgm:constr type="t" for="ch" forName="accentShape_2" refType="h" fact="0.1192"/>
              <dgm:constr type="w" for="ch" forName="accentShape_2" refType="w" fact="0.4021"/>
              <dgm:constr type="h" for="ch" forName="accentShape_2" refType="h" fact="0.876"/>
              <dgm:constr type="l" for="ch" forName="accentShape_1" refType="w" fact="0"/>
              <dgm:constr type="t" for="ch" forName="accentShape_1" refType="h" fact="0"/>
              <dgm:constr type="w" for="ch" forName="accentShape_1" refType="w" fact="0.4021"/>
              <dgm:constr type="h" for="ch" forName="accentShape_1" refType="h" fact="0.9952"/>
              <dgm:constr type="l" for="ch" forName="parentText_1" refType="w" fact="0.2946"/>
              <dgm:constr type="t" for="ch" forName="parentText_1" refType="h" fact="0"/>
              <dgm:constr type="w" for="ch" forName="parentText_1" refType="w" refFor="ch" refForName="accentShape_1" fact="0.26"/>
              <dgm:constr type="h" for="ch" forName="parentText_1" refType="h" fact="0.78"/>
              <dgm:constr type="l" for="ch" forName="parentText_2" refType="w" fact="0.7339"/>
              <dgm:constr type="t" for="ch" forName="parentText_2" refType="h" fact="0.1192"/>
              <dgm:constr type="w" for="ch" forName="parentText_2" refType="w" refFor="ch" refForName="accentShape_1" fact="0.26"/>
              <dgm:constr type="h" for="ch" forName="parentText_2" refType="h" fact="0.78"/>
              <dgm:constr type="l" for="ch" forName="childText_1" refType="w" fact="0"/>
              <dgm:constr type="t" for="ch" forName="childText_1" refType="h" fact="0"/>
              <dgm:constr type="w" for="ch" forName="childText_1" refType="w" refFor="ch" refForName="accentShape_1" fact="0.71"/>
              <dgm:constr type="h" for="ch" forName="childText_1" refType="h"/>
              <dgm:constr type="l" for="ch" forName="childText_2" refType="w" fact="0.4393"/>
              <dgm:constr type="t" for="ch" forName="childText_2" refType="h" fact="0.1192"/>
              <dgm:constr type="w" for="ch" forName="childText_2" refType="w" refFor="ch" refForName="accentShape_2" fact="0.71"/>
              <dgm:constr type="h" for="ch" forName="childText_2" refType="h" fact="0.8808"/>
            </dgm:constrLst>
          </dgm:if>
          <dgm:else name="Name9">
            <dgm:constrLst>
              <dgm:constr type="primFontSz" for="des" forName="childText_1" val="65"/>
              <dgm:constr type="primFontSz" for="des" forName="parentText_1" val="65"/>
              <dgm:constr type="primFontSz" for="des" forName="childText_1" refType="primFontSz" refFor="des" refForName="parentText_1" op="lte"/>
              <dgm:constr type="primFontSz" for="des" forName="childText_2" refType="primFontSz" refFor="des" refForName="parentText_1" op="lte"/>
              <dgm:constr type="primFontSz" for="des" forName="childText_1" refType="primFontSz" refFor="des" refForName="parentText_2" op="lte"/>
              <dgm:constr type="primFontSz" for="des" forName="childText_2" refType="primFontSz" refFor="des" refForName="parentText_2" op="lte"/>
              <dgm:constr type="primFontSz" for="des" forName="parentText_2" refType="primFontSz" refFor="des" refForName="parentText_1" op="equ"/>
              <dgm:constr type="primFontSz" for="des" forName="childText_2" refType="primFontSz" refFor="des" refForName="childText_1" op="equ"/>
              <dgm:constr type="l" for="ch" forName="accentShape_1" refType="w" fact="0.4393"/>
              <dgm:constr type="t" for="ch" forName="accentShape_2" refType="h" fact="0.1192"/>
              <dgm:constr type="w" for="ch" forName="accentShape_2" refType="w" fact="0.4021"/>
              <dgm:constr type="h" for="ch" forName="accentShape_2" refType="h" fact="0.876"/>
              <dgm:constr type="l" for="ch" forName="accentShape_2" refType="w" fact="0"/>
              <dgm:constr type="t" for="ch" forName="accentShape_1" refType="h" fact="0"/>
              <dgm:constr type="w" for="ch" forName="accentShape_1" refType="w" fact="0.4021"/>
              <dgm:constr type="h" for="ch" forName="accentShape_1" refType="h" fact="0.9952"/>
              <dgm:constr type="l" for="ch" forName="parentText_2" refType="w" fact="0.2946"/>
              <dgm:constr type="t" for="ch" forName="parentText_1" refType="h" fact="0"/>
              <dgm:constr type="w" for="ch" forName="parentText_1" refType="w" refFor="ch" refForName="accentShape_1" fact="0.26"/>
              <dgm:constr type="h" for="ch" forName="parentText_1" refType="h" fact="0.78"/>
              <dgm:constr type="l" for="ch" forName="parentText_1" refType="w" fact="0.7339"/>
              <dgm:constr type="t" for="ch" forName="parentText_2" refType="h" fact="0.1192"/>
              <dgm:constr type="w" for="ch" forName="parentText_2" refType="w" refFor="ch" refForName="accentShape_1" fact="0.26"/>
              <dgm:constr type="h" for="ch" forName="parentText_2" refType="h" fact="0.78"/>
              <dgm:constr type="l" for="ch" forName="childText_2" refType="w" fact="0"/>
              <dgm:constr type="t" for="ch" forName="childText_1" refType="h" fact="0"/>
              <dgm:constr type="w" for="ch" forName="childText_1" refType="w" refFor="ch" refForName="accentShape_1" fact="0.71"/>
              <dgm:constr type="h" for="ch" forName="childText_1" refType="h"/>
              <dgm:constr type="l" for="ch" forName="childText_1" refType="w" fact="0.4393"/>
              <dgm:constr type="t" for="ch" forName="childText_2" refType="h" fact="0.1192"/>
              <dgm:constr type="w" for="ch" forName="childText_2" refType="w" refFor="ch" refForName="accentShape_2" fact="0.71"/>
              <dgm:constr type="h" for="ch" forName="childText_2" refType="h" fact="0.8808"/>
            </dgm:constrLst>
          </dgm:else>
        </dgm:choose>
      </dgm:if>
      <dgm:if name="Name10" axis="ch" ptType="node" func="cnt" op="equ" val="3">
        <dgm:alg type="composite">
          <dgm:param type="ar" val="1.4097"/>
        </dgm:alg>
        <dgm:choose name="Name11">
          <dgm:if name="Name12" func="var" arg="dir" op="equ" val="norm">
            <dgm:constrLst>
              <dgm:constr type="primFontSz" for="des" forName="childText_1" val="65"/>
              <dgm:constr type="primFontSz" for="des" forName="parentText_1" val="65"/>
              <dgm:constr type="primFontSz" for="des" forName="childText_1" refType="primFontSz" refFor="des" refForName="parentText_1" op="lte"/>
              <dgm:constr type="primFontSz" for="des" forName="childText_2" refType="primFontSz" refFor="des" refForName="parentText_1" op="lte"/>
              <dgm:constr type="primFontSz" for="des" forName="childText_3" refType="primFontSz" refFor="des" refForName="parentText_1" op="lte"/>
              <dgm:constr type="primFontSz" for="des" forName="childText_1" refType="primFontSz" refFor="des" refForName="parentText_2" op="lte"/>
              <dgm:constr type="primFontSz" for="des" forName="childText_2" refType="primFontSz" refFor="des" refForName="parentText_2" op="lte"/>
              <dgm:constr type="primFontSz" for="des" forName="childText_3" refType="primFontSz" refFor="des" refForName="parentText_2" op="lte"/>
              <dgm:constr type="primFontSz" for="des" forName="childText_1" refType="primFontSz" refFor="des" refForName="parentText_3" op="lte"/>
              <dgm:constr type="primFontSz" for="des" forName="childText_2" refType="primFontSz" refFor="des" refForName="parentText_3" op="lte"/>
              <dgm:constr type="primFontSz" for="des" forName="childText_3" refType="primFontSz" refFor="des" refForName="parentText_3" op="lte"/>
              <dgm:constr type="primFontSz" for="des" forName="parentText_2" refType="primFontSz" refFor="des" refForName="parentText_1" op="equ"/>
              <dgm:constr type="primFontSz" for="des" forName="parentText_3" refType="primFontSz" refFor="des" refForName="parentText_1" op="equ"/>
              <dgm:constr type="primFontSz" for="des" forName="childText_2" refType="primFontSz" refFor="des" refForName="childText_1" op="equ"/>
              <dgm:constr type="primFontSz" for="des" forName="childText_3" refType="primFontSz" refFor="des" refForName="childText_1" op="equ"/>
              <dgm:constr type="l" for="ch" forName="accentShape_1" refType="w" fact="0"/>
              <dgm:constr type="t" for="ch" forName="accentShape_1" refType="h" fact="0"/>
              <dgm:constr type="w" for="ch" forName="accentShape_1" refType="w" fact="0.2796"/>
              <dgm:constr type="h" for="ch" forName="accentShape_1" refType="h" fact="0.9952"/>
              <dgm:constr type="l" for="ch" forName="accentShape_2" refType="w" fact="0.3055"/>
              <dgm:constr type="t" for="ch" forName="accentShape_2" refType="h" fact="0.1192"/>
              <dgm:constr type="w" for="ch" forName="accentShape_2" refType="w" fact="0.2796"/>
              <dgm:constr type="h" for="ch" forName="accentShape_2" refType="h" fact="0.876"/>
              <dgm:constr type="l" for="ch" forName="accentShape_3" refType="w" fact="0.6101"/>
              <dgm:constr type="t" for="ch" forName="accentShape_3" refType="h" fact="0.2457"/>
              <dgm:constr type="w" for="ch" forName="accentShape_3" refType="w" fact="0.2796"/>
              <dgm:constr type="h" for="ch" forName="accentShape_3" refType="h" fact="0.7499"/>
              <dgm:constr type="l" for="ch" forName="parentText_1" refType="w" fact="0.2"/>
              <dgm:constr type="t" for="ch" forName="parentText_1" refType="h" fact="0"/>
              <dgm:constr type="w" for="ch" forName="parentText_1" refType="w" refFor="ch" refForName="accentShape_1" fact="0.26"/>
              <dgm:constr type="h" for="ch" forName="parentText_1" refType="h" refFor="ch" refForName="accentShape_1" fact="0.9"/>
              <dgm:constr type="l" for="ch" forName="parentText_2" refType="w" fact="0.5055"/>
              <dgm:constr type="t" for="ch" forName="parentText_2" refType="h" fact="0.1192"/>
              <dgm:constr type="w" for="ch" forName="parentText_2" refType="w" refFor="ch" refForName="accentShape_2" fact="0.26"/>
              <dgm:constr type="h" for="ch" forName="parentText_2" refType="h" refFor="ch" refForName="accentShape_2" fact="0.9"/>
              <dgm:constr type="l" for="ch" forName="parentText_3" refType="w" fact="0.8101"/>
              <dgm:constr type="t" for="ch" forName="parentText_3" refType="h" fact="0.2457"/>
              <dgm:constr type="w" for="ch" forName="parentText_3" refType="w" refFor="ch" refForName="accentShape_3" fact="0.26"/>
              <dgm:constr type="h" for="ch" forName="parentText_3" refType="h" refFor="ch" refForName="accentShape_3" fact="0.9"/>
              <dgm:constr type="l" for="ch" forName="childText_1" refType="w" fact="0"/>
              <dgm:constr type="t" for="ch" forName="childText_1" refType="h" fact="0"/>
              <dgm:constr type="w" for="ch" forName="childText_1" refType="w" refFor="ch" refForName="accentShape_1" fact="0.71"/>
              <dgm:constr type="h" for="ch" forName="childText_1" refType="h"/>
              <dgm:constr type="l" for="ch" forName="childText_2" refType="w" fact="0.3055"/>
              <dgm:constr type="t" for="ch" forName="childText_2" refType="h" fact="0.1192"/>
              <dgm:constr type="w" for="ch" forName="childText_2" refType="w" refFor="ch" refForName="accentShape_2" fact="0.71"/>
              <dgm:constr type="h" for="ch" forName="childText_2" refType="h" fact="0.8808"/>
              <dgm:constr type="l" for="ch" forName="childText_3" refType="w" fact="0.6101"/>
              <dgm:constr type="t" for="ch" forName="childText_3" refType="h" fact="0.2457"/>
              <dgm:constr type="w" for="ch" forName="childText_3" refType="w" refFor="ch" refForName="accentShape_3" fact="0.71"/>
              <dgm:constr type="h" for="ch" forName="childText_3" refType="h" fact="0.7543"/>
            </dgm:constrLst>
          </dgm:if>
          <dgm:else name="Name13">
            <dgm:constrLst>
              <dgm:constr type="primFontSz" for="des" forName="childText_1" val="65"/>
              <dgm:constr type="primFontSz" for="des" forName="parentText_1" val="65"/>
              <dgm:constr type="primFontSz" for="des" forName="childText_1" refType="primFontSz" refFor="des" refForName="parentText_1" op="lte"/>
              <dgm:constr type="primFontSz" for="des" forName="childText_2" refType="primFontSz" refFor="des" refForName="parentText_1" op="lte"/>
              <dgm:constr type="primFontSz" for="des" forName="childText_3" refType="primFontSz" refFor="des" refForName="parentText_1" op="lte"/>
              <dgm:constr type="primFontSz" for="des" forName="childText_1" refType="primFontSz" refFor="des" refForName="parentText_2" op="lte"/>
              <dgm:constr type="primFontSz" for="des" forName="childText_2" refType="primFontSz" refFor="des" refForName="parentText_2" op="lte"/>
              <dgm:constr type="primFontSz" for="des" forName="childText_3" refType="primFontSz" refFor="des" refForName="parentText_2" op="lte"/>
              <dgm:constr type="primFontSz" for="des" forName="childText_1" refType="primFontSz" refFor="des" refForName="parentText_3" op="lte"/>
              <dgm:constr type="primFontSz" for="des" forName="childText_2" refType="primFontSz" refFor="des" refForName="parentText_3" op="lte"/>
              <dgm:constr type="primFontSz" for="des" forName="childText_3" refType="primFontSz" refFor="des" refForName="parentText_3" op="lte"/>
              <dgm:constr type="primFontSz" for="des" forName="parentText_2" refType="primFontSz" refFor="des" refForName="parentText_1" op="equ"/>
              <dgm:constr type="primFontSz" for="des" forName="parentText_3" refType="primFontSz" refFor="des" refForName="parentText_1" op="equ"/>
              <dgm:constr type="primFontSz" for="des" forName="childText_2" refType="primFontSz" refFor="des" refForName="childText_1" op="equ"/>
              <dgm:constr type="primFontSz" for="des" forName="childText_3" refType="primFontSz" refFor="des" refForName="childText_1" op="equ"/>
              <dgm:constr type="l" for="ch" forName="accentShape_3" refType="w" fact="0"/>
              <dgm:constr type="t" for="ch" forName="accentShape_1" refType="h" fact="0"/>
              <dgm:constr type="w" for="ch" forName="accentShape_1" refType="w" fact="0.2796"/>
              <dgm:constr type="h" for="ch" forName="accentShape_1" refType="h" fact="0.9952"/>
              <dgm:constr type="l" for="ch" forName="accentShape_2" refType="w" fact="0.3055"/>
              <dgm:constr type="t" for="ch" forName="accentShape_2" refType="h" fact="0.1192"/>
              <dgm:constr type="w" for="ch" forName="accentShape_2" refType="w" fact="0.2796"/>
              <dgm:constr type="h" for="ch" forName="accentShape_2" refType="h" fact="0.876"/>
              <dgm:constr type="l" for="ch" forName="accentShape_1" refType="w" fact="0.6101"/>
              <dgm:constr type="t" for="ch" forName="accentShape_3" refType="h" fact="0.2457"/>
              <dgm:constr type="w" for="ch" forName="accentShape_3" refType="w" fact="0.2796"/>
              <dgm:constr type="h" for="ch" forName="accentShape_3" refType="h" fact="0.7499"/>
              <dgm:constr type="l" for="ch" forName="parentText_3" refType="w" fact="0.2"/>
              <dgm:constr type="t" for="ch" forName="parentText_1" refType="h" fact="0"/>
              <dgm:constr type="w" for="ch" forName="parentText_1" refType="w" refFor="ch" refForName="accentShape_1" fact="0.26"/>
              <dgm:constr type="h" for="ch" forName="parentText_1" refType="h" refFor="ch" refForName="accentShape_1" fact="0.9"/>
              <dgm:constr type="l" for="ch" forName="parentText_2" refType="w" fact="0.5055"/>
              <dgm:constr type="t" for="ch" forName="parentText_2" refType="h" fact="0.1192"/>
              <dgm:constr type="w" for="ch" forName="parentText_2" refType="w" refFor="ch" refForName="accentShape_2" fact="0.26"/>
              <dgm:constr type="h" for="ch" forName="parentText_2" refType="h" refFor="ch" refForName="accentShape_2" fact="0.9"/>
              <dgm:constr type="l" for="ch" forName="parentText_1" refType="w" fact="0.8101"/>
              <dgm:constr type="t" for="ch" forName="parentText_3" refType="h" fact="0.2457"/>
              <dgm:constr type="w" for="ch" forName="parentText_3" refType="w" refFor="ch" refForName="accentShape_3" fact="0.26"/>
              <dgm:constr type="h" for="ch" forName="parentText_3" refType="h" refFor="ch" refForName="accentShape_3" fact="0.9"/>
              <dgm:constr type="l" for="ch" forName="childText_3" refType="w" fact="0"/>
              <dgm:constr type="t" for="ch" forName="childText_1" refType="h" fact="0"/>
              <dgm:constr type="w" for="ch" forName="childText_1" refType="w" refFor="ch" refForName="accentShape_1" fact="0.71"/>
              <dgm:constr type="h" for="ch" forName="childText_1" refType="h"/>
              <dgm:constr type="l" for="ch" forName="childText_2" refType="w" fact="0.3055"/>
              <dgm:constr type="t" for="ch" forName="childText_2" refType="h" fact="0.1192"/>
              <dgm:constr type="w" for="ch" forName="childText_2" refType="w" refFor="ch" refForName="accentShape_2" fact="0.71"/>
              <dgm:constr type="h" for="ch" forName="childText_2" refType="h" fact="0.8808"/>
              <dgm:constr type="l" for="ch" forName="childText_1" refType="w" fact="0.6101"/>
              <dgm:constr type="t" for="ch" forName="childText_3" refType="h" fact="0.2457"/>
              <dgm:constr type="w" for="ch" forName="childText_3" refType="w" refFor="ch" refForName="accentShape_3" fact="0.71"/>
              <dgm:constr type="h" for="ch" forName="childText_3" refType="h" fact="0.7543"/>
            </dgm:constrLst>
          </dgm:else>
        </dgm:choose>
      </dgm:if>
      <dgm:if name="Name14" axis="ch" ptType="node" func="cnt" op="equ" val="4">
        <dgm:alg type="composite">
          <dgm:param type="ar" val="1.8305"/>
        </dgm:alg>
        <dgm:choose name="Name15">
          <dgm:if name="Name16" func="var" arg="dir" op="equ" val="norm">
            <dgm:constrLst>
              <dgm:constr type="primFontSz" for="des" forName="childText_1" val="65"/>
              <dgm:constr type="primFontSz" for="des" forName="parentText_1" val="65"/>
              <dgm:constr type="primFontSz" for="des" forName="childText_1" refType="primFontSz" refFor="des" refForName="parentText_1" op="lte"/>
              <dgm:constr type="primFontSz" for="des" forName="childText_2" refType="primFontSz" refFor="des" refForName="parentText_1" op="lte"/>
              <dgm:constr type="primFontSz" for="des" forName="childText_3" refType="primFontSz" refFor="des" refForName="parentText_1" op="lte"/>
              <dgm:constr type="primFontSz" for="des" forName="childText_4" refType="primFontSz" refFor="des" refForName="parentText_1" op="lte"/>
              <dgm:constr type="primFontSz" for="des" forName="childText_1" refType="primFontSz" refFor="des" refForName="parentText_2" op="lte"/>
              <dgm:constr type="primFontSz" for="des" forName="childText_2" refType="primFontSz" refFor="des" refForName="parentText_2" op="lte"/>
              <dgm:constr type="primFontSz" for="des" forName="childText_3" refType="primFontSz" refFor="des" refForName="parentText_2" op="lte"/>
              <dgm:constr type="primFontSz" for="des" forName="childText_4" refType="primFontSz" refFor="des" refForName="parentText_2" op="lte"/>
              <dgm:constr type="primFontSz" for="des" forName="childText_1" refType="primFontSz" refFor="des" refForName="parentText_3" op="lte"/>
              <dgm:constr type="primFontSz" for="des" forName="childText_2" refType="primFontSz" refFor="des" refForName="parentText_3" op="lte"/>
              <dgm:constr type="primFontSz" for="des" forName="childText_3" refType="primFontSz" refFor="des" refForName="parentText_3" op="lte"/>
              <dgm:constr type="primFontSz" for="des" forName="childText_4" refType="primFontSz" refFor="des" refForName="parentText_3" op="lte"/>
              <dgm:constr type="primFontSz" for="des" forName="childText_1" refType="primFontSz" refFor="des" refForName="parentText_4" op="lte"/>
              <dgm:constr type="primFontSz" for="des" forName="childText_2" refType="primFontSz" refFor="des" refForName="parentText_4" op="lte"/>
              <dgm:constr type="primFontSz" for="des" forName="childText_3" refType="primFontSz" refFor="des" refForName="parentText_4" op="lte"/>
              <dgm:constr type="primFontSz" for="des" forName="childText_4" refType="primFontSz" refFor="des" refForName="parentText_4" op="lte"/>
              <dgm:constr type="primFontSz" for="des" forName="parentText_2" refType="primFontSz" refFor="des" refForName="parentText_1" op="equ"/>
              <dgm:constr type="primFontSz" for="des" forName="parentText_3" refType="primFontSz" refFor="des" refForName="parentText_1" op="equ"/>
              <dgm:constr type="primFontSz" for="des" forName="parentText_4" refType="primFontSz" refFor="des" refForName="parentText_1" op="equ"/>
              <dgm:constr type="primFontSz" for="des" forName="childText_2" refType="primFontSz" refFor="des" refForName="childText_1" op="equ"/>
              <dgm:constr type="primFontSz" for="des" forName="childText_3" refType="primFontSz" refFor="des" refForName="childText_1" op="equ"/>
              <dgm:constr type="primFontSz" for="des" forName="childText_4" refType="primFontSz" refFor="des" refForName="childText_1" op="equ"/>
              <dgm:constr type="l" for="ch" forName="accentShape_1" refType="w" fact="0"/>
              <dgm:constr type="t" for="ch" forName="accentShape_1" refType="h" fact="0"/>
              <dgm:constr type="w" for="ch" forName="accentShape_1" refType="w" fact="0.2153"/>
              <dgm:constr type="h" for="ch" forName="accentShape_1" refType="h" fact="0.9952"/>
              <dgm:constr type="l" for="ch" forName="accentShape_2" refType="w" fact="0.2353"/>
              <dgm:constr type="t" for="ch" forName="accentShape_2" refType="h" fact="0.1192"/>
              <dgm:constr type="w" for="ch" forName="accentShape_2" refType="w" fact="0.2153"/>
              <dgm:constr type="h" for="ch" forName="accentShape_2" refType="h" fact="0.876"/>
              <dgm:constr type="l" for="ch" forName="accentShape_3" refType="w" fact="0.4699"/>
              <dgm:constr type="t" for="ch" forName="accentShape_3" refType="h" fact="0.2457"/>
              <dgm:constr type="w" for="ch" forName="accentShape_3" refType="w" fact="0.2153"/>
              <dgm:constr type="h" for="ch" forName="accentShape_3" refType="h" fact="0.7495"/>
              <dgm:constr type="l" for="ch" forName="accentShape_4" refType="w" fact="0.6997"/>
              <dgm:constr type="t" for="ch" forName="accentShape_4" refType="h" fact="0.3696"/>
              <dgm:constr type="w" for="ch" forName="accentShape_4" refType="w" fact="0.2153"/>
              <dgm:constr type="h" for="ch" forName="accentShape_4" refType="h" fact="0.6256"/>
              <dgm:constr type="l" for="ch" forName="parentText_1" refType="w" fact="0.16"/>
              <dgm:constr type="t" for="ch" forName="parentText_1" refType="h" fact="0"/>
              <dgm:constr type="w" for="ch" forName="parentText_1" refType="w" refFor="ch" refForName="accentShape_1" fact="0.26"/>
              <dgm:constr type="h" for="ch" forName="parentText_1" refType="h" refFor="ch" refForName="accentShape_1" fact="0.9"/>
              <dgm:constr type="l" for="ch" forName="parentText_2" refType="w" fact="0.3953"/>
              <dgm:constr type="t" for="ch" forName="parentText_2" refType="h" fact="0.1192"/>
              <dgm:constr type="w" for="ch" forName="parentText_2" refType="w" refFor="ch" refForName="accentShape_2" fact="0.26"/>
              <dgm:constr type="h" for="ch" forName="parentText_2" refType="h" refFor="ch" refForName="accentShape_2" fact="0.9"/>
              <dgm:constr type="l" for="ch" forName="parentText_3" refType="w" fact="0.6299"/>
              <dgm:constr type="t" for="ch" forName="parentText_3" refType="h" fact="0.2457"/>
              <dgm:constr type="w" for="ch" forName="parentText_3" refType="w" refFor="ch" refForName="accentShape_3" fact="0.26"/>
              <dgm:constr type="h" for="ch" forName="parentText_3" refType="h" refFor="ch" refForName="accentShape_3" fact="0.9"/>
              <dgm:constr type="l" for="ch" forName="parentText_4" refType="w" fact="0.8597"/>
              <dgm:constr type="t" for="ch" forName="parentText_4" refType="h" fact="0.3696"/>
              <dgm:constr type="w" for="ch" forName="parentText_4" refType="w" refFor="ch" refForName="accentShape_4" fact="0.26"/>
              <dgm:constr type="h" for="ch" forName="parentText_4" refType="h" refFor="ch" refForName="accentShape_4" fact="0.9"/>
              <dgm:constr type="l" for="ch" forName="childText_1" refType="w" fact="0"/>
              <dgm:constr type="t" for="ch" forName="childText_1" refType="h" fact="0"/>
              <dgm:constr type="w" for="ch" forName="childText_1" refType="w" refFor="ch" refForName="accentShape_1" fact="0.71"/>
              <dgm:constr type="h" for="ch" forName="childText_1" refType="h"/>
              <dgm:constr type="l" for="ch" forName="childText_2" refType="w" fact="0.2353"/>
              <dgm:constr type="t" for="ch" forName="childText_2" refType="h" fact="0.1192"/>
              <dgm:constr type="w" for="ch" forName="childText_2" refType="w" refFor="ch" refForName="accentShape_2" fact="0.71"/>
              <dgm:constr type="h" for="ch" forName="childText_2" refType="h" fact="0.8808"/>
              <dgm:constr type="l" for="ch" forName="childText_3" refType="w" fact="0.4699"/>
              <dgm:constr type="t" for="ch" forName="childText_3" refType="h" fact="0.2457"/>
              <dgm:constr type="w" for="ch" forName="childText_3" refType="w" refFor="ch" refForName="accentShape_3" fact="0.71"/>
              <dgm:constr type="h" for="ch" forName="childText_3" refType="h" fact="0.7543"/>
              <dgm:constr type="l" for="ch" forName="childText_4" refType="w" fact="0.6997"/>
              <dgm:constr type="t" for="ch" forName="childText_4" refType="h" fact="0.3696"/>
              <dgm:constr type="w" for="ch" forName="childText_4" refType="w" refFor="ch" refForName="accentShape_4" fact="0.71"/>
              <dgm:constr type="h" for="ch" forName="childText_4" refType="h" fact="0.6261"/>
            </dgm:constrLst>
          </dgm:if>
          <dgm:else name="Name17">
            <dgm:constrLst>
              <dgm:constr type="primFontSz" for="des" forName="childText_1" val="65"/>
              <dgm:constr type="primFontSz" for="des" forName="parentText_1" val="65"/>
              <dgm:constr type="primFontSz" for="des" forName="childText_1" refType="primFontSz" refFor="des" refForName="parentText_1" op="lte"/>
              <dgm:constr type="primFontSz" for="des" forName="childText_2" refType="primFontSz" refFor="des" refForName="parentText_1" op="lte"/>
              <dgm:constr type="primFontSz" for="des" forName="childText_3" refType="primFontSz" refFor="des" refForName="parentText_1" op="lte"/>
              <dgm:constr type="primFontSz" for="des" forName="childText_4" refType="primFontSz" refFor="des" refForName="parentText_1" op="lte"/>
              <dgm:constr type="primFontSz" for="des" forName="childText_1" refType="primFontSz" refFor="des" refForName="parentText_2" op="lte"/>
              <dgm:constr type="primFontSz" for="des" forName="childText_2" refType="primFontSz" refFor="des" refForName="parentText_2" op="lte"/>
              <dgm:constr type="primFontSz" for="des" forName="childText_3" refType="primFontSz" refFor="des" refForName="parentText_2" op="lte"/>
              <dgm:constr type="primFontSz" for="des" forName="childText_4" refType="primFontSz" refFor="des" refForName="parentText_2" op="lte"/>
              <dgm:constr type="primFontSz" for="des" forName="childText_1" refType="primFontSz" refFor="des" refForName="parentText_3" op="lte"/>
              <dgm:constr type="primFontSz" for="des" forName="childText_2" refType="primFontSz" refFor="des" refForName="parentText_3" op="lte"/>
              <dgm:constr type="primFontSz" for="des" forName="childText_3" refType="primFontSz" refFor="des" refForName="parentText_3" op="lte"/>
              <dgm:constr type="primFontSz" for="des" forName="childText_4" refType="primFontSz" refFor="des" refForName="parentText_3" op="lte"/>
              <dgm:constr type="primFontSz" for="des" forName="childText_1" refType="primFontSz" refFor="des" refForName="parentText_4" op="lte"/>
              <dgm:constr type="primFontSz" for="des" forName="childText_2" refType="primFontSz" refFor="des" refForName="parentText_4" op="lte"/>
              <dgm:constr type="primFontSz" for="des" forName="childText_3" refType="primFontSz" refFor="des" refForName="parentText_4" op="lte"/>
              <dgm:constr type="primFontSz" for="des" forName="childText_4" refType="primFontSz" refFor="des" refForName="parentText_4" op="lte"/>
              <dgm:constr type="primFontSz" for="des" forName="parentText_2" refType="primFontSz" refFor="des" refForName="parentText_1" op="equ"/>
              <dgm:constr type="primFontSz" for="des" forName="parentText_3" refType="primFontSz" refFor="des" refForName="parentText_1" op="equ"/>
              <dgm:constr type="primFontSz" for="des" forName="parentText_4" refType="primFontSz" refFor="des" refForName="parentText_1" op="equ"/>
              <dgm:constr type="primFontSz" for="des" forName="childText_2" refType="primFontSz" refFor="des" refForName="childText_1" op="equ"/>
              <dgm:constr type="primFontSz" for="des" forName="childText_3" refType="primFontSz" refFor="des" refForName="childText_1" op="equ"/>
              <dgm:constr type="primFontSz" for="des" forName="childText_4" refType="primFontSz" refFor="des" refForName="childText_1" op="equ"/>
              <dgm:constr type="l" for="ch" forName="accentShape_4" refType="w" fact="0"/>
              <dgm:constr type="t" for="ch" forName="accentShape_1" refType="h" fact="0"/>
              <dgm:constr type="w" for="ch" forName="accentShape_1" refType="w" fact="0.2153"/>
              <dgm:constr type="h" for="ch" forName="accentShape_1" refType="h" fact="0.9952"/>
              <dgm:constr type="l" for="ch" forName="accentShape_3" refType="w" fact="0.2353"/>
              <dgm:constr type="t" for="ch" forName="accentShape_2" refType="h" fact="0.1192"/>
              <dgm:constr type="w" for="ch" forName="accentShape_2" refType="w" fact="0.2153"/>
              <dgm:constr type="h" for="ch" forName="accentShape_2" refType="h" fact="0.876"/>
              <dgm:constr type="l" for="ch" forName="accentShape_2" refType="w" fact="0.4699"/>
              <dgm:constr type="t" for="ch" forName="accentShape_3" refType="h" fact="0.2457"/>
              <dgm:constr type="w" for="ch" forName="accentShape_3" refType="w" fact="0.2153"/>
              <dgm:constr type="h" for="ch" forName="accentShape_3" refType="h" fact="0.7495"/>
              <dgm:constr type="l" for="ch" forName="accentShape_1" refType="w" fact="0.6997"/>
              <dgm:constr type="t" for="ch" forName="accentShape_4" refType="h" fact="0.3696"/>
              <dgm:constr type="w" for="ch" forName="accentShape_4" refType="w" fact="0.2153"/>
              <dgm:constr type="h" for="ch" forName="accentShape_4" refType="h" fact="0.6256"/>
              <dgm:constr type="l" for="ch" forName="parentText_4" refType="w" fact="0.16"/>
              <dgm:constr type="t" for="ch" forName="parentText_1" refType="h" fact="0"/>
              <dgm:constr type="w" for="ch" forName="parentText_1" refType="w" refFor="ch" refForName="accentShape_1" fact="0.26"/>
              <dgm:constr type="h" for="ch" forName="parentText_1" refType="h" refFor="ch" refForName="accentShape_1" fact="0.9"/>
              <dgm:constr type="l" for="ch" forName="parentText_3" refType="w" fact="0.3953"/>
              <dgm:constr type="t" for="ch" forName="parentText_2" refType="h" fact="0.1192"/>
              <dgm:constr type="w" for="ch" forName="parentText_2" refType="w" refFor="ch" refForName="accentShape_2" fact="0.26"/>
              <dgm:constr type="h" for="ch" forName="parentText_2" refType="h" refFor="ch" refForName="accentShape_2" fact="0.9"/>
              <dgm:constr type="l" for="ch" forName="parentText_2" refType="w" fact="0.6299"/>
              <dgm:constr type="t" for="ch" forName="parentText_3" refType="h" fact="0.2457"/>
              <dgm:constr type="w" for="ch" forName="parentText_3" refType="w" refFor="ch" refForName="accentShape_3" fact="0.26"/>
              <dgm:constr type="h" for="ch" forName="parentText_3" refType="h" refFor="ch" refForName="accentShape_3" fact="0.9"/>
              <dgm:constr type="l" for="ch" forName="parentText_1" refType="w" fact="0.8597"/>
              <dgm:constr type="t" for="ch" forName="parentText_4" refType="h" fact="0.3696"/>
              <dgm:constr type="w" for="ch" forName="parentText_4" refType="w" refFor="ch" refForName="accentShape_4" fact="0.26"/>
              <dgm:constr type="h" for="ch" forName="parentText_4" refType="h" refFor="ch" refForName="accentShape_4" fact="0.9"/>
              <dgm:constr type="l" for="ch" forName="childText_4" refType="w" fact="0"/>
              <dgm:constr type="t" for="ch" forName="childText_1" refType="h" fact="0"/>
              <dgm:constr type="w" for="ch" forName="childText_1" refType="w" refFor="ch" refForName="accentShape_1" fact="0.71"/>
              <dgm:constr type="h" for="ch" forName="childText_1" refType="h"/>
              <dgm:constr type="l" for="ch" forName="childText_3" refType="w" fact="0.2353"/>
              <dgm:constr type="t" for="ch" forName="childText_2" refType="h" fact="0.1192"/>
              <dgm:constr type="w" for="ch" forName="childText_2" refType="w" refFor="ch" refForName="accentShape_2" fact="0.71"/>
              <dgm:constr type="h" for="ch" forName="childText_2" refType="h" fact="0.8808"/>
              <dgm:constr type="l" for="ch" forName="childText_2" refType="w" fact="0.4699"/>
              <dgm:constr type="t" for="ch" forName="childText_3" refType="h" fact="0.2457"/>
              <dgm:constr type="w" for="ch" forName="childText_3" refType="w" refFor="ch" refForName="accentShape_3" fact="0.71"/>
              <dgm:constr type="h" for="ch" forName="childText_3" refType="h" fact="0.7543"/>
              <dgm:constr type="l" for="ch" forName="childText_1" refType="w" fact="0.6997"/>
              <dgm:constr type="t" for="ch" forName="childText_4" refType="h" fact="0.3696"/>
              <dgm:constr type="w" for="ch" forName="childText_4" refType="w" refFor="ch" refForName="accentShape_4" fact="0.71"/>
              <dgm:constr type="h" for="ch" forName="childText_4" refType="h" fact="0.6261"/>
            </dgm:constrLst>
          </dgm:else>
        </dgm:choose>
      </dgm:if>
      <dgm:if name="Name18" axis="ch" ptType="node" func="cnt" op="equ" val="5">
        <dgm:alg type="composite">
          <dgm:param type="ar" val="2.0125"/>
        </dgm:alg>
        <dgm:choose name="Name19">
          <dgm:if name="Name20" func="var" arg="dir" op="equ" val="norm">
            <dgm:constrLst>
              <dgm:constr type="primFontSz" for="des" forName="childText_1" val="65"/>
              <dgm:constr type="primFontSz" for="des" forName="parentText_1" val="65"/>
              <dgm:constr type="primFontSz" for="des" forName="childText_1" refType="primFontSz" refFor="des" refForName="parentText_1" op="lte"/>
              <dgm:constr type="primFontSz" for="des" forName="childText_2" refType="primFontSz" refFor="des" refForName="parentText_1" op="lte"/>
              <dgm:constr type="primFontSz" for="des" forName="childText_3" refType="primFontSz" refFor="des" refForName="parentText_1" op="lte"/>
              <dgm:constr type="primFontSz" for="des" forName="childText_4" refType="primFontSz" refFor="des" refForName="parentText_1" op="lte"/>
              <dgm:constr type="primFontSz" for="des" forName="childText_5" refType="primFontSz" refFor="des" refForName="parentText_1" op="lte"/>
              <dgm:constr type="primFontSz" for="des" forName="childText_1" refType="primFontSz" refFor="des" refForName="parentText_2" op="lte"/>
              <dgm:constr type="primFontSz" for="des" forName="childText_2" refType="primFontSz" refFor="des" refForName="parentText_2" op="lte"/>
              <dgm:constr type="primFontSz" for="des" forName="childText_3" refType="primFontSz" refFor="des" refForName="parentText_2" op="lte"/>
              <dgm:constr type="primFontSz" for="des" forName="childText_4" refType="primFontSz" refFor="des" refForName="parentText_2" op="lte"/>
              <dgm:constr type="primFontSz" for="des" forName="childText_5" refType="primFontSz" refFor="des" refForName="parentText_2" op="lte"/>
              <dgm:constr type="primFontSz" for="des" forName="childText_1" refType="primFontSz" refFor="des" refForName="parentText_3" op="lte"/>
              <dgm:constr type="primFontSz" for="des" forName="childText_2" refType="primFontSz" refFor="des" refForName="parentText_3" op="lte"/>
              <dgm:constr type="primFontSz" for="des" forName="childText_3" refType="primFontSz" refFor="des" refForName="parentText_3" op="lte"/>
              <dgm:constr type="primFontSz" for="des" forName="childText_4" refType="primFontSz" refFor="des" refForName="parentText_3" op="lte"/>
              <dgm:constr type="primFontSz" for="des" forName="childText_5" refType="primFontSz" refFor="des" refForName="parentText_3" op="lte"/>
              <dgm:constr type="primFontSz" for="des" forName="childText_1" refType="primFontSz" refFor="des" refForName="parentText_4" op="lte"/>
              <dgm:constr type="primFontSz" for="des" forName="childText_2" refType="primFontSz" refFor="des" refForName="parentText_4" op="lte"/>
              <dgm:constr type="primFontSz" for="des" forName="childText_3" refType="primFontSz" refFor="des" refForName="parentText_4" op="lte"/>
              <dgm:constr type="primFontSz" for="des" forName="childText_4" refType="primFontSz" refFor="des" refForName="parentText_4" op="lte"/>
              <dgm:constr type="primFontSz" for="des" forName="childText_5" refType="primFontSz" refFor="des" refForName="parentText_4" op="lte"/>
              <dgm:constr type="primFontSz" for="des" forName="childText_1" refType="primFontSz" refFor="des" refForName="parentText_5" op="lte"/>
              <dgm:constr type="primFontSz" for="des" forName="childText_2" refType="primFontSz" refFor="des" refForName="parentText_5" op="lte"/>
              <dgm:constr type="primFontSz" for="des" forName="childText_3" refType="primFontSz" refFor="des" refForName="parentText_5" op="lte"/>
              <dgm:constr type="primFontSz" for="des" forName="childText_4" refType="primFontSz" refFor="des" refForName="parentText_5" op="lte"/>
              <dgm:constr type="primFontSz" for="des" forName="childText_5" refType="primFontSz" refFor="des" refForName="parentText_5" op="lte"/>
              <dgm:constr type="primFontSz" for="des" forName="parentText_2" refType="primFontSz" refFor="des" refForName="parentText_1" op="equ"/>
              <dgm:constr type="primFontSz" for="des" forName="parentText_3" refType="primFontSz" refFor="des" refForName="parentText_1" op="equ"/>
              <dgm:constr type="primFontSz" for="des" forName="parentText_4" refType="primFontSz" refFor="des" refForName="parentText_1" op="equ"/>
              <dgm:constr type="primFontSz" for="des" forName="parentText_5" refType="primFontSz" refFor="des" refForName="parentText_1" op="equ"/>
              <dgm:constr type="primFontSz" for="des" forName="childText_2" refType="primFontSz" refFor="des" refForName="childText_1" op="equ"/>
              <dgm:constr type="primFontSz" for="des" forName="childText_3" refType="primFontSz" refFor="des" refForName="childText_1" op="equ"/>
              <dgm:constr type="primFontSz" for="des" forName="childText_4" refType="primFontSz" refFor="des" refForName="childText_1" op="equ"/>
              <dgm:constr type="primFontSz" for="des" forName="childText_5" refType="primFontSz" refFor="des" refForName="childText_1" op="equ"/>
              <dgm:constr type="l" for="ch" forName="accentShape_1" refType="w" fact="0"/>
              <dgm:constr type="t" for="ch" forName="accentShape_1" refType="h" fact="0"/>
              <dgm:constr type="w" for="ch" forName="accentShape_1" refType="w" fact="0.1759"/>
              <dgm:constr type="h" for="ch" forName="accentShape_1" refType="h" fact="0.9952"/>
              <dgm:constr type="l" for="ch" forName="accentShape_2" refType="w" fact="0.192"/>
              <dgm:constr type="t" for="ch" forName="accentShape_2" refType="h" fact="0.1196"/>
              <dgm:constr type="w" for="ch" forName="accentShape_2" refType="w" fact="0.1759"/>
              <dgm:constr type="h" for="ch" forName="accentShape_2" refType="h" fact="0.876"/>
              <dgm:constr type="l" for="ch" forName="accentShape_3" refType="w" fact="0.384"/>
              <dgm:constr type="t" for="ch" forName="accentShape_3" refType="h" fact="0.2457"/>
              <dgm:constr type="w" for="ch" forName="accentShape_3" refType="w" fact="0.1759"/>
              <dgm:constr type="h" for="ch" forName="accentShape_3" refType="h" fact="0.7499"/>
              <dgm:constr type="l" for="ch" forName="accentShape_4" refType="w" fact="0.5759"/>
              <dgm:constr type="t" for="ch" forName="accentShape_4" refType="h" fact="0.3739"/>
              <dgm:constr type="w" for="ch" forName="accentShape_4" refType="w" fact="0.1759"/>
              <dgm:constr type="h" for="ch" forName="accentShape_4" refType="h" fact="0.6217"/>
              <dgm:constr type="l" for="ch" forName="accentShape_5" refType="w" fact="0.7679"/>
              <dgm:constr type="t" for="ch" forName="accentShape_5" refType="h" fact="0.5"/>
              <dgm:constr type="w" for="ch" forName="accentShape_5" refType="w" fact="0.1759"/>
              <dgm:constr type="h" for="ch" forName="accentShape_5" refType="h" fact="0.4956"/>
              <dgm:constr type="l" for="ch" forName="parentText_1" refType="w" fact="0.125"/>
              <dgm:constr type="t" for="ch" forName="parentText_1" refType="h" fact="0"/>
              <dgm:constr type="w" for="ch" forName="parentText_1" refType="w" refFor="ch" refForName="accentShape_1" fact="0.26"/>
              <dgm:constr type="h" for="ch" forName="parentText_1" refType="h" refFor="ch" refForName="accentShape_1" fact="0.9"/>
              <dgm:constr type="l" for="ch" forName="parentText_2" refType="w" fact="0.317"/>
              <dgm:constr type="t" for="ch" forName="parentText_2" refType="h" fact="0.1196"/>
              <dgm:constr type="w" for="ch" forName="parentText_2" refType="w" refFor="ch" refForName="accentShape_2" fact="0.26"/>
              <dgm:constr type="h" for="ch" forName="parentText_2" refType="h" refFor="ch" refForName="accentShape_2" fact="0.9"/>
              <dgm:constr type="l" for="ch" forName="parentText_3" refType="w" fact="0.509"/>
              <dgm:constr type="t" for="ch" forName="parentText_3" refType="h" fact="0.2457"/>
              <dgm:constr type="w" for="ch" forName="parentText_3" refType="w" refFor="ch" refForName="accentShape_3" fact="0.26"/>
              <dgm:constr type="h" for="ch" forName="parentText_3" refType="h" refFor="ch" refForName="accentShape_3" fact="0.9"/>
              <dgm:constr type="l" for="ch" forName="parentText_4" refType="w" fact="0.7009"/>
              <dgm:constr type="t" for="ch" forName="parentText_4" refType="h" fact="0.3739"/>
              <dgm:constr type="w" for="ch" forName="parentText_4" refType="w" refFor="ch" refForName="accentShape_4" fact="0.26"/>
              <dgm:constr type="h" for="ch" forName="parentText_4" refType="h" refFor="ch" refForName="accentShape_4" fact="0.9"/>
              <dgm:constr type="l" for="ch" forName="parentText_5" refType="w" fact="0.8929"/>
              <dgm:constr type="t" for="ch" forName="parentText_5" refType="h" fact="0.5"/>
              <dgm:constr type="w" for="ch" forName="parentText_5" refType="w" refFor="ch" refForName="accentShape_5" fact="0.26"/>
              <dgm:constr type="h" for="ch" forName="parentText_5" refType="h" refFor="ch" refForName="accentShape_5" fact="0.9"/>
              <dgm:constr type="l" for="ch" forName="childText_1" refType="w" fact="0"/>
              <dgm:constr type="t" for="ch" forName="childText_1" refType="h" fact="0"/>
              <dgm:constr type="w" for="ch" forName="childText_1" refType="w" refFor="ch" refForName="accentShape_1" fact="0.71"/>
              <dgm:constr type="h" for="ch" forName="childText_1" refType="h"/>
              <dgm:constr type="l" for="ch" forName="childText_2" refType="w" fact="0.192"/>
              <dgm:constr type="t" for="ch" forName="childText_2" refType="h" fact="0.1192"/>
              <dgm:constr type="w" for="ch" forName="childText_2" refType="w" refFor="ch" refForName="accentShape_2" fact="0.71"/>
              <dgm:constr type="h" for="ch" forName="childText_2" refType="h" fact="0.876"/>
              <dgm:constr type="l" for="ch" forName="childText_3" refType="w" fact="0.384"/>
              <dgm:constr type="t" for="ch" forName="childText_3" refType="h" fact="0.2457"/>
              <dgm:constr type="w" for="ch" forName="childText_3" refType="w" refFor="ch" refForName="accentShape_3" fact="0.71"/>
              <dgm:constr type="h" for="ch" forName="childText_3" refType="h" fact="0.7499"/>
              <dgm:constr type="l" for="ch" forName="childText_4" refType="w" fact="0.5759"/>
              <dgm:constr type="t" for="ch" forName="childText_4" refType="h" fact="0.3739"/>
              <dgm:constr type="w" for="ch" forName="childText_4" refType="w" refFor="ch" refForName="accentShape_4" fact="0.71"/>
              <dgm:constr type="h" for="ch" forName="childText_4" refType="h" fact="0.6217"/>
              <dgm:constr type="l" for="ch" forName="childText_5" refType="w" fact="0.7679"/>
              <dgm:constr type="t" for="ch" forName="childText_5" refType="h" fact="0.5001"/>
              <dgm:constr type="w" for="ch" forName="childText_5" refType="w" refFor="ch" refForName="accentShape_5" fact="0.71"/>
              <dgm:constr type="h" for="ch" forName="childText_5" refType="h" fact="0.4956"/>
            </dgm:constrLst>
          </dgm:if>
          <dgm:else name="Name21">
            <dgm:constrLst>
              <dgm:constr type="primFontSz" for="des" forName="childText_1" val="65"/>
              <dgm:constr type="primFontSz" for="des" forName="parentText_1" val="65"/>
              <dgm:constr type="primFontSz" for="des" forName="childText_1" refType="primFontSz" refFor="des" refForName="parentText_1" op="lte"/>
              <dgm:constr type="primFontSz" for="des" forName="childText_2" refType="primFontSz" refFor="des" refForName="parentText_1" op="lte"/>
              <dgm:constr type="primFontSz" for="des" forName="childText_3" refType="primFontSz" refFor="des" refForName="parentText_1" op="lte"/>
              <dgm:constr type="primFontSz" for="des" forName="childText_4" refType="primFontSz" refFor="des" refForName="parentText_1" op="lte"/>
              <dgm:constr type="primFontSz" for="des" forName="childText_5" refType="primFontSz" refFor="des" refForName="parentText_1" op="lte"/>
              <dgm:constr type="primFontSz" for="des" forName="childText_1" refType="primFontSz" refFor="des" refForName="parentText_2" op="lte"/>
              <dgm:constr type="primFontSz" for="des" forName="childText_2" refType="primFontSz" refFor="des" refForName="parentText_2" op="lte"/>
              <dgm:constr type="primFontSz" for="des" forName="childText_3" refType="primFontSz" refFor="des" refForName="parentText_2" op="lte"/>
              <dgm:constr type="primFontSz" for="des" forName="childText_4" refType="primFontSz" refFor="des" refForName="parentText_2" op="lte"/>
              <dgm:constr type="primFontSz" for="des" forName="childText_5" refType="primFontSz" refFor="des" refForName="parentText_2" op="lte"/>
              <dgm:constr type="primFontSz" for="des" forName="childText_1" refType="primFontSz" refFor="des" refForName="parentText_3" op="lte"/>
              <dgm:constr type="primFontSz" for="des" forName="childText_2" refType="primFontSz" refFor="des" refForName="parentText_3" op="lte"/>
              <dgm:constr type="primFontSz" for="des" forName="childText_3" refType="primFontSz" refFor="des" refForName="parentText_3" op="lte"/>
              <dgm:constr type="primFontSz" for="des" forName="childText_4" refType="primFontSz" refFor="des" refForName="parentText_3" op="lte"/>
              <dgm:constr type="primFontSz" for="des" forName="childText_5" refType="primFontSz" refFor="des" refForName="parentText_3" op="lte"/>
              <dgm:constr type="primFontSz" for="des" forName="childText_1" refType="primFontSz" refFor="des" refForName="parentText_4" op="lte"/>
              <dgm:constr type="primFontSz" for="des" forName="childText_2" refType="primFontSz" refFor="des" refForName="parentText_4" op="lte"/>
              <dgm:constr type="primFontSz" for="des" forName="childText_3" refType="primFontSz" refFor="des" refForName="parentText_4" op="lte"/>
              <dgm:constr type="primFontSz" for="des" forName="childText_4" refType="primFontSz" refFor="des" refForName="parentText_4" op="lte"/>
              <dgm:constr type="primFontSz" for="des" forName="childText_5" refType="primFontSz" refFor="des" refForName="parentText_4" op="lte"/>
              <dgm:constr type="primFontSz" for="des" forName="childText_1" refType="primFontSz" refFor="des" refForName="parentText_5" op="lte"/>
              <dgm:constr type="primFontSz" for="des" forName="childText_2" refType="primFontSz" refFor="des" refForName="parentText_5" op="lte"/>
              <dgm:constr type="primFontSz" for="des" forName="childText_3" refType="primFontSz" refFor="des" refForName="parentText_5" op="lte"/>
              <dgm:constr type="primFontSz" for="des" forName="childText_4" refType="primFontSz" refFor="des" refForName="parentText_5" op="lte"/>
              <dgm:constr type="primFontSz" for="des" forName="childText_5" refType="primFontSz" refFor="des" refForName="parentText_5" op="lte"/>
              <dgm:constr type="primFontSz" for="des" forName="parentText_2" refType="primFontSz" refFor="des" refForName="parentText_1" op="equ"/>
              <dgm:constr type="primFontSz" for="des" forName="parentText_3" refType="primFontSz" refFor="des" refForName="parentText_1" op="equ"/>
              <dgm:constr type="primFontSz" for="des" forName="parentText_4" refType="primFontSz" refFor="des" refForName="parentText_1" op="equ"/>
              <dgm:constr type="primFontSz" for="des" forName="parentText_5" refType="primFontSz" refFor="des" refForName="parentText_1" op="equ"/>
              <dgm:constr type="primFontSz" for="des" forName="childText_2" refType="primFontSz" refFor="des" refForName="childText_1" op="equ"/>
              <dgm:constr type="primFontSz" for="des" forName="childText_3" refType="primFontSz" refFor="des" refForName="childText_1" op="equ"/>
              <dgm:constr type="primFontSz" for="des" forName="childText_4" refType="primFontSz" refFor="des" refForName="childText_1" op="equ"/>
              <dgm:constr type="primFontSz" for="des" forName="childText_5" refType="primFontSz" refFor="des" refForName="childText_1" op="equ"/>
              <dgm:constr type="l" for="ch" forName="accentShape_5" refType="w" fact="0"/>
              <dgm:constr type="t" for="ch" forName="accentShape_1" refType="h" fact="0"/>
              <dgm:constr type="w" for="ch" forName="accentShape_1" refType="w" fact="0.1759"/>
              <dgm:constr type="h" for="ch" forName="accentShape_1" refType="h" fact="0.9952"/>
              <dgm:constr type="l" for="ch" forName="accentShape_4" refType="w" fact="0.192"/>
              <dgm:constr type="t" for="ch" forName="accentShape_2" refType="h" fact="0.1196"/>
              <dgm:constr type="w" for="ch" forName="accentShape_2" refType="w" fact="0.1759"/>
              <dgm:constr type="h" for="ch" forName="accentShape_2" refType="h" fact="0.876"/>
              <dgm:constr type="l" for="ch" forName="accentShape_3" refType="w" fact="0.384"/>
              <dgm:constr type="t" for="ch" forName="accentShape_3" refType="h" fact="0.2457"/>
              <dgm:constr type="w" for="ch" forName="accentShape_3" refType="w" fact="0.1759"/>
              <dgm:constr type="h" for="ch" forName="accentShape_3" refType="h" fact="0.7499"/>
              <dgm:constr type="l" for="ch" forName="accentShape_2" refType="w" fact="0.5759"/>
              <dgm:constr type="t" for="ch" forName="accentShape_4" refType="h" fact="0.3739"/>
              <dgm:constr type="w" for="ch" forName="accentShape_4" refType="w" fact="0.1759"/>
              <dgm:constr type="h" for="ch" forName="accentShape_4" refType="h" fact="0.6217"/>
              <dgm:constr type="l" for="ch" forName="accentShape_1" refType="w" fact="0.7679"/>
              <dgm:constr type="t" for="ch" forName="accentShape_5" refType="h" fact="0.5"/>
              <dgm:constr type="w" for="ch" forName="accentShape_5" refType="w" fact="0.1759"/>
              <dgm:constr type="h" for="ch" forName="accentShape_5" refType="h" fact="0.4956"/>
              <dgm:constr type="l" for="ch" forName="parentText_5" refType="w" fact="0.125"/>
              <dgm:constr type="t" for="ch" forName="parentText_1" refType="h" fact="0"/>
              <dgm:constr type="w" for="ch" forName="parentText_1" refType="w" refFor="ch" refForName="accentShape_1" fact="0.26"/>
              <dgm:constr type="h" for="ch" forName="parentText_1" refType="h" refFor="ch" refForName="accentShape_1" fact="0.9"/>
              <dgm:constr type="l" for="ch" forName="parentText_4" refType="w" fact="0.317"/>
              <dgm:constr type="t" for="ch" forName="parentText_2" refType="h" fact="0.1196"/>
              <dgm:constr type="w" for="ch" forName="parentText_2" refType="w" refFor="ch" refForName="accentShape_2" fact="0.26"/>
              <dgm:constr type="h" for="ch" forName="parentText_2" refType="h" refFor="ch" refForName="accentShape_2" fact="0.9"/>
              <dgm:constr type="l" for="ch" forName="parentText_3" refType="w" fact="0.509"/>
              <dgm:constr type="t" for="ch" forName="parentText_3" refType="h" fact="0.2457"/>
              <dgm:constr type="w" for="ch" forName="parentText_3" refType="w" refFor="ch" refForName="accentShape_3" fact="0.26"/>
              <dgm:constr type="h" for="ch" forName="parentText_3" refType="h" refFor="ch" refForName="accentShape_3" fact="0.9"/>
              <dgm:constr type="l" for="ch" forName="parentText_2" refType="w" fact="0.7009"/>
              <dgm:constr type="t" for="ch" forName="parentText_4" refType="h" fact="0.3739"/>
              <dgm:constr type="w" for="ch" forName="parentText_4" refType="w" refFor="ch" refForName="accentShape_4" fact="0.26"/>
              <dgm:constr type="h" for="ch" forName="parentText_4" refType="h" refFor="ch" refForName="accentShape_4" fact="0.9"/>
              <dgm:constr type="l" for="ch" forName="parentText_1" refType="w" fact="0.8929"/>
              <dgm:constr type="t" for="ch" forName="parentText_5" refType="h" fact="0.5"/>
              <dgm:constr type="w" for="ch" forName="parentText_5" refType="w" refFor="ch" refForName="accentShape_5" fact="0.26"/>
              <dgm:constr type="h" for="ch" forName="parentText_5" refType="h" refFor="ch" refForName="accentShape_5" fact="0.9"/>
              <dgm:constr type="l" for="ch" forName="childText_5" refType="w" fact="0"/>
              <dgm:constr type="t" for="ch" forName="childText_1" refType="h" fact="0"/>
              <dgm:constr type="w" for="ch" forName="childText_1" refType="w" refFor="ch" refForName="accentShape_1" fact="0.71"/>
              <dgm:constr type="h" for="ch" forName="childText_1" refType="h"/>
              <dgm:constr type="l" for="ch" forName="childText_4" refType="w" fact="0.192"/>
              <dgm:constr type="t" for="ch" forName="childText_2" refType="h" fact="0.1192"/>
              <dgm:constr type="w" for="ch" forName="childText_2" refType="w" refFor="ch" refForName="accentShape_2" fact="0.71"/>
              <dgm:constr type="h" for="ch" forName="childText_2" refType="h" fact="0.876"/>
              <dgm:constr type="l" for="ch" forName="childText_3" refType="w" fact="0.384"/>
              <dgm:constr type="t" for="ch" forName="childText_3" refType="h" fact="0.2457"/>
              <dgm:constr type="w" for="ch" forName="childText_3" refType="w" refFor="ch" refForName="accentShape_3" fact="0.71"/>
              <dgm:constr type="h" for="ch" forName="childText_3" refType="h" fact="0.7499"/>
              <dgm:constr type="l" for="ch" forName="childText_2" refType="w" fact="0.5759"/>
              <dgm:constr type="t" for="ch" forName="childText_4" refType="h" fact="0.3739"/>
              <dgm:constr type="w" for="ch" forName="childText_4" refType="w" refFor="ch" refForName="accentShape_4" fact="0.71"/>
              <dgm:constr type="h" for="ch" forName="childText_4" refType="h" fact="0.6261"/>
              <dgm:constr type="l" for="ch" forName="childText_1" refType="w" fact="0.7679"/>
              <dgm:constr type="t" for="ch" forName="childText_5" refType="h" fact="0.5001"/>
              <dgm:constr type="w" for="ch" forName="childText_5" refType="w" refFor="ch" refForName="accentShape_5" fact="0.71"/>
              <dgm:constr type="h" for="ch" forName="childText_5" refType="h" fact="0.4999"/>
            </dgm:constrLst>
          </dgm:else>
        </dgm:choose>
      </dgm:if>
      <dgm:if name="Name22" axis="ch" ptType="node" func="cnt" op="equ" val="6">
        <dgm:alg type="composite">
          <dgm:param type="ar" val="2.4006"/>
        </dgm:alg>
        <dgm:shape xmlns:r="http://schemas.openxmlformats.org/officeDocument/2006/relationships" r:blip="">
          <dgm:adjLst/>
        </dgm:shape>
        <dgm:choose name="Name23">
          <dgm:if name="Name24" func="var" arg="dir" op="equ" val="norm">
            <dgm:constrLst>
              <dgm:constr type="primFontSz" for="des" forName="childText_1" val="65"/>
              <dgm:constr type="primFontSz" for="des" forName="parentText_1" val="65"/>
              <dgm:constr type="primFontSz" for="des" forName="childText_1" refType="primFontSz" refFor="des" refForName="parentText_1" op="lte"/>
              <dgm:constr type="primFontSz" for="des" forName="childText_2" refType="primFontSz" refFor="des" refForName="parentText_1" op="lte"/>
              <dgm:constr type="primFontSz" for="des" forName="childText_3" refType="primFontSz" refFor="des" refForName="parentText_1" op="lte"/>
              <dgm:constr type="primFontSz" for="des" forName="childText_4" refType="primFontSz" refFor="des" refForName="parentText_1" op="lte"/>
              <dgm:constr type="primFontSz" for="des" forName="childText_5" refType="primFontSz" refFor="des" refForName="parentText_1" op="lte"/>
              <dgm:constr type="primFontSz" for="des" forName="childText_6" refType="primFontSz" refFor="des" refForName="parentText_1" op="lte"/>
              <dgm:constr type="primFontSz" for="des" forName="childText_1" refType="primFontSz" refFor="des" refForName="parentText_2" op="lte"/>
              <dgm:constr type="primFontSz" for="des" forName="childText_2" refType="primFontSz" refFor="des" refForName="parentText_2" op="lte"/>
              <dgm:constr type="primFontSz" for="des" forName="childText_3" refType="primFontSz" refFor="des" refForName="parentText_2" op="lte"/>
              <dgm:constr type="primFontSz" for="des" forName="childText_4" refType="primFontSz" refFor="des" refForName="parentText_2" op="lte"/>
              <dgm:constr type="primFontSz" for="des" forName="childText_5" refType="primFontSz" refFor="des" refForName="parentText_2" op="lte"/>
              <dgm:constr type="primFontSz" for="des" forName="childText_6" refType="primFontSz" refFor="des" refForName="parentText_2" op="lte"/>
              <dgm:constr type="primFontSz" for="des" forName="childText_1" refType="primFontSz" refFor="des" refForName="parentText_3" op="lte"/>
              <dgm:constr type="primFontSz" for="des" forName="childText_2" refType="primFontSz" refFor="des" refForName="parentText_3" op="lte"/>
              <dgm:constr type="primFontSz" for="des" forName="childText_3" refType="primFontSz" refFor="des" refForName="parentText_3" op="lte"/>
              <dgm:constr type="primFontSz" for="des" forName="childText_4" refType="primFontSz" refFor="des" refForName="parentText_3" op="lte"/>
              <dgm:constr type="primFontSz" for="des" forName="childText_5" refType="primFontSz" refFor="des" refForName="parentText_3" op="lte"/>
              <dgm:constr type="primFontSz" for="des" forName="childText_6" refType="primFontSz" refFor="des" refForName="parentText_3" op="lte"/>
              <dgm:constr type="primFontSz" for="des" forName="childText_1" refType="primFontSz" refFor="des" refForName="parentText_4" op="lte"/>
              <dgm:constr type="primFontSz" for="des" forName="childText_2" refType="primFontSz" refFor="des" refForName="parentText_4" op="lte"/>
              <dgm:constr type="primFontSz" for="des" forName="childText_3" refType="primFontSz" refFor="des" refForName="parentText_4" op="lte"/>
              <dgm:constr type="primFontSz" for="des" forName="childText_4" refType="primFontSz" refFor="des" refForName="parentText_4" op="lte"/>
              <dgm:constr type="primFontSz" for="des" forName="childText_5" refType="primFontSz" refFor="des" refForName="parentText_4" op="lte"/>
              <dgm:constr type="primFontSz" for="des" forName="childText_6" refType="primFontSz" refFor="des" refForName="parentText_4" op="lte"/>
              <dgm:constr type="primFontSz" for="des" forName="childText_1" refType="primFontSz" refFor="des" refForName="parentText_5" op="lte"/>
              <dgm:constr type="primFontSz" for="des" forName="childText_2" refType="primFontSz" refFor="des" refForName="parentText_5" op="lte"/>
              <dgm:constr type="primFontSz" for="des" forName="childText_3" refType="primFontSz" refFor="des" refForName="parentText_5" op="lte"/>
              <dgm:constr type="primFontSz" for="des" forName="childText_4" refType="primFontSz" refFor="des" refForName="parentText_5" op="lte"/>
              <dgm:constr type="primFontSz" for="des" forName="childText_5" refType="primFontSz" refFor="des" refForName="parentText_5" op="lte"/>
              <dgm:constr type="primFontSz" for="des" forName="childText_6" refType="primFontSz" refFor="des" refForName="parentText_5" op="lte"/>
              <dgm:constr type="primFontSz" for="des" forName="childText_1" refType="primFontSz" refFor="des" refForName="parentText_6" op="lte"/>
              <dgm:constr type="primFontSz" for="des" forName="childText_2" refType="primFontSz" refFor="des" refForName="parentText_6" op="lte"/>
              <dgm:constr type="primFontSz" for="des" forName="childText_3" refType="primFontSz" refFor="des" refForName="parentText_6" op="lte"/>
              <dgm:constr type="primFontSz" for="des" forName="childText_4" refType="primFontSz" refFor="des" refForName="parentText_6" op="lte"/>
              <dgm:constr type="primFontSz" for="des" forName="childText_5" refType="primFontSz" refFor="des" refForName="parentText_6" op="lte"/>
              <dgm:constr type="primFontSz" for="des" forName="childText_6" refType="primFontSz" refFor="des" refForName="parentText_6" op="lte"/>
              <dgm:constr type="primFontSz" for="des" forName="parentText_2" refType="primFontSz" refFor="des" refForName="parentText_1" op="equ"/>
              <dgm:constr type="primFontSz" for="des" forName="parentText_3" refType="primFontSz" refFor="des" refForName="parentText_1" op="equ"/>
              <dgm:constr type="primFontSz" for="des" forName="parentText_4" refType="primFontSz" refFor="des" refForName="parentText_1" op="equ"/>
              <dgm:constr type="primFontSz" for="des" forName="parentText_5" refType="primFontSz" refFor="des" refForName="parentText_1" op="equ"/>
              <dgm:constr type="primFontSz" for="des" forName="parentText_6" refType="primFontSz" refFor="des" refForName="parentText_1" op="equ"/>
              <dgm:constr type="primFontSz" for="des" forName="childText_2" refType="primFontSz" refFor="des" refForName="childText_1" op="equ"/>
              <dgm:constr type="primFontSz" for="des" forName="childText_3" refType="primFontSz" refFor="des" refForName="childText_1" op="equ"/>
              <dgm:constr type="primFontSz" for="des" forName="childText_4" refType="primFontSz" refFor="des" refForName="childText_1" op="equ"/>
              <dgm:constr type="primFontSz" for="des" forName="childText_5" refType="primFontSz" refFor="des" refForName="childText_1" op="equ"/>
              <dgm:constr type="primFontSz" for="des" forName="childText_6" refType="primFontSz" refFor="des" refForName="childText_1" op="equ"/>
              <dgm:constr type="l" for="ch" forName="accentShape_1" refType="w" fact="0"/>
              <dgm:constr type="t" for="ch" forName="accentShape_1" refType="h" fact="0"/>
              <dgm:constr type="w" for="ch" forName="accentShape_1" refType="w" fact="0.1473"/>
              <dgm:constr type="h" for="ch" forName="accentShape_1" refType="h"/>
              <dgm:constr type="l" for="ch" forName="accentShape_2" refType="w" fact="0.1608"/>
              <dgm:constr type="t" for="ch" forName="accentShape_2" refType="h" fact="0.1"/>
              <dgm:constr type="w" for="ch" forName="accentShape_2" refType="w" fact="0.1473"/>
              <dgm:constr type="h" for="ch" forName="accentShape_2" refType="h" fact="0.9"/>
              <dgm:constr type="l" for="ch" forName="accentShape_3" refType="w" fact="0.3216"/>
              <dgm:constr type="t" for="ch" forName="accentShape_3" refType="h" fact="0.2"/>
              <dgm:constr type="w" for="ch" forName="accentShape_3" refType="w" fact="0.1473"/>
              <dgm:constr type="h" for="ch" forName="accentShape_3" refType="h" fact="0.8"/>
              <dgm:constr type="l" for="ch" forName="accentShape_4" refType="w" fact="0.4824"/>
              <dgm:constr type="t" for="ch" forName="accentShape_4" refType="h" fact="0.3"/>
              <dgm:constr type="w" for="ch" forName="accentShape_4" refType="w" fact="0.1473"/>
              <dgm:constr type="h" for="ch" forName="accentShape_4" refType="h" fact="0.7"/>
              <dgm:constr type="l" for="ch" forName="accentShape_5" refType="w" fact="0.6432"/>
              <dgm:constr type="t" for="ch" forName="accentShape_5" refType="h" fact="0.4"/>
              <dgm:constr type="w" for="ch" forName="accentShape_5" refType="w" fact="0.1473"/>
              <dgm:constr type="h" for="ch" forName="accentShape_5" refType="h" fact="0.6"/>
              <dgm:constr type="l" for="ch" forName="accentShape_6" refType="w" fact="0.8056"/>
              <dgm:constr type="t" for="ch" forName="accentShape_6" refType="h" fact="0.5"/>
              <dgm:constr type="w" for="ch" forName="accentShape_6" refType="w" fact="0.1473"/>
              <dgm:constr type="h" for="ch" forName="accentShape_6" refType="h" fact="0.5"/>
              <dgm:constr type="l" for="ch" forName="childText_1" refType="w" fact="0"/>
              <dgm:constr type="t" for="ch" forName="childText_1" refType="h" fact="0"/>
              <dgm:constr type="w" for="ch" forName="childText_1" refType="w" refFor="ch" refForName="accentShape_1" fact="0.7"/>
              <dgm:constr type="h" for="ch" forName="childText_1" refType="h" refFor="ch" refForName="accentShape_1"/>
              <dgm:constr type="l" for="ch" forName="childText_2" refType="w" fact="0.1608"/>
              <dgm:constr type="t" for="ch" forName="childText_2" refType="h" fact="0.1"/>
              <dgm:constr type="w" for="ch" forName="childText_2" refType="w" refFor="ch" refForName="accentShape_2" fact="0.7"/>
              <dgm:constr type="h" for="ch" forName="childText_2" refType="h" refFor="ch" refForName="accentShape_2"/>
              <dgm:constr type="l" for="ch" forName="childText_3" refType="w" fact="0.3216"/>
              <dgm:constr type="t" for="ch" forName="childText_3" refType="h" fact="0.2"/>
              <dgm:constr type="w" for="ch" forName="childText_3" refType="w" refFor="ch" refForName="accentShape_3" fact="0.7"/>
              <dgm:constr type="h" for="ch" forName="childText_3" refType="h" refFor="ch" refForName="accentShape_3"/>
              <dgm:constr type="l" for="ch" forName="childText_4" refType="w" fact="0.4824"/>
              <dgm:constr type="t" for="ch" forName="childText_4" refType="h" fact="0.3"/>
              <dgm:constr type="w" for="ch" forName="childText_4" refType="w" refFor="ch" refForName="accentShape_4" fact="0.7"/>
              <dgm:constr type="h" for="ch" forName="childText_4" refType="h" refFor="ch" refForName="accentShape_4"/>
              <dgm:constr type="l" for="ch" forName="childText_5" refType="w" fact="0.6432"/>
              <dgm:constr type="t" for="ch" forName="childText_5" refType="h" fact="0.4"/>
              <dgm:constr type="w" for="ch" forName="childText_5" refType="w" refFor="ch" refForName="accentShape_5" fact="0.7"/>
              <dgm:constr type="h" for="ch" forName="childText_5" refType="h" refFor="ch" refForName="accentShape_5"/>
              <dgm:constr type="l" for="ch" forName="childText_6" refType="w" fact="0.8056"/>
              <dgm:constr type="t" for="ch" forName="childText_6" refType="h" fact="0.5"/>
              <dgm:constr type="w" for="ch" forName="childText_6" refType="w" refFor="ch" refForName="accentShape_6" fact="0.7"/>
              <dgm:constr type="h" for="ch" forName="childText_6" refType="h" refFor="ch" refForName="accentShape_6"/>
              <dgm:constr type="l" for="ch" forName="parentText_1" refType="w" fact="0.1045"/>
              <dgm:constr type="t" for="ch" forName="parentText_1" refType="h" fact="0"/>
              <dgm:constr type="w" for="ch" forName="parentText_1" refType="w" refFor="ch" refForName="accentShape_1" fact="0.26"/>
              <dgm:constr type="h" for="ch" forName="parentText_1" refType="h" refFor="ch" refForName="accentShape_1" fact="0.9"/>
              <dgm:constr type="l" for="ch" forName="parentText_2" refType="w" fact="0.2653"/>
              <dgm:constr type="t" for="ch" forName="parentText_2" refType="h" fact="0.1"/>
              <dgm:constr type="w" for="ch" forName="parentText_2" refType="w" refFor="ch" refForName="accentShape_2" fact="0.26"/>
              <dgm:constr type="h" for="ch" forName="parentText_2" refType="h" refFor="ch" refForName="accentShape_2" fact="0.9"/>
              <dgm:constr type="l" for="ch" forName="parentText_3" refType="w" fact="0.4261"/>
              <dgm:constr type="t" for="ch" forName="parentText_3" refType="h" fact="0.2"/>
              <dgm:constr type="w" for="ch" forName="parentText_3" refType="w" refFor="ch" refForName="accentShape_3" fact="0.26"/>
              <dgm:constr type="h" for="ch" forName="parentText_3" refType="h" refFor="ch" refForName="accentShape_3" fact="0.9"/>
              <dgm:constr type="l" for="ch" forName="parentText_4" refType="w" fact="0.5869"/>
              <dgm:constr type="t" for="ch" forName="parentText_4" refType="h" fact="0.3"/>
              <dgm:constr type="w" for="ch" forName="parentText_4" refType="w" refFor="ch" refForName="accentShape_4" fact="0.26"/>
              <dgm:constr type="h" for="ch" forName="parentText_4" refType="h" refFor="ch" refForName="accentShape_4" fact="0.9"/>
              <dgm:constr type="l" for="ch" forName="parentText_5" refType="w" fact="0.7477"/>
              <dgm:constr type="t" for="ch" forName="parentText_5" refType="h" fact="0.4"/>
              <dgm:constr type="w" for="ch" forName="parentText_5" refType="w" refFor="ch" refForName="accentShape_5" fact="0.26"/>
              <dgm:constr type="h" for="ch" forName="parentText_5" refType="h" refFor="ch" refForName="accentShape_5" fact="0.9"/>
              <dgm:constr type="l" for="ch" forName="parentText_6" refType="w" fact="0.9101"/>
              <dgm:constr type="t" for="ch" forName="parentText_6" refType="h" fact="0.5"/>
              <dgm:constr type="w" for="ch" forName="parentText_6" refType="w" refFor="ch" refForName="accentShape_6" fact="0.26"/>
              <dgm:constr type="h" for="ch" forName="parentText_6" refType="h" refFor="ch" refForName="accentShape_6" fact="0.9"/>
            </dgm:constrLst>
          </dgm:if>
          <dgm:else name="Name25">
            <dgm:constrLst>
              <dgm:constr type="primFontSz" for="des" forName="childText_1" val="65"/>
              <dgm:constr type="primFontSz" for="des" forName="parentText_1" val="65"/>
              <dgm:constr type="primFontSz" for="des" forName="childText_1" refType="primFontSz" refFor="des" refForName="parentText_1" op="lte"/>
              <dgm:constr type="primFontSz" for="des" forName="childText_2" refType="primFontSz" refFor="des" refForName="parentText_1" op="lte"/>
              <dgm:constr type="primFontSz" for="des" forName="childText_3" refType="primFontSz" refFor="des" refForName="parentText_1" op="lte"/>
              <dgm:constr type="primFontSz" for="des" forName="childText_4" refType="primFontSz" refFor="des" refForName="parentText_1" op="lte"/>
              <dgm:constr type="primFontSz" for="des" forName="childText_5" refType="primFontSz" refFor="des" refForName="parentText_1" op="lte"/>
              <dgm:constr type="primFontSz" for="des" forName="childText_6" refType="primFontSz" refFor="des" refForName="parentText_1" op="lte"/>
              <dgm:constr type="primFontSz" for="des" forName="childText_1" refType="primFontSz" refFor="des" refForName="parentText_2" op="lte"/>
              <dgm:constr type="primFontSz" for="des" forName="childText_2" refType="primFontSz" refFor="des" refForName="parentText_2" op="lte"/>
              <dgm:constr type="primFontSz" for="des" forName="childText_3" refType="primFontSz" refFor="des" refForName="parentText_2" op="lte"/>
              <dgm:constr type="primFontSz" for="des" forName="childText_4" refType="primFontSz" refFor="des" refForName="parentText_2" op="lte"/>
              <dgm:constr type="primFontSz" for="des" forName="childText_5" refType="primFontSz" refFor="des" refForName="parentText_2" op="lte"/>
              <dgm:constr type="primFontSz" for="des" forName="childText_6" refType="primFontSz" refFor="des" refForName="parentText_2" op="lte"/>
              <dgm:constr type="primFontSz" for="des" forName="childText_1" refType="primFontSz" refFor="des" refForName="parentText_3" op="lte"/>
              <dgm:constr type="primFontSz" for="des" forName="childText_2" refType="primFontSz" refFor="des" refForName="parentText_3" op="lte"/>
              <dgm:constr type="primFontSz" for="des" forName="childText_3" refType="primFontSz" refFor="des" refForName="parentText_3" op="lte"/>
              <dgm:constr type="primFontSz" for="des" forName="childText_4" refType="primFontSz" refFor="des" refForName="parentText_3" op="lte"/>
              <dgm:constr type="primFontSz" for="des" forName="childText_5" refType="primFontSz" refFor="des" refForName="parentText_3" op="lte"/>
              <dgm:constr type="primFontSz" for="des" forName="childText_6" refType="primFontSz" refFor="des" refForName="parentText_3" op="lte"/>
              <dgm:constr type="primFontSz" for="des" forName="childText_1" refType="primFontSz" refFor="des" refForName="parentText_4" op="lte"/>
              <dgm:constr type="primFontSz" for="des" forName="childText_2" refType="primFontSz" refFor="des" refForName="parentText_4" op="lte"/>
              <dgm:constr type="primFontSz" for="des" forName="childText_3" refType="primFontSz" refFor="des" refForName="parentText_4" op="lte"/>
              <dgm:constr type="primFontSz" for="des" forName="childText_4" refType="primFontSz" refFor="des" refForName="parentText_4" op="lte"/>
              <dgm:constr type="primFontSz" for="des" forName="childText_5" refType="primFontSz" refFor="des" refForName="parentText_4" op="lte"/>
              <dgm:constr type="primFontSz" for="des" forName="childText_6" refType="primFontSz" refFor="des" refForName="parentText_4" op="lte"/>
              <dgm:constr type="primFontSz" for="des" forName="childText_1" refType="primFontSz" refFor="des" refForName="parentText_5" op="lte"/>
              <dgm:constr type="primFontSz" for="des" forName="childText_2" refType="primFontSz" refFor="des" refForName="parentText_5" op="lte"/>
              <dgm:constr type="primFontSz" for="des" forName="childText_3" refType="primFontSz" refFor="des" refForName="parentText_5" op="lte"/>
              <dgm:constr type="primFontSz" for="des" forName="childText_4" refType="primFontSz" refFor="des" refForName="parentText_5" op="lte"/>
              <dgm:constr type="primFontSz" for="des" forName="childText_5" refType="primFontSz" refFor="des" refForName="parentText_5" op="lte"/>
              <dgm:constr type="primFontSz" for="des" forName="childText_6" refType="primFontSz" refFor="des" refForName="parentText_5" op="lte"/>
              <dgm:constr type="primFontSz" for="des" forName="childText_1" refType="primFontSz" refFor="des" refForName="parentText_6" op="lte"/>
              <dgm:constr type="primFontSz" for="des" forName="childText_2" refType="primFontSz" refFor="des" refForName="parentText_6" op="lte"/>
              <dgm:constr type="primFontSz" for="des" forName="childText_3" refType="primFontSz" refFor="des" refForName="parentText_6" op="lte"/>
              <dgm:constr type="primFontSz" for="des" forName="childText_4" refType="primFontSz" refFor="des" refForName="parentText_6" op="lte"/>
              <dgm:constr type="primFontSz" for="des" forName="childText_5" refType="primFontSz" refFor="des" refForName="parentText_6" op="lte"/>
              <dgm:constr type="primFontSz" for="des" forName="childText_6" refType="primFontSz" refFor="des" refForName="parentText_6" op="lte"/>
              <dgm:constr type="primFontSz" for="des" forName="parentText_2" refType="primFontSz" refFor="des" refForName="parentText_1" op="equ"/>
              <dgm:constr type="primFontSz" for="des" forName="parentText_3" refType="primFontSz" refFor="des" refForName="parentText_1" op="equ"/>
              <dgm:constr type="primFontSz" for="des" forName="parentText_4" refType="primFontSz" refFor="des" refForName="parentText_1" op="equ"/>
              <dgm:constr type="primFontSz" for="des" forName="parentText_5" refType="primFontSz" refFor="des" refForName="parentText_1" op="equ"/>
              <dgm:constr type="primFontSz" for="des" forName="parentText_6" refType="primFontSz" refFor="des" refForName="parentText_1" op="equ"/>
              <dgm:constr type="primFontSz" for="des" forName="childText_2" refType="primFontSz" refFor="des" refForName="childText_1" op="equ"/>
              <dgm:constr type="primFontSz" for="des" forName="childText_3" refType="primFontSz" refFor="des" refForName="childText_1" op="equ"/>
              <dgm:constr type="primFontSz" for="des" forName="childText_4" refType="primFontSz" refFor="des" refForName="childText_1" op="equ"/>
              <dgm:constr type="primFontSz" for="des" forName="childText_5" refType="primFontSz" refFor="des" refForName="childText_1" op="equ"/>
              <dgm:constr type="primFontSz" for="des" forName="childText_6" refType="primFontSz" refFor="des" refForName="childText_1" op="equ"/>
              <dgm:constr type="l" for="ch" forName="accentShape_6" refType="w" fact="0"/>
              <dgm:constr type="t" for="ch" forName="accentShape_1" refType="h" fact="0"/>
              <dgm:constr type="w" for="ch" forName="accentShape_1" refType="w" fact="0.1473"/>
              <dgm:constr type="h" for="ch" forName="accentShape_1" refType="h"/>
              <dgm:constr type="l" for="ch" forName="accentShape_5" refType="w" fact="0.1608"/>
              <dgm:constr type="t" for="ch" forName="accentShape_2" refType="h" fact="0.1"/>
              <dgm:constr type="w" for="ch" forName="accentShape_2" refType="w" fact="0.1473"/>
              <dgm:constr type="h" for="ch" forName="accentShape_2" refType="h" fact="0.9"/>
              <dgm:constr type="l" for="ch" forName="accentShape_4" refType="w" fact="0.3216"/>
              <dgm:constr type="t" for="ch" forName="accentShape_3" refType="h" fact="0.2"/>
              <dgm:constr type="w" for="ch" forName="accentShape_3" refType="w" fact="0.1473"/>
              <dgm:constr type="h" for="ch" forName="accentShape_3" refType="h" fact="0.8"/>
              <dgm:constr type="l" for="ch" forName="accentShape_3" refType="w" fact="0.4824"/>
              <dgm:constr type="t" for="ch" forName="accentShape_4" refType="h" fact="0.3"/>
              <dgm:constr type="w" for="ch" forName="accentShape_4" refType="w" fact="0.1473"/>
              <dgm:constr type="h" for="ch" forName="accentShape_4" refType="h" fact="0.7"/>
              <dgm:constr type="l" for="ch" forName="accentShape_2" refType="w" fact="0.6432"/>
              <dgm:constr type="t" for="ch" forName="accentShape_5" refType="h" fact="0.4"/>
              <dgm:constr type="w" for="ch" forName="accentShape_5" refType="w" fact="0.1473"/>
              <dgm:constr type="h" for="ch" forName="accentShape_5" refType="h" fact="0.6"/>
              <dgm:constr type="l" for="ch" forName="accentShape_1" refType="w" fact="0.8056"/>
              <dgm:constr type="t" for="ch" forName="accentShape_6" refType="h" fact="0.5"/>
              <dgm:constr type="w" for="ch" forName="accentShape_6" refType="w" fact="0.1473"/>
              <dgm:constr type="h" for="ch" forName="accentShape_6" refType="h" fact="0.5"/>
              <dgm:constr type="l" for="ch" forName="childText_6" refType="w" fact="0"/>
              <dgm:constr type="t" for="ch" forName="childText_1" refType="h" fact="0"/>
              <dgm:constr type="w" for="ch" forName="childText_1" refType="w" refFor="ch" refForName="accentShape_1" fact="0.7"/>
              <dgm:constr type="h" for="ch" forName="childText_1" refType="h" refFor="ch" refForName="accentShape_1"/>
              <dgm:constr type="l" for="ch" forName="childText_5" refType="w" fact="0.1608"/>
              <dgm:constr type="t" for="ch" forName="childText_2" refType="h" fact="0.1"/>
              <dgm:constr type="w" for="ch" forName="childText_2" refType="w" refFor="ch" refForName="accentShape_2" fact="0.7"/>
              <dgm:constr type="h" for="ch" forName="childText_2" refType="h" refFor="ch" refForName="accentShape_2"/>
              <dgm:constr type="l" for="ch" forName="childText_4" refType="w" fact="0.3216"/>
              <dgm:constr type="t" for="ch" forName="childText_3" refType="h" fact="0.2"/>
              <dgm:constr type="w" for="ch" forName="childText_3" refType="w" refFor="ch" refForName="accentShape_3" fact="0.7"/>
              <dgm:constr type="h" for="ch" forName="childText_3" refType="h" refFor="ch" refForName="accentShape_3"/>
              <dgm:constr type="l" for="ch" forName="childText_3" refType="w" fact="0.4824"/>
              <dgm:constr type="t" for="ch" forName="childText_4" refType="h" fact="0.3"/>
              <dgm:constr type="w" for="ch" forName="childText_4" refType="w" refFor="ch" refForName="accentShape_4" fact="0.7"/>
              <dgm:constr type="h" for="ch" forName="childText_4" refType="h" refFor="ch" refForName="accentShape_4"/>
              <dgm:constr type="l" for="ch" forName="childText_2" refType="w" fact="0.6432"/>
              <dgm:constr type="t" for="ch" forName="childText_5" refType="h" fact="0.4"/>
              <dgm:constr type="w" for="ch" forName="childText_5" refType="w" refFor="ch" refForName="accentShape_5" fact="0.7"/>
              <dgm:constr type="h" for="ch" forName="childText_5" refType="h" refFor="ch" refForName="accentShape_5"/>
              <dgm:constr type="l" for="ch" forName="childText_1" refType="w" fact="0.8056"/>
              <dgm:constr type="t" for="ch" forName="childText_6" refType="h" fact="0.5"/>
              <dgm:constr type="w" for="ch" forName="childText_6" refType="w" refFor="ch" refForName="accentShape_6" fact="0.7"/>
              <dgm:constr type="h" for="ch" forName="childText_6" refType="h" refFor="ch" refForName="accentShape_6"/>
              <dgm:constr type="l" for="ch" forName="parentText_6" refType="w" fact="0.1045"/>
              <dgm:constr type="t" for="ch" forName="parentText_1" refType="h" fact="0"/>
              <dgm:constr type="w" for="ch" forName="parentText_1" refType="w" refFor="ch" refForName="accentShape_1" fact="0.26"/>
              <dgm:constr type="h" for="ch" forName="parentText_1" refType="h" refFor="ch" refForName="accentShape_1" fact="0.9"/>
              <dgm:constr type="l" for="ch" forName="parentText_5" refType="w" fact="0.2653"/>
              <dgm:constr type="t" for="ch" forName="parentText_2" refType="h" fact="0.1"/>
              <dgm:constr type="w" for="ch" forName="parentText_2" refType="w" refFor="ch" refForName="accentShape_2" fact="0.26"/>
              <dgm:constr type="h" for="ch" forName="parentText_2" refType="h" refFor="ch" refForName="accentShape_2" fact="0.9"/>
              <dgm:constr type="l" for="ch" forName="parentText_4" refType="w" fact="0.4261"/>
              <dgm:constr type="t" for="ch" forName="parentText_3" refType="h" fact="0.2"/>
              <dgm:constr type="w" for="ch" forName="parentText_3" refType="w" refFor="ch" refForName="accentShape_3" fact="0.26"/>
              <dgm:constr type="h" for="ch" forName="parentText_3" refType="h" refFor="ch" refForName="accentShape_3" fact="0.9"/>
              <dgm:constr type="l" for="ch" forName="parentText_3" refType="w" fact="0.5869"/>
              <dgm:constr type="t" for="ch" forName="parentText_4" refType="h" fact="0.3"/>
              <dgm:constr type="w" for="ch" forName="parentText_4" refType="w" refFor="ch" refForName="accentShape_4" fact="0.26"/>
              <dgm:constr type="h" for="ch" forName="parentText_4" refType="h" refFor="ch" refForName="accentShape_4" fact="0.9"/>
              <dgm:constr type="l" for="ch" forName="parentText_2" refType="w" fact="0.7477"/>
              <dgm:constr type="t" for="ch" forName="parentText_5" refType="h" fact="0.4"/>
              <dgm:constr type="w" for="ch" forName="parentText_5" refType="w" refFor="ch" refForName="accentShape_5" fact="0.26"/>
              <dgm:constr type="h" for="ch" forName="parentText_5" refType="h" refFor="ch" refForName="accentShape_5" fact="0.9"/>
              <dgm:constr type="l" for="ch" forName="parentText_1" refType="w" fact="0.9101"/>
              <dgm:constr type="t" for="ch" forName="parentText_6" refType="h" fact="0.5"/>
              <dgm:constr type="w" for="ch" forName="parentText_6" refType="w" refFor="ch" refForName="accentShape_6" fact="0.26"/>
              <dgm:constr type="h" for="ch" forName="parentText_6" refType="h" refFor="ch" refForName="accentShape_6" fact="0.9"/>
            </dgm:constrLst>
          </dgm:else>
        </dgm:choose>
      </dgm:if>
      <dgm:else name="Name26">
        <dgm:alg type="composite">
          <dgm:param type="ar" val="2.7874"/>
        </dgm:alg>
        <dgm:shape xmlns:r="http://schemas.openxmlformats.org/officeDocument/2006/relationships" r:blip="">
          <dgm:adjLst/>
        </dgm:shape>
        <dgm:choose name="Name27">
          <dgm:if name="Name28" func="var" arg="dir" op="equ" val="norm">
            <dgm:constrLst>
              <dgm:constr type="primFontSz" for="des" forName="childText_1" val="65"/>
              <dgm:constr type="primFontSz" for="des" forName="parentText_1" val="65"/>
              <dgm:constr type="primFontSz" for="des" forName="childText_1" refType="primFontSz" refFor="des" refForName="parentText_1" op="lte"/>
              <dgm:constr type="primFontSz" for="des" forName="childText_2" refType="primFontSz" refFor="des" refForName="parentText_1" op="lte"/>
              <dgm:constr type="primFontSz" for="des" forName="childText_3" refType="primFontSz" refFor="des" refForName="parentText_1" op="lte"/>
              <dgm:constr type="primFontSz" for="des" forName="childText_4" refType="primFontSz" refFor="des" refForName="parentText_1" op="lte"/>
              <dgm:constr type="primFontSz" for="des" forName="childText_5" refType="primFontSz" refFor="des" refForName="parentText_1" op="lte"/>
              <dgm:constr type="primFontSz" for="des" forName="childText_6" refType="primFontSz" refFor="des" refForName="parentText_1" op="lte"/>
              <dgm:constr type="primFontSz" for="des" forName="childText_7" refType="primFontSz" refFor="des" refForName="parentText_1" op="lte"/>
              <dgm:constr type="primFontSz" for="des" forName="childText_1" refType="primFontSz" refFor="des" refForName="parentText_2" op="lte"/>
              <dgm:constr type="primFontSz" for="des" forName="childText_2" refType="primFontSz" refFor="des" refForName="parentText_2" op="lte"/>
              <dgm:constr type="primFontSz" for="des" forName="childText_3" refType="primFontSz" refFor="des" refForName="parentText_2" op="lte"/>
              <dgm:constr type="primFontSz" for="des" forName="childText_4" refType="primFontSz" refFor="des" refForName="parentText_2" op="lte"/>
              <dgm:constr type="primFontSz" for="des" forName="childText_5" refType="primFontSz" refFor="des" refForName="parentText_2" op="lte"/>
              <dgm:constr type="primFontSz" for="des" forName="childText_6" refType="primFontSz" refFor="des" refForName="parentText_2" op="lte"/>
              <dgm:constr type="primFontSz" for="des" forName="childText_7" refType="primFontSz" refFor="des" refForName="parentText_2" op="lte"/>
              <dgm:constr type="primFontSz" for="des" forName="childText_1" refType="primFontSz" refFor="des" refForName="parentText_3" op="lte"/>
              <dgm:constr type="primFontSz" for="des" forName="childText_2" refType="primFontSz" refFor="des" refForName="parentText_3" op="lte"/>
              <dgm:constr type="primFontSz" for="des" forName="childText_3" refType="primFontSz" refFor="des" refForName="parentText_3" op="lte"/>
              <dgm:constr type="primFontSz" for="des" forName="childText_4" refType="primFontSz" refFor="des" refForName="parentText_3" op="lte"/>
              <dgm:constr type="primFontSz" for="des" forName="childText_5" refType="primFontSz" refFor="des" refForName="parentText_3" op="lte"/>
              <dgm:constr type="primFontSz" for="des" forName="childText_6" refType="primFontSz" refFor="des" refForName="parentText_3" op="lte"/>
              <dgm:constr type="primFontSz" for="des" forName="childText_7" refType="primFontSz" refFor="des" refForName="parentText_3" op="lte"/>
              <dgm:constr type="primFontSz" for="des" forName="childText_1" refType="primFontSz" refFor="des" refForName="parentText_4" op="lte"/>
              <dgm:constr type="primFontSz" for="des" forName="childText_2" refType="primFontSz" refFor="des" refForName="parentText_4" op="lte"/>
              <dgm:constr type="primFontSz" for="des" forName="childText_3" refType="primFontSz" refFor="des" refForName="parentText_4" op="lte"/>
              <dgm:constr type="primFontSz" for="des" forName="childText_4" refType="primFontSz" refFor="des" refForName="parentText_4" op="lte"/>
              <dgm:constr type="primFontSz" for="des" forName="childText_5" refType="primFontSz" refFor="des" refForName="parentText_4" op="lte"/>
              <dgm:constr type="primFontSz" for="des" forName="childText_6" refType="primFontSz" refFor="des" refForName="parentText_4" op="lte"/>
              <dgm:constr type="primFontSz" for="des" forName="childText_7" refType="primFontSz" refFor="des" refForName="parentText_4" op="lte"/>
              <dgm:constr type="primFontSz" for="des" forName="childText_1" refType="primFontSz" refFor="des" refForName="parentText_5" op="lte"/>
              <dgm:constr type="primFontSz" for="des" forName="childText_2" refType="primFontSz" refFor="des" refForName="parentText_5" op="lte"/>
              <dgm:constr type="primFontSz" for="des" forName="childText_3" refType="primFontSz" refFor="des" refForName="parentText_5" op="lte"/>
              <dgm:constr type="primFontSz" for="des" forName="childText_4" refType="primFontSz" refFor="des" refForName="parentText_5" op="lte"/>
              <dgm:constr type="primFontSz" for="des" forName="childText_5" refType="primFontSz" refFor="des" refForName="parentText_5" op="lte"/>
              <dgm:constr type="primFontSz" for="des" forName="childText_6" refType="primFontSz" refFor="des" refForName="parentText_5" op="lte"/>
              <dgm:constr type="primFontSz" for="des" forName="childText_7" refType="primFontSz" refFor="des" refForName="parentText_5" op="lte"/>
              <dgm:constr type="primFontSz" for="des" forName="childText_1" refType="primFontSz" refFor="des" refForName="parentText_6" op="lte"/>
              <dgm:constr type="primFontSz" for="des" forName="childText_2" refType="primFontSz" refFor="des" refForName="parentText_6" op="lte"/>
              <dgm:constr type="primFontSz" for="des" forName="childText_3" refType="primFontSz" refFor="des" refForName="parentText_6" op="lte"/>
              <dgm:constr type="primFontSz" for="des" forName="childText_4" refType="primFontSz" refFor="des" refForName="parentText_6" op="lte"/>
              <dgm:constr type="primFontSz" for="des" forName="childText_5" refType="primFontSz" refFor="des" refForName="parentText_6" op="lte"/>
              <dgm:constr type="primFontSz" for="des" forName="childText_6" refType="primFontSz" refFor="des" refForName="parentText_6" op="lte"/>
              <dgm:constr type="primFontSz" for="des" forName="childText_7" refType="primFontSz" refFor="des" refForName="parentText_6" op="lte"/>
              <dgm:constr type="primFontSz" for="des" forName="childText_1" refType="primFontSz" refFor="des" refForName="parentText_7" op="lte"/>
              <dgm:constr type="primFontSz" for="des" forName="childText_2" refType="primFontSz" refFor="des" refForName="parentText_7" op="lte"/>
              <dgm:constr type="primFontSz" for="des" forName="childText_3" refType="primFontSz" refFor="des" refForName="parentText_7" op="lte"/>
              <dgm:constr type="primFontSz" for="des" forName="childText_4" refType="primFontSz" refFor="des" refForName="parentText_7" op="lte"/>
              <dgm:constr type="primFontSz" for="des" forName="childText_5" refType="primFontSz" refFor="des" refForName="parentText_7" op="lte"/>
              <dgm:constr type="primFontSz" for="des" forName="childText_6" refType="primFontSz" refFor="des" refForName="parentText_7" op="lte"/>
              <dgm:constr type="primFontSz" for="des" forName="childText_7" refType="primFontSz" refFor="des" refForName="parentText_7" op="lte"/>
              <dgm:constr type="primFontSz" for="des" forName="parentText_2" refType="primFontSz" refFor="des" refForName="parentText_1" op="equ"/>
              <dgm:constr type="primFontSz" for="des" forName="parentText_3" refType="primFontSz" refFor="des" refForName="parentText_1" op="equ"/>
              <dgm:constr type="primFontSz" for="des" forName="parentText_4" refType="primFontSz" refFor="des" refForName="parentText_1" op="equ"/>
              <dgm:constr type="primFontSz" for="des" forName="parentText_5" refType="primFontSz" refFor="des" refForName="parentText_1" op="equ"/>
              <dgm:constr type="primFontSz" for="des" forName="parentText_6" refType="primFontSz" refFor="des" refForName="parentText_1" op="equ"/>
              <dgm:constr type="primFontSz" for="des" forName="parentText_7" refType="primFontSz" refFor="des" refForName="parentText_1" op="equ"/>
              <dgm:constr type="primFontSz" for="des" forName="childText_2" refType="primFontSz" refFor="des" refForName="childText_1" op="equ"/>
              <dgm:constr type="primFontSz" for="des" forName="childText_3" refType="primFontSz" refFor="des" refForName="childText_1" op="equ"/>
              <dgm:constr type="primFontSz" for="des" forName="childText_4" refType="primFontSz" refFor="des" refForName="childText_1" op="equ"/>
              <dgm:constr type="primFontSz" for="des" forName="childText_5" refType="primFontSz" refFor="des" refForName="childText_1" op="equ"/>
              <dgm:constr type="primFontSz" for="des" forName="childText_6" refType="primFontSz" refFor="des" refForName="childText_1" op="equ"/>
              <dgm:constr type="primFontSz" for="des" forName="childText_7" refType="primFontSz" refFor="des" refForName="childText_1" op="equ"/>
              <dgm:constr type="l" for="ch" forName="accentShape_1" refType="w" fact="0"/>
              <dgm:constr type="t" for="ch" forName="accentShape_1" refType="h" fact="0"/>
              <dgm:constr type="w" for="ch" forName="accentShape_1" refType="w" fact="0.1269"/>
              <dgm:constr type="h" for="ch" forName="accentShape_1" refType="h"/>
              <dgm:constr type="l" for="ch" forName="accentShape_2" refType="w" fact="0.1385"/>
              <dgm:constr type="t" for="ch" forName="accentShape_2" refType="h" fact="0.0833"/>
              <dgm:constr type="w" for="ch" forName="accentShape_2" refType="w" fact="0.1269"/>
              <dgm:constr type="h" for="ch" forName="accentShape_2" refType="h" fact="0.9165"/>
              <dgm:constr type="l" for="ch" forName="accentShape_3" refType="w" fact="0.277"/>
              <dgm:constr type="t" for="ch" forName="accentShape_3" refType="h" fact="0.1666"/>
              <dgm:constr type="w" for="ch" forName="accentShape_3" refType="w" fact="0.1269"/>
              <dgm:constr type="h" for="ch" forName="accentShape_3" refType="h" fact="0.8332"/>
              <dgm:constr type="l" for="ch" forName="accentShape_4" refType="w" fact="0.4155"/>
              <dgm:constr type="t" for="ch" forName="accentShape_4" refType="h" fact="0.2499"/>
              <dgm:constr type="w" for="ch" forName="accentShape_4" refType="w" fact="0.1269"/>
              <dgm:constr type="h" for="ch" forName="accentShape_4" refType="h" fact="0.7499"/>
              <dgm:constr type="l" for="ch" forName="accentShape_5" refType="w" fact="0.5539"/>
              <dgm:constr type="t" for="ch" forName="accentShape_5" refType="h" fact="0.3332"/>
              <dgm:constr type="w" for="ch" forName="accentShape_5" refType="w" fact="0.1269"/>
              <dgm:constr type="h" for="ch" forName="accentShape_5" refType="h" fact="0.6666"/>
              <dgm:constr type="l" for="ch" forName="accentShape_6" refType="w" fact="0.6938"/>
              <dgm:constr type="t" for="ch" forName="accentShape_6" refType="h" fact="0.4165"/>
              <dgm:constr type="w" for="ch" forName="accentShape_6" refType="w" fact="0.1269"/>
              <dgm:constr type="h" for="ch" forName="accentShape_6" refType="h" fact="0.5833"/>
              <dgm:constr type="l" for="ch" forName="accentShape_7" refType="w" fact="0.8326"/>
              <dgm:constr type="t" for="ch" forName="accentShape_7" refType="h" fact="0.5"/>
              <dgm:constr type="w" for="ch" forName="accentShape_7" refType="w" fact="0.1269"/>
              <dgm:constr type="h" for="ch" forName="accentShape_7" refType="h" fact="0.5"/>
              <dgm:constr type="l" for="ch" forName="parentText_1" refType="w" fact="0.0888"/>
              <dgm:constr type="t" for="ch" forName="parentText_1" refType="h" fact="0"/>
              <dgm:constr type="w" for="ch" forName="parentText_1" refType="w" refFor="ch" refForName="accentShape_1" fact="0.26"/>
              <dgm:constr type="h" for="ch" forName="parentText_1" refType="h" refFor="ch" refForName="accentShape_1" fact="0.9"/>
              <dgm:constr type="l" for="ch" forName="parentText_2" refType="w" fact="0.2273"/>
              <dgm:constr type="t" for="ch" forName="parentText_2" refType="h" fact="0.0833"/>
              <dgm:constr type="w" for="ch" forName="parentText_2" refType="w" refFor="ch" refForName="accentShape_2" fact="0.26"/>
              <dgm:constr type="h" for="ch" forName="parentText_2" refType="h" refFor="ch" refForName="accentShape_2" fact="0.9"/>
              <dgm:constr type="l" for="ch" forName="parentText_3" refType="w" fact="0.36583"/>
              <dgm:constr type="t" for="ch" forName="parentText_3" refType="h" fact="0.1666"/>
              <dgm:constr type="w" for="ch" forName="parentText_3" refType="w" refFor="ch" refForName="accentShape_3" fact="0.26"/>
              <dgm:constr type="h" for="ch" forName="parentText_3" refType="h" refFor="ch" refForName="accentShape_3" fact="0.9"/>
              <dgm:constr type="l" for="ch" forName="parentText_4" refType="w" fact="0.5043"/>
              <dgm:constr type="t" for="ch" forName="parentText_4" refType="h" fact="0.2499"/>
              <dgm:constr type="w" for="ch" forName="parentText_4" refType="w" refFor="ch" refForName="accentShape_4" fact="0.26"/>
              <dgm:constr type="h" for="ch" forName="parentText_4" refType="h" refFor="ch" refForName="accentShape_4" fact="0.9"/>
              <dgm:constr type="l" for="ch" forName="parentText_5" refType="w" fact="0.6427"/>
              <dgm:constr type="t" for="ch" forName="parentText_5" refType="h" fact="0.3332"/>
              <dgm:constr type="w" for="ch" forName="parentText_5" refType="w" refFor="ch" refForName="accentShape_5" fact="0.26"/>
              <dgm:constr type="h" for="ch" forName="parentText_5" refType="h" refFor="ch" refForName="accentShape_5" fact="0.9"/>
              <dgm:constr type="l" for="ch" forName="parentText_6" refType="w" fact="0.78263"/>
              <dgm:constr type="t" for="ch" forName="parentText_6" refType="h" fact="0.4165"/>
              <dgm:constr type="w" for="ch" forName="parentText_6" refType="w" refFor="ch" refForName="accentShape_6" fact="0.26"/>
              <dgm:constr type="h" for="ch" forName="parentText_6" refType="h" refFor="ch" refForName="accentShape_6" fact="0.9"/>
              <dgm:constr type="l" for="ch" forName="parentText_7" refType="w" fact="0.92143"/>
              <dgm:constr type="t" for="ch" forName="parentText_7" refType="h" fact="0.5"/>
              <dgm:constr type="w" for="ch" forName="parentText_7" refType="w" refFor="ch" refForName="accentShape_7" fact="0.26"/>
              <dgm:constr type="h" for="ch" forName="parentText_7" refType="h" refFor="ch" refForName="accentShape_7" fact="0.9"/>
              <dgm:constr type="l" for="ch" forName="childText_1" refType="w" fact="0"/>
              <dgm:constr type="t" for="ch" forName="childText_1" refType="h" fact="0"/>
              <dgm:constr type="w" for="ch" forName="childText_1" refType="w" refFor="ch" refForName="accentShape_1" fact="0.7"/>
              <dgm:constr type="h" for="ch" forName="childText_1" refType="h" refFor="ch" refForName="accentShape_1"/>
              <dgm:constr type="l" for="ch" forName="childText_2" refType="w" fact="0.1385"/>
              <dgm:constr type="t" for="ch" forName="childText_2" refType="h" fact="0.0833"/>
              <dgm:constr type="w" for="ch" forName="childText_2" refType="w" refFor="ch" refForName="accentShape_2" fact="0.7"/>
              <dgm:constr type="h" for="ch" forName="childText_2" refType="h" refFor="ch" refForName="accentShape_2"/>
              <dgm:constr type="l" for="ch" forName="childText_3" refType="w" fact="0.277"/>
              <dgm:constr type="t" for="ch" forName="childText_3" refType="h" fact="0.1666"/>
              <dgm:constr type="w" for="ch" forName="childText_3" refType="w" refFor="ch" refForName="accentShape_3" fact="0.7"/>
              <dgm:constr type="h" for="ch" forName="childText_3" refType="h" refFor="ch" refForName="accentShape_3"/>
              <dgm:constr type="l" for="ch" forName="childText_4" refType="w" fact="0.4155"/>
              <dgm:constr type="t" for="ch" forName="childText_4" refType="h" fact="0.2499"/>
              <dgm:constr type="w" for="ch" forName="childText_4" refType="w" refFor="ch" refForName="accentShape_4" fact="0.7"/>
              <dgm:constr type="h" for="ch" forName="childText_4" refType="h" refFor="ch" refForName="accentShape_4"/>
              <dgm:constr type="l" for="ch" forName="childText_5" refType="w" fact="0.5539"/>
              <dgm:constr type="t" for="ch" forName="childText_5" refType="h" fact="0.3332"/>
              <dgm:constr type="w" for="ch" forName="childText_5" refType="w" refFor="ch" refForName="accentShape_5" fact="0.7"/>
              <dgm:constr type="h" for="ch" forName="childText_5" refType="h" refFor="ch" refForName="accentShape_5"/>
              <dgm:constr type="l" for="ch" forName="childText_6" refType="w" fact="0.6938"/>
              <dgm:constr type="t" for="ch" forName="childText_6" refType="h" fact="0.4165"/>
              <dgm:constr type="w" for="ch" forName="childText_6" refType="w" refFor="ch" refForName="accentShape_6" fact="0.7"/>
              <dgm:constr type="h" for="ch" forName="childText_6" refType="h" refFor="ch" refForName="accentShape_6"/>
              <dgm:constr type="l" for="ch" forName="childText_7" refType="w" fact="0.8326"/>
              <dgm:constr type="t" for="ch" forName="childText_7" refType="h" fact="0.5"/>
              <dgm:constr type="w" for="ch" forName="childText_7" refType="w" refFor="ch" refForName="accentShape_7" fact="0.7"/>
              <dgm:constr type="h" for="ch" forName="childText_7" refType="h" refFor="ch" refForName="accentShape_7"/>
            </dgm:constrLst>
          </dgm:if>
          <dgm:else name="Name29">
            <dgm:constrLst>
              <dgm:constr type="primFontSz" for="des" forName="childText_1" val="65"/>
              <dgm:constr type="primFontSz" for="des" forName="parentText_1" val="65"/>
              <dgm:constr type="primFontSz" for="des" forName="childText_1" refType="primFontSz" refFor="des" refForName="parentText_1" op="lte"/>
              <dgm:constr type="primFontSz" for="des" forName="childText_2" refType="primFontSz" refFor="des" refForName="parentText_1" op="lte"/>
              <dgm:constr type="primFontSz" for="des" forName="childText_3" refType="primFontSz" refFor="des" refForName="parentText_1" op="lte"/>
              <dgm:constr type="primFontSz" for="des" forName="childText_4" refType="primFontSz" refFor="des" refForName="parentText_1" op="lte"/>
              <dgm:constr type="primFontSz" for="des" forName="childText_5" refType="primFontSz" refFor="des" refForName="parentText_1" op="lte"/>
              <dgm:constr type="primFontSz" for="des" forName="childText_6" refType="primFontSz" refFor="des" refForName="parentText_1" op="lte"/>
              <dgm:constr type="primFontSz" for="des" forName="childText_7" refType="primFontSz" refFor="des" refForName="parentText_1" op="lte"/>
              <dgm:constr type="primFontSz" for="des" forName="childText_1" refType="primFontSz" refFor="des" refForName="parentText_2" op="lte"/>
              <dgm:constr type="primFontSz" for="des" forName="childText_2" refType="primFontSz" refFor="des" refForName="parentText_2" op="lte"/>
              <dgm:constr type="primFontSz" for="des" forName="childText_3" refType="primFontSz" refFor="des" refForName="parentText_2" op="lte"/>
              <dgm:constr type="primFontSz" for="des" forName="childText_4" refType="primFontSz" refFor="des" refForName="parentText_2" op="lte"/>
              <dgm:constr type="primFontSz" for="des" forName="childText_5" refType="primFontSz" refFor="des" refForName="parentText_2" op="lte"/>
              <dgm:constr type="primFontSz" for="des" forName="childText_6" refType="primFontSz" refFor="des" refForName="parentText_2" op="lte"/>
              <dgm:constr type="primFontSz" for="des" forName="childText_7" refType="primFontSz" refFor="des" refForName="parentText_2" op="lte"/>
              <dgm:constr type="primFontSz" for="des" forName="childText_1" refType="primFontSz" refFor="des" refForName="parentText_3" op="lte"/>
              <dgm:constr type="primFontSz" for="des" forName="childText_2" refType="primFontSz" refFor="des" refForName="parentText_3" op="lte"/>
              <dgm:constr type="primFontSz" for="des" forName="childText_3" refType="primFontSz" refFor="des" refForName="parentText_3" op="lte"/>
              <dgm:constr type="primFontSz" for="des" forName="childText_4" refType="primFontSz" refFor="des" refForName="parentText_3" op="lte"/>
              <dgm:constr type="primFontSz" for="des" forName="childText_5" refType="primFontSz" refFor="des" refForName="parentText_3" op="lte"/>
              <dgm:constr type="primFontSz" for="des" forName="childText_6" refType="primFontSz" refFor="des" refForName="parentText_3" op="lte"/>
              <dgm:constr type="primFontSz" for="des" forName="childText_7" refType="primFontSz" refFor="des" refForName="parentText_3" op="lte"/>
              <dgm:constr type="primFontSz" for="des" forName="childText_1" refType="primFontSz" refFor="des" refForName="parentText_4" op="lte"/>
              <dgm:constr type="primFontSz" for="des" forName="childText_2" refType="primFontSz" refFor="des" refForName="parentText_4" op="lte"/>
              <dgm:constr type="primFontSz" for="des" forName="childText_3" refType="primFontSz" refFor="des" refForName="parentText_4" op="lte"/>
              <dgm:constr type="primFontSz" for="des" forName="childText_4" refType="primFontSz" refFor="des" refForName="parentText_4" op="lte"/>
              <dgm:constr type="primFontSz" for="des" forName="childText_5" refType="primFontSz" refFor="des" refForName="parentText_4" op="lte"/>
              <dgm:constr type="primFontSz" for="des" forName="childText_6" refType="primFontSz" refFor="des" refForName="parentText_4" op="lte"/>
              <dgm:constr type="primFontSz" for="des" forName="childText_7" refType="primFontSz" refFor="des" refForName="parentText_4" op="lte"/>
              <dgm:constr type="primFontSz" for="des" forName="childText_1" refType="primFontSz" refFor="des" refForName="parentText_5" op="lte"/>
              <dgm:constr type="primFontSz" for="des" forName="childText_2" refType="primFontSz" refFor="des" refForName="parentText_5" op="lte"/>
              <dgm:constr type="primFontSz" for="des" forName="childText_3" refType="primFontSz" refFor="des" refForName="parentText_5" op="lte"/>
              <dgm:constr type="primFontSz" for="des" forName="childText_4" refType="primFontSz" refFor="des" refForName="parentText_5" op="lte"/>
              <dgm:constr type="primFontSz" for="des" forName="childText_5" refType="primFontSz" refFor="des" refForName="parentText_5" op="lte"/>
              <dgm:constr type="primFontSz" for="des" forName="childText_6" refType="primFontSz" refFor="des" refForName="parentText_5" op="lte"/>
              <dgm:constr type="primFontSz" for="des" forName="childText_7" refType="primFontSz" refFor="des" refForName="parentText_5" op="lte"/>
              <dgm:constr type="primFontSz" for="des" forName="childText_1" refType="primFontSz" refFor="des" refForName="parentText_6" op="lte"/>
              <dgm:constr type="primFontSz" for="des" forName="childText_2" refType="primFontSz" refFor="des" refForName="parentText_6" op="lte"/>
              <dgm:constr type="primFontSz" for="des" forName="childText_3" refType="primFontSz" refFor="des" refForName="parentText_6" op="lte"/>
              <dgm:constr type="primFontSz" for="des" forName="childText_4" refType="primFontSz" refFor="des" refForName="parentText_6" op="lte"/>
              <dgm:constr type="primFontSz" for="des" forName="childText_5" refType="primFontSz" refFor="des" refForName="parentText_6" op="lte"/>
              <dgm:constr type="primFontSz" for="des" forName="childText_6" refType="primFontSz" refFor="des" refForName="parentText_6" op="lte"/>
              <dgm:constr type="primFontSz" for="des" forName="childText_7" refType="primFontSz" refFor="des" refForName="parentText_6" op="lte"/>
              <dgm:constr type="primFontSz" for="des" forName="childText_1" refType="primFontSz" refFor="des" refForName="parentText_7" op="lte"/>
              <dgm:constr type="primFontSz" for="des" forName="childText_2" refType="primFontSz" refFor="des" refForName="parentText_7" op="lte"/>
              <dgm:constr type="primFontSz" for="des" forName="childText_3" refType="primFontSz" refFor="des" refForName="parentText_7" op="lte"/>
              <dgm:constr type="primFontSz" for="des" forName="childText_4" refType="primFontSz" refFor="des" refForName="parentText_7" op="lte"/>
              <dgm:constr type="primFontSz" for="des" forName="childText_5" refType="primFontSz" refFor="des" refForName="parentText_7" op="lte"/>
              <dgm:constr type="primFontSz" for="des" forName="childText_6" refType="primFontSz" refFor="des" refForName="parentText_7" op="lte"/>
              <dgm:constr type="primFontSz" for="des" forName="childText_7" refType="primFontSz" refFor="des" refForName="parentText_7" op="lte"/>
              <dgm:constr type="primFontSz" for="des" forName="parentText_2" refType="primFontSz" refFor="des" refForName="parentText_1" op="equ"/>
              <dgm:constr type="primFontSz" for="des" forName="parentText_3" refType="primFontSz" refFor="des" refForName="parentText_1" op="equ"/>
              <dgm:constr type="primFontSz" for="des" forName="parentText_4" refType="primFontSz" refFor="des" refForName="parentText_1" op="equ"/>
              <dgm:constr type="primFontSz" for="des" forName="parentText_5" refType="primFontSz" refFor="des" refForName="parentText_1" op="equ"/>
              <dgm:constr type="primFontSz" for="des" forName="parentText_6" refType="primFontSz" refFor="des" refForName="parentText_1" op="equ"/>
              <dgm:constr type="primFontSz" for="des" forName="parentText_7" refType="primFontSz" refFor="des" refForName="parentText_1" op="equ"/>
              <dgm:constr type="primFontSz" for="des" forName="childText_2" refType="primFontSz" refFor="des" refForName="childText_1" op="equ"/>
              <dgm:constr type="primFontSz" for="des" forName="childText_3" refType="primFontSz" refFor="des" refForName="childText_1" op="equ"/>
              <dgm:constr type="primFontSz" for="des" forName="childText_4" refType="primFontSz" refFor="des" refForName="childText_1" op="equ"/>
              <dgm:constr type="primFontSz" for="des" forName="childText_5" refType="primFontSz" refFor="des" refForName="childText_1" op="equ"/>
              <dgm:constr type="primFontSz" for="des" forName="childText_6" refType="primFontSz" refFor="des" refForName="childText_1" op="equ"/>
              <dgm:constr type="primFontSz" for="des" forName="childText_7" refType="primFontSz" refFor="des" refForName="childText_1" op="equ"/>
              <dgm:constr type="l" for="ch" forName="accentShape_7" refType="w" fact="0"/>
              <dgm:constr type="t" for="ch" forName="accentShape_1" refType="h" fact="0"/>
              <dgm:constr type="w" for="ch" forName="accentShape_1" refType="w" fact="0.1269"/>
              <dgm:constr type="h" for="ch" forName="accentShape_1" refType="h"/>
              <dgm:constr type="l" for="ch" forName="accentShape_6" refType="w" fact="0.1385"/>
              <dgm:constr type="t" for="ch" forName="accentShape_2" refType="h" fact="0.0833"/>
              <dgm:constr type="w" for="ch" forName="accentShape_2" refType="w" fact="0.1269"/>
              <dgm:constr type="h" for="ch" forName="accentShape_2" refType="h" fact="0.9165"/>
              <dgm:constr type="l" for="ch" forName="accentShape_5" refType="w" fact="0.277"/>
              <dgm:constr type="t" for="ch" forName="accentShape_3" refType="h" fact="0.1666"/>
              <dgm:constr type="w" for="ch" forName="accentShape_3" refType="w" fact="0.1269"/>
              <dgm:constr type="h" for="ch" forName="accentShape_3" refType="h" fact="0.8332"/>
              <dgm:constr type="l" for="ch" forName="accentShape_4" refType="w" fact="0.4155"/>
              <dgm:constr type="t" for="ch" forName="accentShape_4" refType="h" fact="0.2499"/>
              <dgm:constr type="w" for="ch" forName="accentShape_4" refType="w" fact="0.1269"/>
              <dgm:constr type="h" for="ch" forName="accentShape_4" refType="h" fact="0.7499"/>
              <dgm:constr type="l" for="ch" forName="accentShape_3" refType="w" fact="0.5539"/>
              <dgm:constr type="t" for="ch" forName="accentShape_5" refType="h" fact="0.3332"/>
              <dgm:constr type="w" for="ch" forName="accentShape_5" refType="w" fact="0.1269"/>
              <dgm:constr type="h" for="ch" forName="accentShape_5" refType="h" fact="0.6666"/>
              <dgm:constr type="l" for="ch" forName="accentShape_2" refType="w" fact="0.6938"/>
              <dgm:constr type="t" for="ch" forName="accentShape_6" refType="h" fact="0.4165"/>
              <dgm:constr type="w" for="ch" forName="accentShape_6" refType="w" fact="0.1269"/>
              <dgm:constr type="h" for="ch" forName="accentShape_6" refType="h" fact="0.5833"/>
              <dgm:constr type="l" for="ch" forName="accentShape_1" refType="w" fact="0.8326"/>
              <dgm:constr type="t" for="ch" forName="accentShape_7" refType="h" fact="0.5"/>
              <dgm:constr type="w" for="ch" forName="accentShape_7" refType="w" fact="0.1269"/>
              <dgm:constr type="h" for="ch" forName="accentShape_7" refType="h" fact="0.5"/>
              <dgm:constr type="l" for="ch" forName="parentText_7" refType="w" fact="0.0888"/>
              <dgm:constr type="t" for="ch" forName="parentText_1" refType="h" fact="0"/>
              <dgm:constr type="w" for="ch" forName="parentText_1" refType="w" refFor="ch" refForName="accentShape_1" fact="0.26"/>
              <dgm:constr type="h" for="ch" forName="parentText_1" refType="h" refFor="ch" refForName="accentShape_1" fact="0.9"/>
              <dgm:constr type="l" for="ch" forName="parentText_6" refType="w" fact="0.2273"/>
              <dgm:constr type="t" for="ch" forName="parentText_2" refType="h" fact="0.0833"/>
              <dgm:constr type="w" for="ch" forName="parentText_2" refType="w" refFor="ch" refForName="accentShape_2" fact="0.26"/>
              <dgm:constr type="h" for="ch" forName="parentText_2" refType="h" refFor="ch" refForName="accentShape_2" fact="0.9"/>
              <dgm:constr type="l" for="ch" forName="parentText_5" refType="w" fact="0.36583"/>
              <dgm:constr type="t" for="ch" forName="parentText_3" refType="h" fact="0.1666"/>
              <dgm:constr type="w" for="ch" forName="parentText_3" refType="w" refFor="ch" refForName="accentShape_3" fact="0.26"/>
              <dgm:constr type="h" for="ch" forName="parentText_3" refType="h" refFor="ch" refForName="accentShape_3" fact="0.9"/>
              <dgm:constr type="l" for="ch" forName="parentText_4" refType="w" fact="0.5043"/>
              <dgm:constr type="t" for="ch" forName="parentText_4" refType="h" fact="0.2499"/>
              <dgm:constr type="w" for="ch" forName="parentText_4" refType="w" refFor="ch" refForName="accentShape_4" fact="0.26"/>
              <dgm:constr type="h" for="ch" forName="parentText_4" refType="h" refFor="ch" refForName="accentShape_4" fact="0.9"/>
              <dgm:constr type="l" for="ch" forName="parentText_3" refType="w" fact="0.6427"/>
              <dgm:constr type="t" for="ch" forName="parentText_5" refType="h" fact="0.3332"/>
              <dgm:constr type="w" for="ch" forName="parentText_5" refType="w" refFor="ch" refForName="accentShape_5" fact="0.26"/>
              <dgm:constr type="h" for="ch" forName="parentText_5" refType="h" refFor="ch" refForName="accentShape_5" fact="0.9"/>
              <dgm:constr type="l" for="ch" forName="parentText_2" refType="w" fact="0.78263"/>
              <dgm:constr type="t" for="ch" forName="parentText_6" refType="h" fact="0.4165"/>
              <dgm:constr type="w" for="ch" forName="parentText_6" refType="w" refFor="ch" refForName="accentShape_6" fact="0.26"/>
              <dgm:constr type="h" for="ch" forName="parentText_6" refType="h" refFor="ch" refForName="accentShape_6" fact="0.9"/>
              <dgm:constr type="l" for="ch" forName="parentText_1" refType="w" fact="0.92143"/>
              <dgm:constr type="t" for="ch" forName="parentText_7" refType="h" fact="0.5"/>
              <dgm:constr type="w" for="ch" forName="parentText_7" refType="w" refFor="ch" refForName="accentShape_7" fact="0.26"/>
              <dgm:constr type="h" for="ch" forName="parentText_7" refType="h" refFor="ch" refForName="accentShape_7" fact="0.9"/>
              <dgm:constr type="l" for="ch" forName="childText_7" refType="w" fact="0"/>
              <dgm:constr type="t" for="ch" forName="childText_1" refType="h" fact="0"/>
              <dgm:constr type="w" for="ch" forName="childText_1" refType="w" refFor="ch" refForName="accentShape_1" fact="0.7"/>
              <dgm:constr type="h" for="ch" forName="childText_1" refType="h" refFor="ch" refForName="accentShape_1"/>
              <dgm:constr type="l" for="ch" forName="childText_6" refType="w" fact="0.1385"/>
              <dgm:constr type="t" for="ch" forName="childText_2" refType="h" fact="0.0833"/>
              <dgm:constr type="w" for="ch" forName="childText_2" refType="w" refFor="ch" refForName="accentShape_2" fact="0.7"/>
              <dgm:constr type="h" for="ch" forName="childText_2" refType="h" refFor="ch" refForName="accentShape_2"/>
              <dgm:constr type="l" for="ch" forName="childText_5" refType="w" fact="0.277"/>
              <dgm:constr type="t" for="ch" forName="childText_3" refType="h" fact="0.1666"/>
              <dgm:constr type="w" for="ch" forName="childText_3" refType="w" refFor="ch" refForName="accentShape_3" fact="0.7"/>
              <dgm:constr type="h" for="ch" forName="childText_3" refType="h" refFor="ch" refForName="accentShape_3"/>
              <dgm:constr type="l" for="ch" forName="childText_4" refType="w" fact="0.4155"/>
              <dgm:constr type="t" for="ch" forName="childText_4" refType="h" fact="0.2499"/>
              <dgm:constr type="w" for="ch" forName="childText_4" refType="w" refFor="ch" refForName="accentShape_4" fact="0.7"/>
              <dgm:constr type="h" for="ch" forName="childText_4" refType="h" refFor="ch" refForName="accentShape_4"/>
              <dgm:constr type="l" for="ch" forName="childText_3" refType="w" fact="0.5539"/>
              <dgm:constr type="t" for="ch" forName="childText_5" refType="h" fact="0.3332"/>
              <dgm:constr type="w" for="ch" forName="childText_5" refType="w" refFor="ch" refForName="accentShape_5" fact="0.7"/>
              <dgm:constr type="h" for="ch" forName="childText_5" refType="h" refFor="ch" refForName="accentShape_5"/>
              <dgm:constr type="l" for="ch" forName="childText_2" refType="w" fact="0.6938"/>
              <dgm:constr type="t" for="ch" forName="childText_6" refType="h" fact="0.4165"/>
              <dgm:constr type="w" for="ch" forName="childText_6" refType="w" refFor="ch" refForName="accentShape_6" fact="0.7"/>
              <dgm:constr type="h" for="ch" forName="childText_6" refType="h" refFor="ch" refForName="accentShape_6"/>
              <dgm:constr type="l" for="ch" forName="childText_1" refType="w" fact="0.8326"/>
              <dgm:constr type="t" for="ch" forName="childText_7" refType="h" fact="0.5"/>
              <dgm:constr type="w" for="ch" forName="childText_7" refType="w" refFor="ch" refForName="accentShape_7" fact="0.7"/>
              <dgm:constr type="h" for="ch" forName="childText_7" refType="h" refFor="ch" refForName="accentShape_7"/>
            </dgm:constrLst>
          </dgm:else>
        </dgm:choose>
      </dgm:else>
    </dgm:choose>
    <dgm:forEach name="wrapper" axis="self" ptType="parTrans">
      <dgm:forEach name="accentRepeat" axis="self">
        <dgm:layoutNode name="imageRepeatNode" styleLbl="node1">
          <dgm:alg type="sp"/>
          <dgm:shape xmlns:r="http://schemas.openxmlformats.org/officeDocument/2006/relationships" type="rect" r:blip="" zOrderOff="-10">
            <dgm:adjLst/>
          </dgm:shape>
          <dgm:presOf axis="self"/>
        </dgm:layoutNode>
      </dgm:forEach>
    </dgm:forEach>
    <dgm:forEach name="Name30" axis="ch" ptType="node" cnt="1">
      <dgm:layoutNode name="parentText_1" styleLbl="node1">
        <dgm:varLst>
          <dgm:chMax val="1"/>
          <dgm:chPref val="1"/>
          <dgm:bulletEnabled val="1"/>
        </dgm:varLst>
        <dgm:alg type="tx">
          <dgm:param type="parTxLTRAlign" val="r"/>
          <dgm:param type="shpTxLTRAlignCh" val="r"/>
          <dgm:param type="txAnchorVertCh" val="mid"/>
          <dgm:param type="autoTxRot" val="grav"/>
        </dgm:alg>
        <dgm:shape xmlns:r="http://schemas.openxmlformats.org/officeDocument/2006/relationships" rot="-90" type="rect" r:blip="" hideGeom="1">
          <dgm:adjLst/>
        </dgm:shape>
        <dgm:presOf axis="self" ptType="node"/>
        <dgm:constrLst>
          <dgm:constr type="lMarg" refType="primFontSz" fact="0.3"/>
          <dgm:constr type="rMarg" refType="primFontSz" fact="0.45"/>
          <dgm:constr type="tMarg" refType="primFontSz" fact="0"/>
          <dgm:constr type="bMarg" refType="primFontSz" fact="0.1"/>
        </dgm:constrLst>
        <dgm:ruleLst>
          <dgm:rule type="primFontSz" val="5" fact="NaN" max="NaN"/>
        </dgm:ruleLst>
      </dgm:layoutNode>
      <dgm:layoutNode name="childText_1" styleLbl="node1">
        <dgm:varLst>
          <dgm:chMax val="0"/>
          <dgm:chPref val="0"/>
          <dgm:bulletEnabled val="1"/>
        </dgm:varLst>
        <dgm:alg type="tx">
          <dgm:param type="txAnchorVert" val="t"/>
          <dgm:param type="parTxLTRAlign" val="l"/>
        </dgm:alg>
        <dgm:shape xmlns:r="http://schemas.openxmlformats.org/officeDocument/2006/relationships" type="rect" r:blip="" hideGeom="1">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accentShape_1">
        <dgm:alg type="sp"/>
        <dgm:shape xmlns:r="http://schemas.openxmlformats.org/officeDocument/2006/relationships" r:blip="">
          <dgm:adjLst/>
        </dgm:shape>
        <dgm:presOf/>
        <dgm:constrLst/>
        <dgm:forEach name="Name31" ref="accentRepeat"/>
      </dgm:layoutNode>
    </dgm:forEach>
    <dgm:forEach name="Name32" axis="ch" ptType="node" st="2" cnt="1">
      <dgm:layoutNode name="parentText_2">
        <dgm:varLst>
          <dgm:chMax val="1"/>
          <dgm:chPref val="1"/>
          <dgm:bulletEnabled val="1"/>
        </dgm:varLst>
        <dgm:alg type="tx">
          <dgm:param type="parTxLTRAlign" val="r"/>
          <dgm:param type="shpTxLTRAlignCh" val="r"/>
          <dgm:param type="txAnchorVertCh" val="mid"/>
          <dgm:param type="autoTxRot" val="grav"/>
        </dgm:alg>
        <dgm:shape xmlns:r="http://schemas.openxmlformats.org/officeDocument/2006/relationships" rot="-90" type="rect" r:blip="" hideGeom="1">
          <dgm:adjLst/>
        </dgm:shape>
        <dgm:presOf axis="self" ptType="node"/>
        <dgm:constrLst>
          <dgm:constr type="lMarg" refType="primFontSz" fact="0.3"/>
          <dgm:constr type="rMarg" refType="primFontSz" fact="0.45"/>
          <dgm:constr type="tMarg" refType="primFontSz" fact="0"/>
          <dgm:constr type="bMarg" refType="primFontSz" fact="0.1"/>
        </dgm:constrLst>
        <dgm:ruleLst>
          <dgm:rule type="primFontSz" val="5" fact="NaN" max="NaN"/>
        </dgm:ruleLst>
      </dgm:layoutNode>
      <dgm:layoutNode name="childText_2">
        <dgm:varLst>
          <dgm:chMax val="0"/>
          <dgm:chPref val="0"/>
          <dgm:bulletEnabled val="1"/>
        </dgm:varLst>
        <dgm:alg type="tx">
          <dgm:param type="txAnchorVert" val="t"/>
          <dgm:param type="parTxLTRAlign" val="l"/>
        </dgm:alg>
        <dgm:shape xmlns:r="http://schemas.openxmlformats.org/officeDocument/2006/relationships" type="rect" r:blip="" hideGeom="1">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accentShape_2">
        <dgm:alg type="sp"/>
        <dgm:shape xmlns:r="http://schemas.openxmlformats.org/officeDocument/2006/relationships" r:blip="">
          <dgm:adjLst/>
        </dgm:shape>
        <dgm:presOf/>
        <dgm:constrLst/>
        <dgm:forEach name="Name33" ref="accentRepeat"/>
      </dgm:layoutNode>
    </dgm:forEach>
    <dgm:forEach name="Name34" axis="ch" ptType="node" st="3" cnt="1">
      <dgm:layoutNode name="parentText_3">
        <dgm:varLst>
          <dgm:chMax val="1"/>
          <dgm:chPref val="1"/>
          <dgm:bulletEnabled val="1"/>
        </dgm:varLst>
        <dgm:alg type="tx">
          <dgm:param type="parTxLTRAlign" val="r"/>
          <dgm:param type="shpTxLTRAlignCh" val="r"/>
          <dgm:param type="txAnchorVertCh" val="mid"/>
          <dgm:param type="autoTxRot" val="grav"/>
        </dgm:alg>
        <dgm:shape xmlns:r="http://schemas.openxmlformats.org/officeDocument/2006/relationships" rot="-90" type="rect" r:blip="" hideGeom="1">
          <dgm:adjLst/>
        </dgm:shape>
        <dgm:presOf axis="self" ptType="node"/>
        <dgm:constrLst>
          <dgm:constr type="lMarg" refType="primFontSz" fact="0.3"/>
          <dgm:constr type="rMarg" refType="primFontSz" fact="0.45"/>
          <dgm:constr type="tMarg" refType="primFontSz" fact="0"/>
          <dgm:constr type="bMarg" refType="primFontSz" fact="0.1"/>
        </dgm:constrLst>
        <dgm:ruleLst>
          <dgm:rule type="primFontSz" val="5" fact="NaN" max="NaN"/>
        </dgm:ruleLst>
      </dgm:layoutNode>
      <dgm:layoutNode name="childText_3">
        <dgm:varLst>
          <dgm:chMax val="0"/>
          <dgm:chPref val="0"/>
          <dgm:bulletEnabled val="1"/>
        </dgm:varLst>
        <dgm:alg type="tx">
          <dgm:param type="txAnchorVert" val="t"/>
          <dgm:param type="parTxLTRAlign" val="l"/>
        </dgm:alg>
        <dgm:shape xmlns:r="http://schemas.openxmlformats.org/officeDocument/2006/relationships" type="rect" r:blip="" hideGeom="1">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accentShape_3">
        <dgm:alg type="sp"/>
        <dgm:shape xmlns:r="http://schemas.openxmlformats.org/officeDocument/2006/relationships" r:blip="">
          <dgm:adjLst/>
        </dgm:shape>
        <dgm:presOf/>
        <dgm:constrLst/>
        <dgm:forEach name="Name35" ref="accentRepeat"/>
      </dgm:layoutNode>
    </dgm:forEach>
    <dgm:forEach name="Name36" axis="ch" ptType="node" st="4" cnt="1">
      <dgm:layoutNode name="parentText_4">
        <dgm:varLst>
          <dgm:chMax val="1"/>
          <dgm:chPref val="1"/>
          <dgm:bulletEnabled val="1"/>
        </dgm:varLst>
        <dgm:alg type="tx">
          <dgm:param type="parTxLTRAlign" val="r"/>
          <dgm:param type="shpTxLTRAlignCh" val="r"/>
          <dgm:param type="txAnchorVertCh" val="mid"/>
          <dgm:param type="autoTxRot" val="grav"/>
        </dgm:alg>
        <dgm:shape xmlns:r="http://schemas.openxmlformats.org/officeDocument/2006/relationships" rot="-90" type="rect" r:blip="" hideGeom="1">
          <dgm:adjLst/>
        </dgm:shape>
        <dgm:presOf axis="self" ptType="node"/>
        <dgm:constrLst>
          <dgm:constr type="lMarg" refType="primFontSz" fact="0.3"/>
          <dgm:constr type="rMarg" refType="primFontSz" fact="0.45"/>
          <dgm:constr type="tMarg" refType="primFontSz" fact="0"/>
          <dgm:constr type="bMarg" refType="primFontSz" fact="0.1"/>
        </dgm:constrLst>
        <dgm:ruleLst>
          <dgm:rule type="primFontSz" val="5" fact="NaN" max="NaN"/>
        </dgm:ruleLst>
      </dgm:layoutNode>
      <dgm:layoutNode name="childText_4">
        <dgm:varLst>
          <dgm:chMax val="0"/>
          <dgm:chPref val="0"/>
          <dgm:bulletEnabled val="1"/>
        </dgm:varLst>
        <dgm:alg type="tx">
          <dgm:param type="txAnchorVert" val="t"/>
          <dgm:param type="parTxLTRAlign" val="l"/>
        </dgm:alg>
        <dgm:shape xmlns:r="http://schemas.openxmlformats.org/officeDocument/2006/relationships" type="rect" r:blip="" hideGeom="1">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accentShape_4">
        <dgm:alg type="sp"/>
        <dgm:shape xmlns:r="http://schemas.openxmlformats.org/officeDocument/2006/relationships" r:blip="">
          <dgm:adjLst/>
        </dgm:shape>
        <dgm:presOf/>
        <dgm:constrLst/>
        <dgm:forEach name="Name37" ref="accentRepeat"/>
      </dgm:layoutNode>
    </dgm:forEach>
    <dgm:forEach name="Name38" axis="ch" ptType="node" st="5" cnt="1">
      <dgm:layoutNode name="parentText_5">
        <dgm:varLst>
          <dgm:chMax val="1"/>
          <dgm:chPref val="1"/>
          <dgm:bulletEnabled val="1"/>
        </dgm:varLst>
        <dgm:alg type="tx">
          <dgm:param type="parTxLTRAlign" val="r"/>
          <dgm:param type="shpTxLTRAlignCh" val="r"/>
          <dgm:param type="txAnchorVertCh" val="mid"/>
          <dgm:param type="autoTxRot" val="grav"/>
        </dgm:alg>
        <dgm:shape xmlns:r="http://schemas.openxmlformats.org/officeDocument/2006/relationships" rot="-90" type="rect" r:blip="" hideGeom="1">
          <dgm:adjLst/>
        </dgm:shape>
        <dgm:presOf axis="self" ptType="node"/>
        <dgm:constrLst>
          <dgm:constr type="lMarg" refType="primFontSz" fact="0.3"/>
          <dgm:constr type="rMarg" refType="primFontSz" fact="0.45"/>
          <dgm:constr type="tMarg" refType="primFontSz" fact="0"/>
          <dgm:constr type="bMarg" refType="primFontSz" fact="0.1"/>
        </dgm:constrLst>
        <dgm:ruleLst>
          <dgm:rule type="primFontSz" val="5" fact="NaN" max="NaN"/>
        </dgm:ruleLst>
      </dgm:layoutNode>
      <dgm:layoutNode name="childText_5">
        <dgm:varLst>
          <dgm:chMax val="0"/>
          <dgm:chPref val="0"/>
          <dgm:bulletEnabled val="1"/>
        </dgm:varLst>
        <dgm:alg type="tx">
          <dgm:param type="txAnchorVert" val="t"/>
          <dgm:param type="parTxLTRAlign" val="l"/>
        </dgm:alg>
        <dgm:shape xmlns:r="http://schemas.openxmlformats.org/officeDocument/2006/relationships" type="rect" r:blip="" hideGeom="1">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accentShape_5">
        <dgm:alg type="sp"/>
        <dgm:shape xmlns:r="http://schemas.openxmlformats.org/officeDocument/2006/relationships" r:blip="">
          <dgm:adjLst/>
        </dgm:shape>
        <dgm:presOf/>
        <dgm:constrLst/>
        <dgm:forEach name="Name39" ref="accentRepeat"/>
      </dgm:layoutNode>
    </dgm:forEach>
    <dgm:forEach name="Name40" axis="ch" ptType="node" st="6" cnt="1">
      <dgm:layoutNode name="parentText_6">
        <dgm:varLst>
          <dgm:chMax val="1"/>
          <dgm:chPref val="1"/>
          <dgm:bulletEnabled val="1"/>
        </dgm:varLst>
        <dgm:alg type="tx">
          <dgm:param type="parTxLTRAlign" val="r"/>
          <dgm:param type="shpTxLTRAlignCh" val="r"/>
          <dgm:param type="txAnchorVertCh" val="mid"/>
          <dgm:param type="autoTxRot" val="grav"/>
        </dgm:alg>
        <dgm:shape xmlns:r="http://schemas.openxmlformats.org/officeDocument/2006/relationships" rot="-90" type="rect" r:blip="" hideGeom="1">
          <dgm:adjLst/>
        </dgm:shape>
        <dgm:presOf axis="self" ptType="node"/>
        <dgm:constrLst>
          <dgm:constr type="lMarg" refType="primFontSz" fact="0.3"/>
          <dgm:constr type="rMarg" refType="primFontSz" fact="0.3"/>
          <dgm:constr type="tMarg" refType="primFontSz" fact="0"/>
          <dgm:constr type="bMarg" refType="primFontSz" fact="0.1"/>
        </dgm:constrLst>
        <dgm:ruleLst>
          <dgm:rule type="primFontSz" val="5" fact="NaN" max="NaN"/>
        </dgm:ruleLst>
      </dgm:layoutNode>
      <dgm:layoutNode name="childText_6">
        <dgm:varLst>
          <dgm:chMax val="0"/>
          <dgm:chPref val="0"/>
          <dgm:bulletEnabled val="1"/>
        </dgm:varLst>
        <dgm:alg type="tx">
          <dgm:param type="txAnchorVert" val="t"/>
          <dgm:param type="parTxLTRAlign" val="l"/>
        </dgm:alg>
        <dgm:shape xmlns:r="http://schemas.openxmlformats.org/officeDocument/2006/relationships" type="rect" r:blip="" hideGeom="1">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accentShape_6">
        <dgm:alg type="sp"/>
        <dgm:shape xmlns:r="http://schemas.openxmlformats.org/officeDocument/2006/relationships" r:blip="">
          <dgm:adjLst/>
        </dgm:shape>
        <dgm:presOf/>
        <dgm:constrLst/>
        <dgm:forEach name="Name41" ref="accentRepeat"/>
      </dgm:layoutNode>
    </dgm:forEach>
    <dgm:forEach name="Name42" axis="ch" ptType="node" st="7" cnt="1">
      <dgm:layoutNode name="parentText_7">
        <dgm:varLst>
          <dgm:chMax val="1"/>
          <dgm:chPref val="1"/>
          <dgm:bulletEnabled val="1"/>
        </dgm:varLst>
        <dgm:alg type="tx">
          <dgm:param type="parTxLTRAlign" val="r"/>
          <dgm:param type="shpTxLTRAlignCh" val="r"/>
          <dgm:param type="txAnchorVertCh" val="mid"/>
          <dgm:param type="autoTxRot" val="grav"/>
        </dgm:alg>
        <dgm:shape xmlns:r="http://schemas.openxmlformats.org/officeDocument/2006/relationships" rot="-90" type="rect" r:blip="" hideGeom="1">
          <dgm:adjLst/>
        </dgm:shape>
        <dgm:presOf axis="self" ptType="node"/>
        <dgm:constrLst>
          <dgm:constr type="lMarg" refType="primFontSz" fact="0.3"/>
          <dgm:constr type="rMarg" refType="primFontSz" fact="0.3"/>
          <dgm:constr type="tMarg" refType="primFontSz" fact="0"/>
          <dgm:constr type="bMarg" refType="primFontSz" fact="0.1"/>
        </dgm:constrLst>
        <dgm:ruleLst>
          <dgm:rule type="primFontSz" val="5" fact="NaN" max="NaN"/>
        </dgm:ruleLst>
      </dgm:layoutNode>
      <dgm:layoutNode name="childText_7">
        <dgm:varLst>
          <dgm:chMax val="0"/>
          <dgm:chPref val="0"/>
          <dgm:bulletEnabled val="1"/>
        </dgm:varLst>
        <dgm:alg type="tx">
          <dgm:param type="txAnchorVert" val="t"/>
          <dgm:param type="parTxLTRAlign" val="l"/>
        </dgm:alg>
        <dgm:shape xmlns:r="http://schemas.openxmlformats.org/officeDocument/2006/relationships" type="rect" r:blip="" hideGeom="1">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accentShape_7">
        <dgm:alg type="sp"/>
        <dgm:shape xmlns:r="http://schemas.openxmlformats.org/officeDocument/2006/relationships" r:blip="">
          <dgm:adjLst/>
        </dgm:shape>
        <dgm:presOf/>
        <dgm:constrLst/>
        <dgm:forEach name="Name43" ref="accentRepeat"/>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CE38C9C-0EA5-AE46-8D6A-B16534613C3C}" type="datetimeFigureOut">
              <a:rPr lang="en-US" smtClean="0"/>
              <a:pPr/>
              <a:t>29-Jun-17</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A37A203-E61B-A941-B651-AA13FF4A31DF}" type="slidenum">
              <a:rPr lang="en-US" smtClean="0"/>
              <a:pPr/>
              <a:t>‹#›</a:t>
            </a:fld>
            <a:endParaRPr lang="en-US"/>
          </a:p>
        </p:txBody>
      </p:sp>
    </p:spTree>
    <p:extLst>
      <p:ext uri="{BB962C8B-B14F-4D97-AF65-F5344CB8AC3E}">
        <p14:creationId xmlns:p14="http://schemas.microsoft.com/office/powerpoint/2010/main" val="376542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1" kern="1200" dirty="0" smtClean="0">
                <a:solidFill>
                  <a:schemeClr val="tx1"/>
                </a:solidFill>
                <a:effectLst/>
                <a:latin typeface="+mn-lt"/>
                <a:ea typeface="+mn-ea"/>
                <a:cs typeface="+mn-cs"/>
              </a:rPr>
              <a:t>Chemistry. </a:t>
            </a:r>
            <a:r>
              <a:rPr lang="en-US" sz="1200" b="0" i="0" kern="1200" dirty="0" smtClean="0">
                <a:solidFill>
                  <a:schemeClr val="tx1"/>
                </a:solidFill>
                <a:effectLst/>
                <a:latin typeface="+mn-lt"/>
                <a:ea typeface="+mn-ea"/>
                <a:cs typeface="+mn-cs"/>
              </a:rPr>
              <a:t>one of a class of substances that cannot be separated into simpler substances by chemical means. See also chart under </a:t>
            </a:r>
            <a:r>
              <a:rPr lang="en-US" sz="1200" b="1" i="0" kern="1200" dirty="0" err="1" smtClean="0">
                <a:solidFill>
                  <a:schemeClr val="tx1"/>
                </a:solidFill>
                <a:effectLst/>
                <a:latin typeface="+mn-lt"/>
                <a:ea typeface="+mn-ea"/>
                <a:cs typeface="+mn-cs"/>
              </a:rPr>
              <a:t>periodictable</a:t>
            </a:r>
            <a:r>
              <a:rPr lang="en-US" sz="1200" b="0" i="0" kern="1200" dirty="0" smtClean="0">
                <a:solidFill>
                  <a:schemeClr val="tx1"/>
                </a:solidFill>
                <a:effectLst/>
                <a:latin typeface="+mn-lt"/>
                <a:ea typeface="+mn-ea"/>
                <a:cs typeface="+mn-cs"/>
              </a:rPr>
              <a:t>.</a:t>
            </a:r>
            <a:endParaRPr lang="en-US" dirty="0"/>
          </a:p>
        </p:txBody>
      </p:sp>
      <p:sp>
        <p:nvSpPr>
          <p:cNvPr id="4" name="Slide Number Placeholder 3"/>
          <p:cNvSpPr>
            <a:spLocks noGrp="1"/>
          </p:cNvSpPr>
          <p:nvPr>
            <p:ph type="sldNum" sz="quarter" idx="10"/>
          </p:nvPr>
        </p:nvSpPr>
        <p:spPr/>
        <p:txBody>
          <a:bodyPr/>
          <a:lstStyle/>
          <a:p>
            <a:fld id="{EA37A203-E61B-A941-B651-AA13FF4A31DF}" type="slidenum">
              <a:rPr lang="en-US" smtClean="0"/>
              <a:pPr/>
              <a:t>17</a:t>
            </a:fld>
            <a:endParaRPr lang="en-US"/>
          </a:p>
        </p:txBody>
      </p:sp>
    </p:spTree>
    <p:extLst>
      <p:ext uri="{BB962C8B-B14F-4D97-AF65-F5344CB8AC3E}">
        <p14:creationId xmlns:p14="http://schemas.microsoft.com/office/powerpoint/2010/main" val="199071815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Seeking to understand extended health care providers’ initial desire to know and prioritize the patient as a person by pursuing a deeper understanding of the person and their unique illness experience to understand the person behind the disease. </a:t>
            </a:r>
          </a:p>
          <a:p>
            <a:endParaRPr lang="en-US" dirty="0"/>
          </a:p>
        </p:txBody>
      </p:sp>
      <p:sp>
        <p:nvSpPr>
          <p:cNvPr id="4" name="Slide Number Placeholder 3"/>
          <p:cNvSpPr>
            <a:spLocks noGrp="1"/>
          </p:cNvSpPr>
          <p:nvPr>
            <p:ph type="sldNum" sz="quarter" idx="10"/>
          </p:nvPr>
        </p:nvSpPr>
        <p:spPr/>
        <p:txBody>
          <a:bodyPr/>
          <a:lstStyle/>
          <a:p>
            <a:fld id="{EA37A203-E61B-A941-B651-AA13FF4A31DF}" type="slidenum">
              <a:rPr lang="en-US" smtClean="0"/>
              <a:pPr/>
              <a:t>27</a:t>
            </a:fld>
            <a:endParaRPr lang="en-US"/>
          </a:p>
        </p:txBody>
      </p:sp>
    </p:spTree>
    <p:extLst>
      <p:ext uri="{BB962C8B-B14F-4D97-AF65-F5344CB8AC3E}">
        <p14:creationId xmlns:p14="http://schemas.microsoft.com/office/powerpoint/2010/main" val="78246277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smtClean="0">
                <a:solidFill>
                  <a:schemeClr val="tx1"/>
                </a:solidFill>
                <a:latin typeface="+mn-lt"/>
                <a:ea typeface="+mn-ea"/>
                <a:cs typeface="+mn-cs"/>
              </a:rPr>
              <a:t>Demeanor was closely related to the theme of ‘‘patient awareness’’ within the category of ‘‘relational space’’ but differed in being more sensory- based, developed, and contextual to clinical communication in comparison with the extrasensory character of patient awareness.</a:t>
            </a:r>
          </a:p>
          <a:p>
            <a:endParaRPr lang="en-US" dirty="0"/>
          </a:p>
        </p:txBody>
      </p:sp>
      <p:sp>
        <p:nvSpPr>
          <p:cNvPr id="4" name="Slide Number Placeholder 3"/>
          <p:cNvSpPr>
            <a:spLocks noGrp="1"/>
          </p:cNvSpPr>
          <p:nvPr>
            <p:ph type="sldNum" sz="quarter" idx="10"/>
          </p:nvPr>
        </p:nvSpPr>
        <p:spPr/>
        <p:txBody>
          <a:bodyPr/>
          <a:lstStyle/>
          <a:p>
            <a:fld id="{EA37A203-E61B-A941-B651-AA13FF4A31DF}" type="slidenum">
              <a:rPr lang="en-US" smtClean="0"/>
              <a:pPr/>
              <a:t>29</a:t>
            </a:fld>
            <a:endParaRPr lang="en-US"/>
          </a:p>
        </p:txBody>
      </p:sp>
    </p:spTree>
    <p:extLst>
      <p:ext uri="{BB962C8B-B14F-4D97-AF65-F5344CB8AC3E}">
        <p14:creationId xmlns:p14="http://schemas.microsoft.com/office/powerpoint/2010/main" val="180940480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smtClean="0">
                <a:solidFill>
                  <a:schemeClr val="tx1"/>
                </a:solidFill>
                <a:effectLst/>
                <a:latin typeface="+mn-lt"/>
                <a:ea typeface="+mn-ea"/>
                <a:cs typeface="+mn-cs"/>
              </a:rPr>
              <a:t>Compassion can be a difficult choice to make - after all, why would we deliberately choose to add another person's pain to our own? "Not only does our compassion ease the suffering of others," teaches Dr. </a:t>
            </a:r>
            <a:r>
              <a:rPr lang="en-US" sz="1200" b="0" i="0" kern="1200" dirty="0" err="1" smtClean="0">
                <a:solidFill>
                  <a:schemeClr val="tx1"/>
                </a:solidFill>
                <a:effectLst/>
                <a:latin typeface="+mn-lt"/>
                <a:ea typeface="+mn-ea"/>
                <a:cs typeface="+mn-cs"/>
              </a:rPr>
              <a:t>McGonigal</a:t>
            </a:r>
            <a:r>
              <a:rPr lang="en-US" sz="1200" b="0" i="0" kern="1200" dirty="0" smtClean="0">
                <a:solidFill>
                  <a:schemeClr val="tx1"/>
                </a:solidFill>
                <a:effectLst/>
                <a:latin typeface="+mn-lt"/>
                <a:ea typeface="+mn-ea"/>
                <a:cs typeface="+mn-cs"/>
              </a:rPr>
              <a:t>, "Our brain, heart, and entire physiology are tuned to support us when we make the courageous decision to be compassionate." In this seven-hour training intensive, she provides invaluable tools and guidance for overcoming emotional fatigue, empathic distress, self-judgment, and other obstacles that can keep us closed down and afraid to reach out. </a:t>
            </a:r>
            <a:r>
              <a:rPr lang="en-US" dirty="0" smtClean="0"/>
              <a:t/>
            </a:r>
            <a:br>
              <a:rPr lang="en-US" dirty="0" smtClean="0"/>
            </a:br>
            <a:r>
              <a:rPr lang="en-US" dirty="0" smtClean="0"/>
              <a:t/>
            </a:r>
            <a:br>
              <a:rPr lang="en-US" dirty="0" smtClean="0"/>
            </a:br>
            <a:r>
              <a:rPr lang="en-US" sz="1200" b="0" i="0" kern="1200" dirty="0" smtClean="0">
                <a:solidFill>
                  <a:schemeClr val="tx1"/>
                </a:solidFill>
                <a:effectLst/>
                <a:latin typeface="+mn-lt"/>
                <a:ea typeface="+mn-ea"/>
                <a:cs typeface="+mn-cs"/>
              </a:rPr>
              <a:t>"Compassion is an embodied state that prepares us to take positive action," says Dr. </a:t>
            </a:r>
            <a:r>
              <a:rPr lang="en-US" sz="1200" b="0" i="0" kern="1200" dirty="0" err="1" smtClean="0">
                <a:solidFill>
                  <a:schemeClr val="tx1"/>
                </a:solidFill>
                <a:effectLst/>
                <a:latin typeface="+mn-lt"/>
                <a:ea typeface="+mn-ea"/>
                <a:cs typeface="+mn-cs"/>
              </a:rPr>
              <a:t>McGonigal</a:t>
            </a:r>
            <a:r>
              <a:rPr lang="en-US" sz="1200" b="0" i="0" kern="1200" dirty="0" smtClean="0">
                <a:solidFill>
                  <a:schemeClr val="tx1"/>
                </a:solidFill>
                <a:effectLst/>
                <a:latin typeface="+mn-lt"/>
                <a:ea typeface="+mn-ea"/>
                <a:cs typeface="+mn-cs"/>
              </a:rPr>
              <a:t>.</a:t>
            </a:r>
            <a:endParaRPr lang="en-US" dirty="0"/>
          </a:p>
        </p:txBody>
      </p:sp>
      <p:sp>
        <p:nvSpPr>
          <p:cNvPr id="4" name="Slide Number Placeholder 3"/>
          <p:cNvSpPr>
            <a:spLocks noGrp="1"/>
          </p:cNvSpPr>
          <p:nvPr>
            <p:ph type="sldNum" sz="quarter" idx="10"/>
          </p:nvPr>
        </p:nvSpPr>
        <p:spPr/>
        <p:txBody>
          <a:bodyPr/>
          <a:lstStyle/>
          <a:p>
            <a:fld id="{EA37A203-E61B-A941-B651-AA13FF4A31DF}" type="slidenum">
              <a:rPr lang="en-US" smtClean="0"/>
              <a:pPr/>
              <a:t>48</a:t>
            </a:fld>
            <a:endParaRPr lang="en-US"/>
          </a:p>
        </p:txBody>
      </p:sp>
    </p:spTree>
    <p:extLst>
      <p:ext uri="{BB962C8B-B14F-4D97-AF65-F5344CB8AC3E}">
        <p14:creationId xmlns:p14="http://schemas.microsoft.com/office/powerpoint/2010/main" val="115020857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EA37A203-E61B-A941-B651-AA13FF4A31DF}" type="slidenum">
              <a:rPr lang="en-US" smtClean="0"/>
              <a:pPr/>
              <a:t>50</a:t>
            </a:fld>
            <a:endParaRPr lang="en-US"/>
          </a:p>
        </p:txBody>
      </p:sp>
    </p:spTree>
    <p:extLst>
      <p:ext uri="{BB962C8B-B14F-4D97-AF65-F5344CB8AC3E}">
        <p14:creationId xmlns:p14="http://schemas.microsoft.com/office/powerpoint/2010/main" val="158136802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“In the sick room, ten cents' worth of </a:t>
            </a:r>
            <a:r>
              <a:rPr lang="en-US" u="sng" dirty="0" smtClean="0"/>
              <a:t>human understanding </a:t>
            </a:r>
            <a:r>
              <a:rPr lang="en-US" dirty="0" smtClean="0"/>
              <a:t>equals ten dollars' worth of </a:t>
            </a:r>
            <a:r>
              <a:rPr lang="en-US" u="sng" dirty="0" smtClean="0"/>
              <a:t>medical science</a:t>
            </a:r>
            <a:r>
              <a:rPr lang="en-US" dirty="0" smtClean="0"/>
              <a:t>.” Martin H. Fischer </a:t>
            </a:r>
          </a:p>
          <a:p>
            <a:endParaRPr lang="en-US" dirty="0"/>
          </a:p>
        </p:txBody>
      </p:sp>
      <p:sp>
        <p:nvSpPr>
          <p:cNvPr id="4" name="Slide Number Placeholder 3"/>
          <p:cNvSpPr>
            <a:spLocks noGrp="1"/>
          </p:cNvSpPr>
          <p:nvPr>
            <p:ph type="sldNum" sz="quarter" idx="10"/>
          </p:nvPr>
        </p:nvSpPr>
        <p:spPr/>
        <p:txBody>
          <a:bodyPr/>
          <a:lstStyle/>
          <a:p>
            <a:fld id="{EA37A203-E61B-A941-B651-AA13FF4A31DF}" type="slidenum">
              <a:rPr lang="en-US" smtClean="0"/>
              <a:pPr/>
              <a:t>51</a:t>
            </a:fld>
            <a:endParaRPr lang="en-US"/>
          </a:p>
        </p:txBody>
      </p:sp>
    </p:spTree>
    <p:extLst>
      <p:ext uri="{BB962C8B-B14F-4D97-AF65-F5344CB8AC3E}">
        <p14:creationId xmlns:p14="http://schemas.microsoft.com/office/powerpoint/2010/main" val="89898399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7"/>
          <p:cNvSpPr>
            <a:spLocks noGrp="1" noChangeArrowheads="1"/>
          </p:cNvSpPr>
          <p:nvPr>
            <p:ph type="sldNum" sz="quarter" idx="5"/>
          </p:nvPr>
        </p:nvSpPr>
        <p:spPr>
          <a:noFill/>
        </p:spPr>
        <p:txBody>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algn="ctr" eaLnBrk="0" fontAlgn="base" hangingPunct="0">
              <a:spcBef>
                <a:spcPct val="0"/>
              </a:spcBef>
              <a:spcAft>
                <a:spcPct val="0"/>
              </a:spcAft>
              <a:defRPr>
                <a:solidFill>
                  <a:schemeClr val="tx1"/>
                </a:solidFill>
                <a:latin typeface="Arial" charset="0"/>
                <a:cs typeface="Arial" charset="0"/>
              </a:defRPr>
            </a:lvl6pPr>
            <a:lvl7pPr marL="2971800" indent="-228600" algn="ctr" eaLnBrk="0" fontAlgn="base" hangingPunct="0">
              <a:spcBef>
                <a:spcPct val="0"/>
              </a:spcBef>
              <a:spcAft>
                <a:spcPct val="0"/>
              </a:spcAft>
              <a:defRPr>
                <a:solidFill>
                  <a:schemeClr val="tx1"/>
                </a:solidFill>
                <a:latin typeface="Arial" charset="0"/>
                <a:cs typeface="Arial" charset="0"/>
              </a:defRPr>
            </a:lvl7pPr>
            <a:lvl8pPr marL="3429000" indent="-228600" algn="ctr" eaLnBrk="0" fontAlgn="base" hangingPunct="0">
              <a:spcBef>
                <a:spcPct val="0"/>
              </a:spcBef>
              <a:spcAft>
                <a:spcPct val="0"/>
              </a:spcAft>
              <a:defRPr>
                <a:solidFill>
                  <a:schemeClr val="tx1"/>
                </a:solidFill>
                <a:latin typeface="Arial" charset="0"/>
                <a:cs typeface="Arial" charset="0"/>
              </a:defRPr>
            </a:lvl8pPr>
            <a:lvl9pPr marL="3886200" indent="-228600" algn="ctr" eaLnBrk="0" fontAlgn="base" hangingPunct="0">
              <a:spcBef>
                <a:spcPct val="0"/>
              </a:spcBef>
              <a:spcAft>
                <a:spcPct val="0"/>
              </a:spcAft>
              <a:defRPr>
                <a:solidFill>
                  <a:schemeClr val="tx1"/>
                </a:solidFill>
                <a:latin typeface="Arial" charset="0"/>
                <a:cs typeface="Arial" charset="0"/>
              </a:defRPr>
            </a:lvl9pPr>
          </a:lstStyle>
          <a:p>
            <a:pPr eaLnBrk="1" hangingPunct="1"/>
            <a:fld id="{C25F6224-F4C8-488F-BCAA-041B056150AD}" type="slidenum">
              <a:rPr lang="en-US"/>
              <a:pPr eaLnBrk="1" hangingPunct="1"/>
              <a:t>56</a:t>
            </a:fld>
            <a:endParaRPr lang="en-US"/>
          </a:p>
        </p:txBody>
      </p:sp>
      <p:sp>
        <p:nvSpPr>
          <p:cNvPr id="30723" name="Rectangle 2"/>
          <p:cNvSpPr>
            <a:spLocks noGrp="1" noRot="1" noChangeAspect="1" noChangeArrowheads="1" noTextEdit="1"/>
          </p:cNvSpPr>
          <p:nvPr>
            <p:ph type="sldImg"/>
          </p:nvPr>
        </p:nvSpPr>
        <p:spPr>
          <a:ln/>
        </p:spPr>
      </p:sp>
      <p:sp>
        <p:nvSpPr>
          <p:cNvPr id="30724" name="Rectangle 3"/>
          <p:cNvSpPr>
            <a:spLocks noGrp="1" noChangeArrowheads="1"/>
          </p:cNvSpPr>
          <p:nvPr>
            <p:ph type="body" idx="1"/>
          </p:nvPr>
        </p:nvSpPr>
        <p:spPr>
          <a:noFill/>
        </p:spPr>
        <p:txBody>
          <a:bodyPr/>
          <a:lstStyle/>
          <a:p>
            <a:pPr eaLnBrk="1" hangingPunct="1"/>
            <a:endParaRPr lang="en-US" smtClean="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7"/>
          <p:cNvSpPr>
            <a:spLocks noGrp="1" noChangeArrowheads="1"/>
          </p:cNvSpPr>
          <p:nvPr>
            <p:ph type="sldNum" sz="quarter" idx="5"/>
          </p:nvPr>
        </p:nvSpPr>
        <p:spPr>
          <a:noFill/>
        </p:spPr>
        <p:txBody>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algn="ctr" eaLnBrk="0" fontAlgn="base" hangingPunct="0">
              <a:spcBef>
                <a:spcPct val="0"/>
              </a:spcBef>
              <a:spcAft>
                <a:spcPct val="0"/>
              </a:spcAft>
              <a:defRPr>
                <a:solidFill>
                  <a:schemeClr val="tx1"/>
                </a:solidFill>
                <a:latin typeface="Arial" charset="0"/>
                <a:cs typeface="Arial" charset="0"/>
              </a:defRPr>
            </a:lvl6pPr>
            <a:lvl7pPr marL="2971800" indent="-228600" algn="ctr" eaLnBrk="0" fontAlgn="base" hangingPunct="0">
              <a:spcBef>
                <a:spcPct val="0"/>
              </a:spcBef>
              <a:spcAft>
                <a:spcPct val="0"/>
              </a:spcAft>
              <a:defRPr>
                <a:solidFill>
                  <a:schemeClr val="tx1"/>
                </a:solidFill>
                <a:latin typeface="Arial" charset="0"/>
                <a:cs typeface="Arial" charset="0"/>
              </a:defRPr>
            </a:lvl7pPr>
            <a:lvl8pPr marL="3429000" indent="-228600" algn="ctr" eaLnBrk="0" fontAlgn="base" hangingPunct="0">
              <a:spcBef>
                <a:spcPct val="0"/>
              </a:spcBef>
              <a:spcAft>
                <a:spcPct val="0"/>
              </a:spcAft>
              <a:defRPr>
                <a:solidFill>
                  <a:schemeClr val="tx1"/>
                </a:solidFill>
                <a:latin typeface="Arial" charset="0"/>
                <a:cs typeface="Arial" charset="0"/>
              </a:defRPr>
            </a:lvl8pPr>
            <a:lvl9pPr marL="3886200" indent="-228600" algn="ctr" eaLnBrk="0" fontAlgn="base" hangingPunct="0">
              <a:spcBef>
                <a:spcPct val="0"/>
              </a:spcBef>
              <a:spcAft>
                <a:spcPct val="0"/>
              </a:spcAft>
              <a:defRPr>
                <a:solidFill>
                  <a:schemeClr val="tx1"/>
                </a:solidFill>
                <a:latin typeface="Arial" charset="0"/>
                <a:cs typeface="Arial" charset="0"/>
              </a:defRPr>
            </a:lvl9pPr>
          </a:lstStyle>
          <a:p>
            <a:pPr eaLnBrk="1" hangingPunct="1"/>
            <a:fld id="{C25F6224-F4C8-488F-BCAA-041B056150AD}" type="slidenum">
              <a:rPr lang="en-US"/>
              <a:pPr eaLnBrk="1" hangingPunct="1"/>
              <a:t>57</a:t>
            </a:fld>
            <a:endParaRPr lang="en-US"/>
          </a:p>
        </p:txBody>
      </p:sp>
      <p:sp>
        <p:nvSpPr>
          <p:cNvPr id="30723" name="Rectangle 2"/>
          <p:cNvSpPr>
            <a:spLocks noGrp="1" noRot="1" noChangeAspect="1" noChangeArrowheads="1" noTextEdit="1"/>
          </p:cNvSpPr>
          <p:nvPr>
            <p:ph type="sldImg"/>
          </p:nvPr>
        </p:nvSpPr>
        <p:spPr>
          <a:ln/>
        </p:spPr>
      </p:sp>
      <p:sp>
        <p:nvSpPr>
          <p:cNvPr id="30724" name="Rectangle 3"/>
          <p:cNvSpPr>
            <a:spLocks noGrp="1" noChangeArrowheads="1"/>
          </p:cNvSpPr>
          <p:nvPr>
            <p:ph type="body" idx="1"/>
          </p:nvPr>
        </p:nvSpPr>
        <p:spPr>
          <a:noFill/>
        </p:spPr>
        <p:txBody>
          <a:bodyPr/>
          <a:lstStyle/>
          <a:p>
            <a:pPr eaLnBrk="1" hangingPunct="1"/>
            <a:endParaRPr lang="en-US" smtClean="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982F39DD-6336-294E-873C-7DA0AAACBBA3}" type="slidenum">
              <a:rPr lang="en-US" smtClean="0"/>
              <a:t>60</a:t>
            </a:fld>
            <a:endParaRPr lang="en-US" dirty="0"/>
          </a:p>
        </p:txBody>
      </p:sp>
    </p:spTree>
    <p:extLst>
      <p:ext uri="{BB962C8B-B14F-4D97-AF65-F5344CB8AC3E}">
        <p14:creationId xmlns:p14="http://schemas.microsoft.com/office/powerpoint/2010/main" val="317928776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7.jpeg"/></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shadeToTitle="1">
        <a:gradFill flip="none" rotWithShape="1">
          <a:gsLst>
            <a:gs pos="0">
              <a:schemeClr val="accent6">
                <a:lumMod val="40000"/>
                <a:lumOff val="60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path path="shape">
            <a:fillToRect l="50000" t="50000" r="50000" b="50000"/>
          </a:path>
          <a:tileRect/>
        </a:gradFill>
        <a:effectLst/>
      </p:bgPr>
    </p:bg>
    <p:spTree>
      <p:nvGrpSpPr>
        <p:cNvPr id="1" name=""/>
        <p:cNvGrpSpPr/>
        <p:nvPr/>
      </p:nvGrpSpPr>
      <p:grpSpPr>
        <a:xfrm>
          <a:off x="0" y="0"/>
          <a:ext cx="0" cy="0"/>
          <a:chOff x="0" y="0"/>
          <a:chExt cx="0" cy="0"/>
        </a:xfrm>
      </p:grpSpPr>
      <p:grpSp>
        <p:nvGrpSpPr>
          <p:cNvPr id="18" name="Group 17"/>
          <p:cNvGrpSpPr/>
          <p:nvPr/>
        </p:nvGrpSpPr>
        <p:grpSpPr>
          <a:xfrm>
            <a:off x="0" y="109830"/>
            <a:ext cx="9274629" cy="6598881"/>
            <a:chOff x="0" y="211434"/>
            <a:chExt cx="9278874" cy="6958648"/>
          </a:xfrm>
          <a:noFill/>
        </p:grpSpPr>
        <p:pic>
          <p:nvPicPr>
            <p:cNvPr id="8" name="Picture 7" descr="SD-PanelTitle-R1.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77" y="211434"/>
              <a:ext cx="9278197" cy="6958648"/>
            </a:xfrm>
            <a:prstGeom prst="rect">
              <a:avLst/>
            </a:prstGeom>
            <a:grpFill/>
          </p:spPr>
        </p:pic>
        <p:sp>
          <p:nvSpPr>
            <p:cNvPr id="11" name="Rectangle 10"/>
            <p:cNvSpPr/>
            <p:nvPr/>
          </p:nvSpPr>
          <p:spPr>
            <a:xfrm>
              <a:off x="1515532" y="1682076"/>
              <a:ext cx="6112935" cy="3656814"/>
            </a:xfrm>
            <a:prstGeom prst="rect">
              <a:avLst/>
            </a:prstGeom>
            <a:grpFill/>
            <a:ln w="15875" cap="flat">
              <a:miter lim="800000"/>
            </a:ln>
          </p:spPr>
          <p:style>
            <a:lnRef idx="1">
              <a:schemeClr val="accent1"/>
            </a:lnRef>
            <a:fillRef idx="3">
              <a:schemeClr val="accent1"/>
            </a:fillRef>
            <a:effectRef idx="2">
              <a:schemeClr val="accent1"/>
            </a:effectRef>
            <a:fontRef idx="minor">
              <a:schemeClr val="lt1"/>
            </a:fontRef>
          </p:style>
        </p:sp>
        <p:pic>
          <p:nvPicPr>
            <p:cNvPr id="12" name="Picture 11"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l="-2" r="47959"/>
            <a:stretch/>
          </p:blipFill>
          <p:spPr>
            <a:xfrm>
              <a:off x="0" y="3128434"/>
              <a:ext cx="1664208" cy="612648"/>
            </a:xfrm>
            <a:prstGeom prst="rect">
              <a:avLst/>
            </a:prstGeom>
            <a:grpFill/>
          </p:spPr>
        </p:pic>
        <p:pic>
          <p:nvPicPr>
            <p:cNvPr id="13" name="Picture 12"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l="-2" r="47959"/>
            <a:stretch/>
          </p:blipFill>
          <p:spPr>
            <a:xfrm>
              <a:off x="7480469" y="3128434"/>
              <a:ext cx="1664208" cy="612648"/>
            </a:xfrm>
            <a:prstGeom prst="rect">
              <a:avLst/>
            </a:prstGeom>
            <a:grpFill/>
          </p:spPr>
        </p:pic>
      </p:grpSp>
      <p:sp>
        <p:nvSpPr>
          <p:cNvPr id="2" name="Title 1"/>
          <p:cNvSpPr>
            <a:spLocks noGrp="1"/>
          </p:cNvSpPr>
          <p:nvPr>
            <p:ph type="ctrTitle"/>
          </p:nvPr>
        </p:nvSpPr>
        <p:spPr>
          <a:xfrm>
            <a:off x="1656662" y="1879926"/>
            <a:ext cx="5820385" cy="1528328"/>
          </a:xfrm>
        </p:spPr>
        <p:txBody>
          <a:bodyPr anchor="b">
            <a:noAutofit/>
          </a:bodyPr>
          <a:lstStyle>
            <a:lvl1pPr marL="0" marR="0" indent="0" algn="ctr" defTabSz="457200" rtl="0" eaLnBrk="1" fontAlgn="auto" latinLnBrk="0" hangingPunct="1">
              <a:lnSpc>
                <a:spcPct val="100000"/>
              </a:lnSpc>
              <a:spcBef>
                <a:spcPct val="0"/>
              </a:spcBef>
              <a:spcAft>
                <a:spcPts val="0"/>
              </a:spcAft>
              <a:buClrTx/>
              <a:buSzTx/>
              <a:buFontTx/>
              <a:buNone/>
              <a:tabLst/>
              <a:defRPr lang="en-US" sz="2800" b="1" smtClean="0">
                <a:effectLst/>
              </a:defRPr>
            </a:lvl1pPr>
          </a:lstStyle>
          <a:p>
            <a:r>
              <a:rPr lang="en-US" altLang="en-US" smtClean="0">
                <a:solidFill>
                  <a:prstClr val="black"/>
                </a:solidFill>
              </a:rPr>
              <a:t>Click to edit Master title style</a:t>
            </a:r>
            <a:endParaRPr lang="en-US" altLang="en-US" dirty="0">
              <a:solidFill>
                <a:prstClr val="black"/>
              </a:solidFill>
            </a:endParaRPr>
          </a:p>
        </p:txBody>
      </p:sp>
      <p:sp>
        <p:nvSpPr>
          <p:cNvPr id="3" name="Subtitle 2"/>
          <p:cNvSpPr>
            <a:spLocks noGrp="1"/>
          </p:cNvSpPr>
          <p:nvPr>
            <p:ph type="subTitle" idx="1"/>
          </p:nvPr>
        </p:nvSpPr>
        <p:spPr>
          <a:xfrm>
            <a:off x="2332652" y="3597481"/>
            <a:ext cx="4478695" cy="1012902"/>
          </a:xfrm>
        </p:spPr>
        <p:txBody>
          <a:bodyPr anchor="t">
            <a:normAutofit/>
          </a:bodyPr>
          <a:lstStyle>
            <a:lvl1pPr marL="0" indent="0" algn="ctr">
              <a:buNone/>
              <a:defRPr sz="2800" b="0" i="0">
                <a:solidFill>
                  <a:schemeClr val="tx1"/>
                </a:solidFill>
                <a:latin typeface="Arial" charset="0"/>
                <a:ea typeface="Arial" charset="0"/>
                <a:cs typeface="Arial"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a:xfrm>
            <a:off x="5671241" y="4972192"/>
            <a:ext cx="972156" cy="361810"/>
          </a:xfrm>
        </p:spPr>
        <p:txBody>
          <a:bodyPr/>
          <a:lstStyle/>
          <a:p>
            <a:fld id="{A17168AA-0939-E949-9F6C-AD600B1C58A4}" type="datetime1">
              <a:rPr lang="en-US" altLang="en-US" smtClean="0">
                <a:solidFill>
                  <a:prstClr val="black"/>
                </a:solidFill>
              </a:rPr>
              <a:pPr/>
              <a:t>29-Jun-17</a:t>
            </a:fld>
            <a:endParaRPr lang="en-US" altLang="en-US" dirty="0">
              <a:solidFill>
                <a:prstClr val="black"/>
              </a:solidFill>
            </a:endParaRPr>
          </a:p>
        </p:txBody>
      </p:sp>
      <p:sp>
        <p:nvSpPr>
          <p:cNvPr id="5" name="Footer Placeholder 4"/>
          <p:cNvSpPr>
            <a:spLocks noGrp="1"/>
          </p:cNvSpPr>
          <p:nvPr>
            <p:ph type="ftr" sz="quarter" idx="11"/>
          </p:nvPr>
        </p:nvSpPr>
        <p:spPr>
          <a:xfrm>
            <a:off x="1921934" y="4972193"/>
            <a:ext cx="3749306" cy="361809"/>
          </a:xfrm>
        </p:spPr>
        <p:txBody>
          <a:bodyPr/>
          <a:lstStyle/>
          <a:p>
            <a:r>
              <a:rPr lang="en-US" altLang="en-US" dirty="0" smtClean="0">
                <a:solidFill>
                  <a:prstClr val="black"/>
                </a:solidFill>
              </a:rPr>
              <a:t>National CRC training </a:t>
            </a:r>
          </a:p>
        </p:txBody>
      </p:sp>
      <p:sp>
        <p:nvSpPr>
          <p:cNvPr id="6" name="Slide Number Placeholder 5"/>
          <p:cNvSpPr>
            <a:spLocks noGrp="1"/>
          </p:cNvSpPr>
          <p:nvPr>
            <p:ph type="sldNum" sz="quarter" idx="12"/>
          </p:nvPr>
        </p:nvSpPr>
        <p:spPr>
          <a:xfrm>
            <a:off x="6811347" y="4972192"/>
            <a:ext cx="726151" cy="361809"/>
          </a:xfrm>
        </p:spPr>
        <p:txBody>
          <a:bodyPr/>
          <a:lstStyle/>
          <a:p>
            <a:r>
              <a:rPr lang="en-US" altLang="en-US" dirty="0" smtClean="0">
                <a:solidFill>
                  <a:prstClr val="black"/>
                </a:solidFill>
              </a:rPr>
              <a:t>CH-I-</a:t>
            </a:r>
            <a:fld id="{CAC22B12-0DAA-A446-9F32-6553C8E628F3}" type="slidenum">
              <a:rPr lang="en-US" altLang="en-US" smtClean="0">
                <a:solidFill>
                  <a:prstClr val="black"/>
                </a:solidFill>
              </a:rPr>
              <a:pPr/>
              <a:t>‹#›</a:t>
            </a:fld>
            <a:endParaRPr lang="en-US" altLang="en-US" dirty="0">
              <a:solidFill>
                <a:prstClr val="black"/>
              </a:solidFill>
            </a:endParaRPr>
          </a:p>
        </p:txBody>
      </p:sp>
      <p:cxnSp>
        <p:nvCxnSpPr>
          <p:cNvPr id="15" name="Straight Connector 14"/>
          <p:cNvCxnSpPr/>
          <p:nvPr/>
        </p:nvCxnSpPr>
        <p:spPr>
          <a:xfrm>
            <a:off x="2019825" y="3471329"/>
            <a:ext cx="5113083" cy="0"/>
          </a:xfrm>
          <a:prstGeom prst="line">
            <a:avLst/>
          </a:prstGeom>
          <a:ln w="15875"/>
        </p:spPr>
        <p:style>
          <a:lnRef idx="2">
            <a:schemeClr val="accent1"/>
          </a:lnRef>
          <a:fillRef idx="0">
            <a:schemeClr val="accent1"/>
          </a:fillRef>
          <a:effectRef idx="1">
            <a:schemeClr val="accent1"/>
          </a:effectRef>
          <a:fontRef idx="minor">
            <a:schemeClr val="tx1"/>
          </a:fontRef>
        </p:style>
      </p:cxnSp>
      <p:grpSp>
        <p:nvGrpSpPr>
          <p:cNvPr id="9" name="Group 8"/>
          <p:cNvGrpSpPr/>
          <p:nvPr userDrawn="1"/>
        </p:nvGrpSpPr>
        <p:grpSpPr>
          <a:xfrm>
            <a:off x="2979689" y="76751"/>
            <a:ext cx="3029101" cy="1142630"/>
            <a:chOff x="2823850" y="0"/>
            <a:chExt cx="3344655" cy="1448456"/>
          </a:xfrm>
        </p:grpSpPr>
        <p:pic>
          <p:nvPicPr>
            <p:cNvPr id="16" name="Picture 15" descr="Ethiopia_MOH"/>
            <p:cNvPicPr/>
            <p:nvPr userDrawn="1"/>
          </p:nvPicPr>
          <p:blipFill>
            <a:blip r:embed="rId4" cstate="print">
              <a:extLst>
                <a:ext uri="{28A0092B-C50C-407E-A947-70E740481C1C}">
                  <a14:useLocalDpi xmlns:a14="http://schemas.microsoft.com/office/drawing/2010/main" val="0"/>
                </a:ext>
              </a:extLst>
            </a:blip>
            <a:srcRect/>
            <a:stretch>
              <a:fillRect/>
            </a:stretch>
          </p:blipFill>
          <p:spPr bwMode="auto">
            <a:xfrm>
              <a:off x="3954364" y="0"/>
              <a:ext cx="1083629" cy="1033072"/>
            </a:xfrm>
            <a:prstGeom prst="ellipse">
              <a:avLst/>
            </a:prstGeom>
            <a:noFill/>
            <a:ln w="9525">
              <a:noFill/>
              <a:miter lim="800000"/>
              <a:headEnd/>
              <a:tailEnd/>
            </a:ln>
          </p:spPr>
        </p:pic>
        <p:sp>
          <p:nvSpPr>
            <p:cNvPr id="7" name="TextBox 6"/>
            <p:cNvSpPr txBox="1"/>
            <p:nvPr userDrawn="1"/>
          </p:nvSpPr>
          <p:spPr>
            <a:xfrm>
              <a:off x="2823850" y="1037574"/>
              <a:ext cx="3344655" cy="410882"/>
            </a:xfrm>
            <a:prstGeom prst="rect">
              <a:avLst/>
            </a:prstGeom>
            <a:noFill/>
          </p:spPr>
          <p:txBody>
            <a:bodyPr wrap="square" rtlCol="0">
              <a:spAutoFit/>
            </a:bodyPr>
            <a:lstStyle/>
            <a:p>
              <a:pPr algn="ctr">
                <a:lnSpc>
                  <a:spcPct val="115000"/>
                </a:lnSpc>
                <a:spcAft>
                  <a:spcPts val="1000"/>
                </a:spcAft>
              </a:pPr>
              <a:r>
                <a:rPr lang="en-US" sz="1800" smtClean="0">
                  <a:solidFill>
                    <a:srgbClr val="0066FF"/>
                  </a:solidFill>
                  <a:effectLst/>
                  <a:latin typeface="Britannic Bold" charset="0"/>
                  <a:ea typeface="Calibri" charset="0"/>
                  <a:cs typeface="Times New Roman" charset="0"/>
                </a:rPr>
                <a:t>Federal Ministry of Health</a:t>
              </a:r>
              <a:endParaRPr lang="en-US" sz="1600" smtClean="0">
                <a:effectLst/>
                <a:latin typeface="Calibri" charset="0"/>
                <a:ea typeface="Calibri" charset="0"/>
                <a:cs typeface="Times New Roman" charset="0"/>
              </a:endParaRPr>
            </a:p>
          </p:txBody>
        </p:sp>
      </p:grpSp>
    </p:spTree>
    <p:extLst>
      <p:ext uri="{BB962C8B-B14F-4D97-AF65-F5344CB8AC3E}">
        <p14:creationId xmlns:p14="http://schemas.microsoft.com/office/powerpoint/2010/main" val="171643888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bg>
      <p:bgPr>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circle">
            <a:fillToRect l="50000" t="-80000" r="50000" b="180000"/>
          </a:path>
          <a:tileRect/>
        </a:gradFill>
        <a:effectLst/>
      </p:bgPr>
    </p:bg>
    <p:spTree>
      <p:nvGrpSpPr>
        <p:cNvPr id="1" name=""/>
        <p:cNvGrpSpPr/>
        <p:nvPr/>
      </p:nvGrpSpPr>
      <p:grpSpPr>
        <a:xfrm>
          <a:off x="0" y="0"/>
          <a:ext cx="0" cy="0"/>
          <a:chOff x="0" y="0"/>
          <a:chExt cx="0" cy="0"/>
        </a:xfrm>
      </p:grpSpPr>
      <p:cxnSp>
        <p:nvCxnSpPr>
          <p:cNvPr id="7" name="Straight Connector 6"/>
          <p:cNvCxnSpPr/>
          <p:nvPr/>
        </p:nvCxnSpPr>
        <p:spPr>
          <a:xfrm>
            <a:off x="1278465" y="2356260"/>
            <a:ext cx="6595534"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a:xfrm>
            <a:off x="1176866" y="1030778"/>
            <a:ext cx="6798734" cy="1188426"/>
          </a:xfrm>
        </p:spPr>
        <p:txBody>
          <a:bodyPr>
            <a:noAutofit/>
          </a:bodyPr>
          <a:lstStyle>
            <a:lvl1pPr>
              <a:defRPr sz="4400" b="1" u="none"/>
            </a:lvl1pPr>
          </a:lstStyle>
          <a:p>
            <a:r>
              <a:rPr lang="en-US" smtClean="0"/>
              <a:t>Click to edit Master title style</a:t>
            </a:r>
            <a:endParaRPr lang="en-US" dirty="0"/>
          </a:p>
        </p:txBody>
      </p:sp>
      <p:sp>
        <p:nvSpPr>
          <p:cNvPr id="3" name="Content Placeholder 2"/>
          <p:cNvSpPr>
            <a:spLocks noGrp="1"/>
          </p:cNvSpPr>
          <p:nvPr>
            <p:ph idx="1"/>
          </p:nvPr>
        </p:nvSpPr>
        <p:spPr/>
        <p:txBody>
          <a:bodyPr>
            <a:normAutofit/>
          </a:bodyPr>
          <a:lstStyle>
            <a:lvl1pPr>
              <a:defRPr sz="3200"/>
            </a:lvl1pPr>
            <a:lvl2pPr>
              <a:defRPr sz="2800"/>
            </a:lvl2pPr>
            <a:lvl3pPr>
              <a:defRPr sz="2400"/>
            </a:lvl3pPr>
            <a:lvl4pPr>
              <a:defRPr sz="2000"/>
            </a:lvl4pPr>
            <a:lvl5pPr>
              <a:defRPr sz="18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a:xfrm>
            <a:off x="6356671" y="5960533"/>
            <a:ext cx="850200" cy="279400"/>
          </a:xfrm>
        </p:spPr>
        <p:txBody>
          <a:bodyPr/>
          <a:lstStyle/>
          <a:p>
            <a:fld id="{58888CBF-8E6A-FF4C-B61B-9224EAD071EB}" type="datetime1">
              <a:rPr lang="en-US" altLang="en-US" smtClean="0">
                <a:solidFill>
                  <a:prstClr val="black"/>
                </a:solidFill>
              </a:rPr>
              <a:pPr/>
              <a:t>29-Jun-17</a:t>
            </a:fld>
            <a:endParaRPr lang="en-US" altLang="en-US" dirty="0">
              <a:solidFill>
                <a:prstClr val="black"/>
              </a:solidFill>
            </a:endParaRPr>
          </a:p>
        </p:txBody>
      </p:sp>
      <p:sp>
        <p:nvSpPr>
          <p:cNvPr id="5" name="Footer Placeholder 4"/>
          <p:cNvSpPr>
            <a:spLocks noGrp="1"/>
          </p:cNvSpPr>
          <p:nvPr>
            <p:ph type="ftr" sz="quarter" idx="11"/>
          </p:nvPr>
        </p:nvSpPr>
        <p:spPr/>
        <p:txBody>
          <a:bodyPr/>
          <a:lstStyle/>
          <a:p>
            <a:r>
              <a:rPr lang="en-US" altLang="en-US" dirty="0" smtClean="0">
                <a:solidFill>
                  <a:prstClr val="black"/>
                </a:solidFill>
              </a:rPr>
              <a:t>National CRC training </a:t>
            </a:r>
            <a:endParaRPr lang="en-US" altLang="en-US" dirty="0">
              <a:solidFill>
                <a:prstClr val="black"/>
              </a:solidFill>
            </a:endParaRPr>
          </a:p>
        </p:txBody>
      </p:sp>
      <p:sp>
        <p:nvSpPr>
          <p:cNvPr id="6" name="Slide Number Placeholder 5"/>
          <p:cNvSpPr>
            <a:spLocks noGrp="1"/>
          </p:cNvSpPr>
          <p:nvPr>
            <p:ph type="sldNum" sz="quarter" idx="12"/>
          </p:nvPr>
        </p:nvSpPr>
        <p:spPr>
          <a:xfrm>
            <a:off x="7206871" y="5960533"/>
            <a:ext cx="724154" cy="279400"/>
          </a:xfrm>
        </p:spPr>
        <p:txBody>
          <a:bodyPr/>
          <a:lstStyle/>
          <a:p>
            <a:r>
              <a:rPr lang="en-US" altLang="en-US" dirty="0" smtClean="0">
                <a:solidFill>
                  <a:prstClr val="black"/>
                </a:solidFill>
              </a:rPr>
              <a:t>CH-I-</a:t>
            </a:r>
            <a:fld id="{3FB30F3C-053D-864C-B962-F2E761156877}" type="slidenum">
              <a:rPr lang="en-US" altLang="en-US" smtClean="0">
                <a:solidFill>
                  <a:prstClr val="black"/>
                </a:solidFill>
              </a:rPr>
              <a:pPr/>
              <a:t>‹#›</a:t>
            </a:fld>
            <a:endParaRPr lang="en-US" altLang="en-US" dirty="0">
              <a:solidFill>
                <a:prstClr val="black"/>
              </a:solidFill>
            </a:endParaRPr>
          </a:p>
        </p:txBody>
      </p:sp>
      <p:grpSp>
        <p:nvGrpSpPr>
          <p:cNvPr id="8" name="Group 7"/>
          <p:cNvGrpSpPr/>
          <p:nvPr userDrawn="1"/>
        </p:nvGrpSpPr>
        <p:grpSpPr>
          <a:xfrm>
            <a:off x="3372583" y="37322"/>
            <a:ext cx="2407298" cy="1306286"/>
            <a:chOff x="2823850" y="0"/>
            <a:chExt cx="3344655" cy="1951286"/>
          </a:xfrm>
        </p:grpSpPr>
        <p:pic>
          <p:nvPicPr>
            <p:cNvPr id="9" name="Picture 8" descr="Ethiopia_MOH"/>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3954364" y="0"/>
              <a:ext cx="1083629" cy="1033072"/>
            </a:xfrm>
            <a:prstGeom prst="ellipse">
              <a:avLst/>
            </a:prstGeom>
            <a:noFill/>
            <a:ln w="9525">
              <a:noFill/>
              <a:miter lim="800000"/>
              <a:headEnd/>
              <a:tailEnd/>
            </a:ln>
          </p:spPr>
        </p:pic>
        <p:sp>
          <p:nvSpPr>
            <p:cNvPr id="10" name="TextBox 9"/>
            <p:cNvSpPr txBox="1"/>
            <p:nvPr userDrawn="1"/>
          </p:nvSpPr>
          <p:spPr>
            <a:xfrm>
              <a:off x="2823850" y="1037574"/>
              <a:ext cx="3344655" cy="913712"/>
            </a:xfrm>
            <a:prstGeom prst="rect">
              <a:avLst/>
            </a:prstGeom>
            <a:noFill/>
          </p:spPr>
          <p:txBody>
            <a:bodyPr wrap="square" rtlCol="0">
              <a:spAutoFit/>
            </a:bodyPr>
            <a:lstStyle/>
            <a:p>
              <a:pPr algn="ctr">
                <a:lnSpc>
                  <a:spcPct val="115000"/>
                </a:lnSpc>
                <a:spcAft>
                  <a:spcPts val="1000"/>
                </a:spcAft>
              </a:pPr>
              <a:r>
                <a:rPr lang="en-US" sz="1100" dirty="0" smtClean="0">
                  <a:solidFill>
                    <a:srgbClr val="0066FF"/>
                  </a:solidFill>
                  <a:effectLst/>
                  <a:latin typeface="Britannic Bold" charset="0"/>
                  <a:ea typeface="Calibri" charset="0"/>
                  <a:cs typeface="Times New Roman" charset="0"/>
                </a:rPr>
                <a:t>Federal Ministry of Health</a:t>
              </a:r>
              <a:endParaRPr lang="en-US" sz="1100" dirty="0" smtClean="0">
                <a:effectLst/>
                <a:latin typeface="Calibri" charset="0"/>
                <a:ea typeface="Calibri" charset="0"/>
                <a:cs typeface="Times New Roman" charset="0"/>
              </a:endParaRPr>
            </a:p>
          </p:txBody>
        </p:sp>
      </p:grpSp>
    </p:spTree>
    <p:extLst>
      <p:ext uri="{BB962C8B-B14F-4D97-AF65-F5344CB8AC3E}">
        <p14:creationId xmlns:p14="http://schemas.microsoft.com/office/powerpoint/2010/main" val="104056046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Pr>
        <a:gradFill>
          <a:gsLst>
            <a:gs pos="0">
              <a:schemeClr val="accent1">
                <a:lumMod val="0"/>
                <a:lumOff val="100000"/>
              </a:schemeClr>
            </a:gs>
            <a:gs pos="35000">
              <a:schemeClr val="accent1">
                <a:lumMod val="0"/>
                <a:lumOff val="100000"/>
              </a:schemeClr>
            </a:gs>
            <a:gs pos="100000">
              <a:schemeClr val="accent1">
                <a:lumMod val="100000"/>
              </a:schemeClr>
            </a:gs>
          </a:gsLst>
          <a:path path="circle">
            <a:fillToRect l="50000" t="-80000" r="50000" b="180000"/>
          </a:path>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278465" y="1641413"/>
            <a:ext cx="6595534" cy="1822514"/>
          </a:xfrm>
        </p:spPr>
        <p:txBody>
          <a:bodyPr anchor="b">
            <a:normAutofit/>
          </a:bodyPr>
          <a:lstStyle>
            <a:lvl1pPr algn="ctr">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278465" y="3734859"/>
            <a:ext cx="6595534" cy="1090015"/>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27F222C-BE2A-F444-8A5C-7D05C0390F8B}" type="datetime1">
              <a:rPr lang="en-US" altLang="en-US" smtClean="0">
                <a:solidFill>
                  <a:prstClr val="black"/>
                </a:solidFill>
              </a:rPr>
              <a:pPr/>
              <a:t>29-Jun-17</a:t>
            </a:fld>
            <a:endParaRPr lang="en-US" altLang="en-US">
              <a:solidFill>
                <a:prstClr val="black"/>
              </a:solidFill>
            </a:endParaRPr>
          </a:p>
        </p:txBody>
      </p:sp>
      <p:sp>
        <p:nvSpPr>
          <p:cNvPr id="5" name="Footer Placeholder 4"/>
          <p:cNvSpPr>
            <a:spLocks noGrp="1"/>
          </p:cNvSpPr>
          <p:nvPr>
            <p:ph type="ftr" sz="quarter" idx="11"/>
          </p:nvPr>
        </p:nvSpPr>
        <p:spPr/>
        <p:txBody>
          <a:bodyPr/>
          <a:lstStyle/>
          <a:p>
            <a:r>
              <a:rPr lang="en-US" altLang="en-US" dirty="0" smtClean="0">
                <a:solidFill>
                  <a:prstClr val="black"/>
                </a:solidFill>
              </a:rPr>
              <a:t>National CRC training </a:t>
            </a:r>
            <a:endParaRPr lang="en-US" altLang="en-US" dirty="0">
              <a:solidFill>
                <a:prstClr val="black"/>
              </a:solidFill>
            </a:endParaRPr>
          </a:p>
        </p:txBody>
      </p:sp>
      <p:sp>
        <p:nvSpPr>
          <p:cNvPr id="6" name="Slide Number Placeholder 5"/>
          <p:cNvSpPr>
            <a:spLocks noGrp="1"/>
          </p:cNvSpPr>
          <p:nvPr>
            <p:ph type="sldNum" sz="quarter" idx="12"/>
          </p:nvPr>
        </p:nvSpPr>
        <p:spPr>
          <a:xfrm>
            <a:off x="7580091" y="5960533"/>
            <a:ext cx="865640" cy="279400"/>
          </a:xfrm>
        </p:spPr>
        <p:txBody>
          <a:bodyPr/>
          <a:lstStyle/>
          <a:p>
            <a:r>
              <a:rPr lang="en-US" altLang="en-US" smtClean="0">
                <a:solidFill>
                  <a:prstClr val="black"/>
                </a:solidFill>
              </a:rPr>
              <a:t>CH-I-</a:t>
            </a:r>
            <a:fld id="{EA6F0968-608B-9B45-B887-1974F736E627}" type="slidenum">
              <a:rPr lang="en-US" altLang="en-US" smtClean="0">
                <a:solidFill>
                  <a:prstClr val="black"/>
                </a:solidFill>
              </a:rPr>
              <a:pPr/>
              <a:t>‹#›</a:t>
            </a:fld>
            <a:endParaRPr lang="en-US" altLang="en-US" dirty="0">
              <a:solidFill>
                <a:prstClr val="black"/>
              </a:solidFill>
            </a:endParaRPr>
          </a:p>
        </p:txBody>
      </p:sp>
      <p:cxnSp>
        <p:nvCxnSpPr>
          <p:cNvPr id="31" name="Straight Connector 30"/>
          <p:cNvCxnSpPr/>
          <p:nvPr/>
        </p:nvCxnSpPr>
        <p:spPr>
          <a:xfrm>
            <a:off x="1278466" y="3599392"/>
            <a:ext cx="6595533" cy="0"/>
          </a:xfrm>
          <a:prstGeom prst="line">
            <a:avLst/>
          </a:prstGeom>
          <a:ln w="15875"/>
        </p:spPr>
        <p:style>
          <a:lnRef idx="2">
            <a:schemeClr val="accent1"/>
          </a:lnRef>
          <a:fillRef idx="0">
            <a:schemeClr val="accent1"/>
          </a:fillRef>
          <a:effectRef idx="1">
            <a:schemeClr val="accent1"/>
          </a:effectRef>
          <a:fontRef idx="minor">
            <a:schemeClr val="tx1"/>
          </a:fontRef>
        </p:style>
      </p:cxnSp>
      <p:grpSp>
        <p:nvGrpSpPr>
          <p:cNvPr id="8" name="Group 7"/>
          <p:cNvGrpSpPr/>
          <p:nvPr userDrawn="1"/>
        </p:nvGrpSpPr>
        <p:grpSpPr>
          <a:xfrm>
            <a:off x="3372583" y="335127"/>
            <a:ext cx="2407298" cy="1306286"/>
            <a:chOff x="2823850" y="0"/>
            <a:chExt cx="3344655" cy="1951286"/>
          </a:xfrm>
        </p:grpSpPr>
        <p:pic>
          <p:nvPicPr>
            <p:cNvPr id="9" name="Picture 8" descr="Ethiopia_MOH"/>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3954364" y="0"/>
              <a:ext cx="1083629" cy="1033072"/>
            </a:xfrm>
            <a:prstGeom prst="ellipse">
              <a:avLst/>
            </a:prstGeom>
            <a:noFill/>
            <a:ln w="9525">
              <a:noFill/>
              <a:miter lim="800000"/>
              <a:headEnd/>
              <a:tailEnd/>
            </a:ln>
          </p:spPr>
        </p:pic>
        <p:sp>
          <p:nvSpPr>
            <p:cNvPr id="10" name="TextBox 9"/>
            <p:cNvSpPr txBox="1"/>
            <p:nvPr userDrawn="1"/>
          </p:nvSpPr>
          <p:spPr>
            <a:xfrm>
              <a:off x="2823850" y="1037574"/>
              <a:ext cx="3344655" cy="913712"/>
            </a:xfrm>
            <a:prstGeom prst="rect">
              <a:avLst/>
            </a:prstGeom>
            <a:noFill/>
          </p:spPr>
          <p:txBody>
            <a:bodyPr wrap="square" rtlCol="0">
              <a:spAutoFit/>
            </a:bodyPr>
            <a:lstStyle/>
            <a:p>
              <a:pPr algn="ctr">
                <a:lnSpc>
                  <a:spcPct val="115000"/>
                </a:lnSpc>
                <a:spcAft>
                  <a:spcPts val="1000"/>
                </a:spcAft>
              </a:pPr>
              <a:r>
                <a:rPr lang="en-US" sz="1100" dirty="0" smtClean="0">
                  <a:solidFill>
                    <a:srgbClr val="0066FF"/>
                  </a:solidFill>
                  <a:effectLst/>
                  <a:latin typeface="Britannic Bold" charset="0"/>
                  <a:ea typeface="Calibri" charset="0"/>
                  <a:cs typeface="Times New Roman" charset="0"/>
                </a:rPr>
                <a:t>Federal Ministry of Health</a:t>
              </a:r>
              <a:endParaRPr lang="en-US" sz="1100" dirty="0" smtClean="0">
                <a:effectLst/>
                <a:latin typeface="Calibri" charset="0"/>
                <a:ea typeface="Calibri" charset="0"/>
                <a:cs typeface="Times New Roman" charset="0"/>
              </a:endParaRPr>
            </a:p>
          </p:txBody>
        </p:sp>
      </p:grpSp>
    </p:spTree>
    <p:extLst>
      <p:ext uri="{BB962C8B-B14F-4D97-AF65-F5344CB8AC3E}">
        <p14:creationId xmlns:p14="http://schemas.microsoft.com/office/powerpoint/2010/main" val="17403977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bg>
      <p:bgPr>
        <a:gradFill>
          <a:gsLst>
            <a:gs pos="0">
              <a:schemeClr val="accent1">
                <a:lumMod val="0"/>
                <a:lumOff val="100000"/>
              </a:schemeClr>
            </a:gs>
            <a:gs pos="35000">
              <a:schemeClr val="accent1">
                <a:lumMod val="0"/>
                <a:lumOff val="100000"/>
              </a:schemeClr>
            </a:gs>
            <a:gs pos="100000">
              <a:schemeClr val="accent1">
                <a:lumMod val="100000"/>
              </a:schemeClr>
            </a:gs>
          </a:gsLst>
          <a:path path="circle">
            <a:fillToRect l="50000" t="-80000" r="50000" b="180000"/>
          </a:path>
        </a:gradFill>
        <a:effectLst/>
      </p:bgPr>
    </p:bg>
    <p:spTree>
      <p:nvGrpSpPr>
        <p:cNvPr id="1" name=""/>
        <p:cNvGrpSpPr/>
        <p:nvPr/>
      </p:nvGrpSpPr>
      <p:grpSpPr>
        <a:xfrm>
          <a:off x="0" y="0"/>
          <a:ext cx="0" cy="0"/>
          <a:chOff x="0" y="0"/>
          <a:chExt cx="0" cy="0"/>
        </a:xfrm>
      </p:grpSpPr>
      <p:cxnSp>
        <p:nvCxnSpPr>
          <p:cNvPr id="8" name="Straight Connector 7"/>
          <p:cNvCxnSpPr/>
          <p:nvPr/>
        </p:nvCxnSpPr>
        <p:spPr>
          <a:xfrm>
            <a:off x="1278465" y="2356260"/>
            <a:ext cx="6595534"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a:xfrm>
            <a:off x="1176866" y="915337"/>
            <a:ext cx="6798734" cy="1303867"/>
          </a:xfrm>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176866" y="2487168"/>
            <a:ext cx="3337560" cy="3447288"/>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645152" y="2487168"/>
            <a:ext cx="3337560" cy="3447288"/>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a:xfrm>
            <a:off x="5902036" y="5960533"/>
            <a:ext cx="1148283" cy="279400"/>
          </a:xfrm>
        </p:spPr>
        <p:txBody>
          <a:bodyPr/>
          <a:lstStyle/>
          <a:p>
            <a:fld id="{A02B8DCB-40AB-2745-8952-E8154995B2C3}" type="datetime1">
              <a:rPr lang="en-US" altLang="en-US" smtClean="0">
                <a:solidFill>
                  <a:prstClr val="black"/>
                </a:solidFill>
              </a:rPr>
              <a:pPr/>
              <a:t>29-Jun-17</a:t>
            </a:fld>
            <a:endParaRPr lang="en-US" altLang="en-US" dirty="0">
              <a:solidFill>
                <a:prstClr val="black"/>
              </a:solidFill>
            </a:endParaRPr>
          </a:p>
        </p:txBody>
      </p:sp>
      <p:sp>
        <p:nvSpPr>
          <p:cNvPr id="6" name="Footer Placeholder 5"/>
          <p:cNvSpPr>
            <a:spLocks noGrp="1"/>
          </p:cNvSpPr>
          <p:nvPr>
            <p:ph type="ftr" sz="quarter" idx="11"/>
          </p:nvPr>
        </p:nvSpPr>
        <p:spPr>
          <a:xfrm>
            <a:off x="1176865" y="5960533"/>
            <a:ext cx="4725171" cy="279400"/>
          </a:xfrm>
        </p:spPr>
        <p:txBody>
          <a:bodyPr/>
          <a:lstStyle/>
          <a:p>
            <a:r>
              <a:rPr lang="en-US" altLang="en-US" smtClean="0">
                <a:solidFill>
                  <a:prstClr val="black"/>
                </a:solidFill>
              </a:rPr>
              <a:t>National CRC training </a:t>
            </a:r>
            <a:endParaRPr lang="en-US" altLang="en-US">
              <a:solidFill>
                <a:prstClr val="black"/>
              </a:solidFill>
            </a:endParaRPr>
          </a:p>
        </p:txBody>
      </p:sp>
      <p:sp>
        <p:nvSpPr>
          <p:cNvPr id="7" name="Slide Number Placeholder 6"/>
          <p:cNvSpPr>
            <a:spLocks noGrp="1"/>
          </p:cNvSpPr>
          <p:nvPr>
            <p:ph type="sldNum" sz="quarter" idx="12"/>
          </p:nvPr>
        </p:nvSpPr>
        <p:spPr>
          <a:xfrm>
            <a:off x="7050319" y="5960533"/>
            <a:ext cx="925282" cy="279400"/>
          </a:xfrm>
        </p:spPr>
        <p:txBody>
          <a:bodyPr/>
          <a:lstStyle/>
          <a:p>
            <a:r>
              <a:rPr lang="en-US" altLang="en-US" dirty="0" smtClean="0">
                <a:solidFill>
                  <a:prstClr val="black"/>
                </a:solidFill>
              </a:rPr>
              <a:t>CH-I-</a:t>
            </a:r>
            <a:fld id="{C28A11DA-0D0F-ED44-BDBE-29B644A10FAD}" type="slidenum">
              <a:rPr lang="en-US" altLang="en-US" smtClean="0">
                <a:solidFill>
                  <a:prstClr val="black"/>
                </a:solidFill>
              </a:rPr>
              <a:pPr/>
              <a:t>‹#›</a:t>
            </a:fld>
            <a:endParaRPr lang="en-US" altLang="en-US" dirty="0">
              <a:solidFill>
                <a:prstClr val="black"/>
              </a:solidFill>
            </a:endParaRPr>
          </a:p>
        </p:txBody>
      </p:sp>
      <p:grpSp>
        <p:nvGrpSpPr>
          <p:cNvPr id="9" name="Group 8"/>
          <p:cNvGrpSpPr/>
          <p:nvPr userDrawn="1"/>
        </p:nvGrpSpPr>
        <p:grpSpPr>
          <a:xfrm>
            <a:off x="3372583" y="128212"/>
            <a:ext cx="2407298" cy="1306286"/>
            <a:chOff x="2823850" y="0"/>
            <a:chExt cx="3344655" cy="1951286"/>
          </a:xfrm>
        </p:grpSpPr>
        <p:pic>
          <p:nvPicPr>
            <p:cNvPr id="10" name="Picture 9" descr="Ethiopia_MOH"/>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3954364" y="0"/>
              <a:ext cx="1083629" cy="1033072"/>
            </a:xfrm>
            <a:prstGeom prst="ellipse">
              <a:avLst/>
            </a:prstGeom>
            <a:noFill/>
            <a:ln w="9525">
              <a:noFill/>
              <a:miter lim="800000"/>
              <a:headEnd/>
              <a:tailEnd/>
            </a:ln>
          </p:spPr>
        </p:pic>
        <p:sp>
          <p:nvSpPr>
            <p:cNvPr id="11" name="TextBox 10"/>
            <p:cNvSpPr txBox="1"/>
            <p:nvPr userDrawn="1"/>
          </p:nvSpPr>
          <p:spPr>
            <a:xfrm>
              <a:off x="2823850" y="1037574"/>
              <a:ext cx="3344655" cy="913712"/>
            </a:xfrm>
            <a:prstGeom prst="rect">
              <a:avLst/>
            </a:prstGeom>
            <a:noFill/>
          </p:spPr>
          <p:txBody>
            <a:bodyPr wrap="square" rtlCol="0">
              <a:spAutoFit/>
            </a:bodyPr>
            <a:lstStyle/>
            <a:p>
              <a:pPr algn="ctr">
                <a:lnSpc>
                  <a:spcPct val="115000"/>
                </a:lnSpc>
                <a:spcAft>
                  <a:spcPts val="1000"/>
                </a:spcAft>
              </a:pPr>
              <a:r>
                <a:rPr lang="en-US" sz="1100" dirty="0" smtClean="0">
                  <a:solidFill>
                    <a:srgbClr val="0066FF"/>
                  </a:solidFill>
                  <a:effectLst/>
                  <a:latin typeface="Britannic Bold" charset="0"/>
                  <a:ea typeface="Calibri" charset="0"/>
                  <a:cs typeface="Times New Roman" charset="0"/>
                </a:rPr>
                <a:t>Federal Ministry of Health</a:t>
              </a:r>
              <a:endParaRPr lang="en-US" sz="1100" dirty="0" smtClean="0">
                <a:effectLst/>
                <a:latin typeface="Calibri" charset="0"/>
                <a:ea typeface="Calibri" charset="0"/>
                <a:cs typeface="Times New Roman" charset="0"/>
              </a:endParaRPr>
            </a:p>
          </p:txBody>
        </p:sp>
      </p:grpSp>
    </p:spTree>
    <p:extLst>
      <p:ext uri="{BB962C8B-B14F-4D97-AF65-F5344CB8AC3E}">
        <p14:creationId xmlns:p14="http://schemas.microsoft.com/office/powerpoint/2010/main" val="21374431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1176868" y="2658533"/>
            <a:ext cx="3337560"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1176868" y="3243263"/>
            <a:ext cx="3337560" cy="2706624"/>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1832" y="2658533"/>
            <a:ext cx="3337560"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1832" y="3243263"/>
            <a:ext cx="3337560" cy="2706624"/>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5B057168-DD96-D547-A1D8-B9B375905A6F}" type="datetime1">
              <a:rPr lang="en-US" altLang="en-US" smtClean="0">
                <a:solidFill>
                  <a:prstClr val="black"/>
                </a:solidFill>
              </a:rPr>
              <a:pPr/>
              <a:t>29-Jun-17</a:t>
            </a:fld>
            <a:endParaRPr lang="en-US" altLang="en-US">
              <a:solidFill>
                <a:prstClr val="black"/>
              </a:solidFill>
            </a:endParaRPr>
          </a:p>
        </p:txBody>
      </p:sp>
      <p:sp>
        <p:nvSpPr>
          <p:cNvPr id="8" name="Footer Placeholder 7"/>
          <p:cNvSpPr>
            <a:spLocks noGrp="1"/>
          </p:cNvSpPr>
          <p:nvPr>
            <p:ph type="ftr" sz="quarter" idx="11"/>
          </p:nvPr>
        </p:nvSpPr>
        <p:spPr/>
        <p:txBody>
          <a:bodyPr/>
          <a:lstStyle/>
          <a:p>
            <a:r>
              <a:rPr lang="en-US" altLang="en-US" smtClean="0">
                <a:solidFill>
                  <a:prstClr val="black"/>
                </a:solidFill>
              </a:rPr>
              <a:t>National CRC training </a:t>
            </a:r>
            <a:endParaRPr lang="en-US" altLang="en-US">
              <a:solidFill>
                <a:prstClr val="black"/>
              </a:solidFill>
            </a:endParaRPr>
          </a:p>
        </p:txBody>
      </p:sp>
      <p:sp>
        <p:nvSpPr>
          <p:cNvPr id="9" name="Slide Number Placeholder 8"/>
          <p:cNvSpPr>
            <a:spLocks noGrp="1"/>
          </p:cNvSpPr>
          <p:nvPr>
            <p:ph type="sldNum" sz="quarter" idx="12"/>
          </p:nvPr>
        </p:nvSpPr>
        <p:spPr/>
        <p:txBody>
          <a:bodyPr/>
          <a:lstStyle/>
          <a:p>
            <a:fld id="{0742B81B-1B66-2845-AB93-0F52B5001E07}" type="slidenum">
              <a:rPr lang="en-US" altLang="en-US" smtClean="0">
                <a:solidFill>
                  <a:prstClr val="black"/>
                </a:solidFill>
              </a:rPr>
              <a:pPr/>
              <a:t>‹#›</a:t>
            </a:fld>
            <a:endParaRPr lang="en-US" altLang="en-US">
              <a:solidFill>
                <a:prstClr val="black"/>
              </a:solidFill>
            </a:endParaRPr>
          </a:p>
        </p:txBody>
      </p:sp>
      <p:cxnSp>
        <p:nvCxnSpPr>
          <p:cNvPr id="41" name="Straight Connector 40"/>
          <p:cNvCxnSpPr/>
          <p:nvPr/>
        </p:nvCxnSpPr>
        <p:spPr>
          <a:xfrm>
            <a:off x="1278466" y="2354670"/>
            <a:ext cx="6595534"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90138177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bg>
      <p:bgPr>
        <a:gradFill>
          <a:gsLst>
            <a:gs pos="0">
              <a:schemeClr val="accent1">
                <a:lumMod val="0"/>
                <a:lumOff val="100000"/>
              </a:schemeClr>
            </a:gs>
            <a:gs pos="35000">
              <a:schemeClr val="accent1">
                <a:lumMod val="0"/>
                <a:lumOff val="100000"/>
              </a:schemeClr>
            </a:gs>
            <a:gs pos="100000">
              <a:schemeClr val="accent1">
                <a:lumMod val="100000"/>
              </a:schemeClr>
            </a:gs>
          </a:gsLst>
          <a:path path="circle">
            <a:fillToRect l="50000" t="-80000" r="50000" b="180000"/>
          </a:path>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176865" y="915337"/>
            <a:ext cx="6798735" cy="1303867"/>
          </a:xfrm>
        </p:spPr>
        <p:txBody>
          <a:bodyPr/>
          <a:lstStyle/>
          <a:p>
            <a:r>
              <a:rPr lang="en-US" smtClean="0"/>
              <a:t>Click to edit Master title style</a:t>
            </a:r>
            <a:endParaRPr lang="en-US" dirty="0"/>
          </a:p>
        </p:txBody>
      </p:sp>
      <p:sp>
        <p:nvSpPr>
          <p:cNvPr id="3" name="Date Placeholder 2"/>
          <p:cNvSpPr>
            <a:spLocks noGrp="1"/>
          </p:cNvSpPr>
          <p:nvPr>
            <p:ph type="dt" sz="half" idx="10"/>
          </p:nvPr>
        </p:nvSpPr>
        <p:spPr>
          <a:xfrm>
            <a:off x="5824662" y="5960533"/>
            <a:ext cx="1148283" cy="279400"/>
          </a:xfrm>
        </p:spPr>
        <p:txBody>
          <a:bodyPr/>
          <a:lstStyle/>
          <a:p>
            <a:fld id="{75308496-BBD4-0849-A672-712274D54530}" type="datetime1">
              <a:rPr lang="en-US" altLang="en-US" smtClean="0">
                <a:solidFill>
                  <a:prstClr val="black"/>
                </a:solidFill>
              </a:rPr>
              <a:pPr/>
              <a:t>29-Jun-17</a:t>
            </a:fld>
            <a:endParaRPr lang="en-US" altLang="en-US">
              <a:solidFill>
                <a:prstClr val="black"/>
              </a:solidFill>
            </a:endParaRPr>
          </a:p>
        </p:txBody>
      </p:sp>
      <p:sp>
        <p:nvSpPr>
          <p:cNvPr id="4" name="Footer Placeholder 3"/>
          <p:cNvSpPr>
            <a:spLocks noGrp="1"/>
          </p:cNvSpPr>
          <p:nvPr>
            <p:ph type="ftr" sz="quarter" idx="11"/>
          </p:nvPr>
        </p:nvSpPr>
        <p:spPr>
          <a:xfrm>
            <a:off x="1176866" y="5960533"/>
            <a:ext cx="4603016" cy="279400"/>
          </a:xfrm>
        </p:spPr>
        <p:txBody>
          <a:bodyPr/>
          <a:lstStyle/>
          <a:p>
            <a:r>
              <a:rPr lang="en-US" altLang="en-US" smtClean="0">
                <a:solidFill>
                  <a:prstClr val="black"/>
                </a:solidFill>
              </a:rPr>
              <a:t>National CRC training </a:t>
            </a:r>
            <a:endParaRPr lang="en-US" altLang="en-US">
              <a:solidFill>
                <a:prstClr val="black"/>
              </a:solidFill>
            </a:endParaRPr>
          </a:p>
        </p:txBody>
      </p:sp>
      <p:sp>
        <p:nvSpPr>
          <p:cNvPr id="5" name="Slide Number Placeholder 4"/>
          <p:cNvSpPr>
            <a:spLocks noGrp="1"/>
          </p:cNvSpPr>
          <p:nvPr>
            <p:ph type="sldNum" sz="quarter" idx="12"/>
          </p:nvPr>
        </p:nvSpPr>
        <p:spPr>
          <a:xfrm>
            <a:off x="7017725" y="5960533"/>
            <a:ext cx="957876" cy="279400"/>
          </a:xfrm>
        </p:spPr>
        <p:txBody>
          <a:bodyPr/>
          <a:lstStyle/>
          <a:p>
            <a:r>
              <a:rPr lang="en-US" altLang="en-US" dirty="0" smtClean="0">
                <a:solidFill>
                  <a:prstClr val="black"/>
                </a:solidFill>
              </a:rPr>
              <a:t>CH-I-</a:t>
            </a:r>
            <a:fld id="{3C561990-EC96-DB44-A9C3-A4966711F1EC}" type="slidenum">
              <a:rPr lang="en-US" altLang="en-US" smtClean="0">
                <a:solidFill>
                  <a:prstClr val="black"/>
                </a:solidFill>
              </a:rPr>
              <a:pPr/>
              <a:t>‹#›</a:t>
            </a:fld>
            <a:endParaRPr lang="en-US" altLang="en-US" dirty="0">
              <a:solidFill>
                <a:prstClr val="black"/>
              </a:solidFill>
            </a:endParaRPr>
          </a:p>
        </p:txBody>
      </p:sp>
      <p:cxnSp>
        <p:nvCxnSpPr>
          <p:cNvPr id="14" name="Straight Connector 13"/>
          <p:cNvCxnSpPr/>
          <p:nvPr/>
        </p:nvCxnSpPr>
        <p:spPr>
          <a:xfrm>
            <a:off x="1278466" y="2354670"/>
            <a:ext cx="6595534" cy="0"/>
          </a:xfrm>
          <a:prstGeom prst="line">
            <a:avLst/>
          </a:prstGeom>
          <a:ln w="15875"/>
        </p:spPr>
        <p:style>
          <a:lnRef idx="2">
            <a:schemeClr val="accent1"/>
          </a:lnRef>
          <a:fillRef idx="0">
            <a:schemeClr val="accent1"/>
          </a:fillRef>
          <a:effectRef idx="1">
            <a:schemeClr val="accent1"/>
          </a:effectRef>
          <a:fontRef idx="minor">
            <a:schemeClr val="tx1"/>
          </a:fontRef>
        </p:style>
      </p:cxnSp>
      <p:grpSp>
        <p:nvGrpSpPr>
          <p:cNvPr id="7" name="Group 6"/>
          <p:cNvGrpSpPr/>
          <p:nvPr userDrawn="1"/>
        </p:nvGrpSpPr>
        <p:grpSpPr>
          <a:xfrm>
            <a:off x="3372583" y="0"/>
            <a:ext cx="2407298" cy="1306286"/>
            <a:chOff x="2823850" y="0"/>
            <a:chExt cx="3344655" cy="1951286"/>
          </a:xfrm>
        </p:grpSpPr>
        <p:pic>
          <p:nvPicPr>
            <p:cNvPr id="8" name="Picture 7" descr="Ethiopia_MOH"/>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3954364" y="0"/>
              <a:ext cx="1083629" cy="1033072"/>
            </a:xfrm>
            <a:prstGeom prst="ellipse">
              <a:avLst/>
            </a:prstGeom>
            <a:noFill/>
            <a:ln w="9525">
              <a:noFill/>
              <a:miter lim="800000"/>
              <a:headEnd/>
              <a:tailEnd/>
            </a:ln>
          </p:spPr>
        </p:pic>
        <p:sp>
          <p:nvSpPr>
            <p:cNvPr id="9" name="TextBox 8"/>
            <p:cNvSpPr txBox="1"/>
            <p:nvPr userDrawn="1"/>
          </p:nvSpPr>
          <p:spPr>
            <a:xfrm>
              <a:off x="2823850" y="1037574"/>
              <a:ext cx="3344655" cy="913712"/>
            </a:xfrm>
            <a:prstGeom prst="rect">
              <a:avLst/>
            </a:prstGeom>
            <a:noFill/>
          </p:spPr>
          <p:txBody>
            <a:bodyPr wrap="square" rtlCol="0">
              <a:spAutoFit/>
            </a:bodyPr>
            <a:lstStyle/>
            <a:p>
              <a:pPr algn="ctr">
                <a:lnSpc>
                  <a:spcPct val="115000"/>
                </a:lnSpc>
                <a:spcAft>
                  <a:spcPts val="1000"/>
                </a:spcAft>
              </a:pPr>
              <a:r>
                <a:rPr lang="en-US" sz="1100" dirty="0" smtClean="0">
                  <a:solidFill>
                    <a:srgbClr val="0066FF"/>
                  </a:solidFill>
                  <a:effectLst/>
                  <a:latin typeface="Britannic Bold" charset="0"/>
                  <a:ea typeface="Calibri" charset="0"/>
                  <a:cs typeface="Times New Roman" charset="0"/>
                </a:rPr>
                <a:t>Federal Ministry of Health</a:t>
              </a:r>
              <a:endParaRPr lang="en-US" sz="1100" dirty="0" smtClean="0">
                <a:effectLst/>
                <a:latin typeface="Calibri" charset="0"/>
                <a:ea typeface="Calibri" charset="0"/>
                <a:cs typeface="Times New Roman" charset="0"/>
              </a:endParaRPr>
            </a:p>
          </p:txBody>
        </p:sp>
      </p:grpSp>
    </p:spTree>
    <p:extLst>
      <p:ext uri="{BB962C8B-B14F-4D97-AF65-F5344CB8AC3E}">
        <p14:creationId xmlns:p14="http://schemas.microsoft.com/office/powerpoint/2010/main" val="11737624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BF4C899-483E-EF49-951C-A0906AEB4582}" type="datetime1">
              <a:rPr lang="en-US" altLang="en-US" smtClean="0">
                <a:solidFill>
                  <a:prstClr val="black"/>
                </a:solidFill>
              </a:rPr>
              <a:pPr/>
              <a:t>29-Jun-17</a:t>
            </a:fld>
            <a:endParaRPr lang="en-US" altLang="en-US">
              <a:solidFill>
                <a:prstClr val="black"/>
              </a:solidFill>
            </a:endParaRPr>
          </a:p>
        </p:txBody>
      </p:sp>
      <p:sp>
        <p:nvSpPr>
          <p:cNvPr id="3" name="Footer Placeholder 2"/>
          <p:cNvSpPr>
            <a:spLocks noGrp="1"/>
          </p:cNvSpPr>
          <p:nvPr>
            <p:ph type="ftr" sz="quarter" idx="11"/>
          </p:nvPr>
        </p:nvSpPr>
        <p:spPr/>
        <p:txBody>
          <a:bodyPr/>
          <a:lstStyle/>
          <a:p>
            <a:r>
              <a:rPr lang="en-US" altLang="en-US" smtClean="0">
                <a:solidFill>
                  <a:prstClr val="black"/>
                </a:solidFill>
              </a:rPr>
              <a:t>National CRC training </a:t>
            </a:r>
            <a:endParaRPr lang="en-US" altLang="en-US">
              <a:solidFill>
                <a:prstClr val="black"/>
              </a:solidFill>
            </a:endParaRPr>
          </a:p>
        </p:txBody>
      </p:sp>
      <p:sp>
        <p:nvSpPr>
          <p:cNvPr id="4" name="Slide Number Placeholder 3"/>
          <p:cNvSpPr>
            <a:spLocks noGrp="1"/>
          </p:cNvSpPr>
          <p:nvPr>
            <p:ph type="sldNum" sz="quarter" idx="12"/>
          </p:nvPr>
        </p:nvSpPr>
        <p:spPr/>
        <p:txBody>
          <a:bodyPr/>
          <a:lstStyle/>
          <a:p>
            <a:fld id="{B4B23F3C-0195-2548-BB68-610F011F251E}" type="slidenum">
              <a:rPr lang="en-US" altLang="en-US" smtClean="0">
                <a:solidFill>
                  <a:prstClr val="black"/>
                </a:solidFill>
              </a:rPr>
              <a:pPr/>
              <a:t>‹#›</a:t>
            </a:fld>
            <a:endParaRPr lang="en-US" altLang="en-US">
              <a:solidFill>
                <a:prstClr val="black"/>
              </a:solidFill>
            </a:endParaRPr>
          </a:p>
        </p:txBody>
      </p:sp>
    </p:spTree>
    <p:extLst>
      <p:ext uri="{BB962C8B-B14F-4D97-AF65-F5344CB8AC3E}">
        <p14:creationId xmlns:p14="http://schemas.microsoft.com/office/powerpoint/2010/main" val="6407494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76865" y="1388534"/>
            <a:ext cx="2536798" cy="1371600"/>
          </a:xfrm>
        </p:spPr>
        <p:txBody>
          <a:bodyPr anchor="b">
            <a:normAutofit/>
          </a:bodyPr>
          <a:lstStyle>
            <a:lvl1pPr algn="ctr">
              <a:defRPr sz="2400" b="0"/>
            </a:lvl1pPr>
          </a:lstStyle>
          <a:p>
            <a:r>
              <a:rPr lang="en-US" smtClean="0"/>
              <a:t>Click to edit Master title style</a:t>
            </a:r>
            <a:endParaRPr lang="en-US" dirty="0"/>
          </a:p>
        </p:txBody>
      </p:sp>
      <p:sp>
        <p:nvSpPr>
          <p:cNvPr id="3" name="Content Placeholder 2"/>
          <p:cNvSpPr>
            <a:spLocks noGrp="1"/>
          </p:cNvSpPr>
          <p:nvPr>
            <p:ph idx="1"/>
          </p:nvPr>
        </p:nvSpPr>
        <p:spPr>
          <a:xfrm>
            <a:off x="4120062" y="982132"/>
            <a:ext cx="3855539" cy="4893735"/>
          </a:xfrm>
        </p:spPr>
        <p:txBody>
          <a:bodyPr anchor="ct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1176865" y="3031065"/>
            <a:ext cx="2536798"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F1E099F8-BA1C-514B-A2A2-26F56F4A024E}" type="datetime1">
              <a:rPr lang="en-US" altLang="en-US" smtClean="0">
                <a:solidFill>
                  <a:prstClr val="black"/>
                </a:solidFill>
              </a:rPr>
              <a:pPr/>
              <a:t>29-Jun-17</a:t>
            </a:fld>
            <a:endParaRPr lang="en-US" altLang="en-US">
              <a:solidFill>
                <a:prstClr val="black"/>
              </a:solidFill>
            </a:endParaRPr>
          </a:p>
        </p:txBody>
      </p:sp>
      <p:sp>
        <p:nvSpPr>
          <p:cNvPr id="6" name="Footer Placeholder 5"/>
          <p:cNvSpPr>
            <a:spLocks noGrp="1"/>
          </p:cNvSpPr>
          <p:nvPr>
            <p:ph type="ftr" sz="quarter" idx="11"/>
          </p:nvPr>
        </p:nvSpPr>
        <p:spPr/>
        <p:txBody>
          <a:bodyPr/>
          <a:lstStyle/>
          <a:p>
            <a:r>
              <a:rPr lang="en-US" altLang="en-US" smtClean="0">
                <a:solidFill>
                  <a:prstClr val="black"/>
                </a:solidFill>
              </a:rPr>
              <a:t>National CRC training </a:t>
            </a:r>
            <a:endParaRPr lang="en-US" altLang="en-US">
              <a:solidFill>
                <a:prstClr val="black"/>
              </a:solidFill>
            </a:endParaRPr>
          </a:p>
        </p:txBody>
      </p:sp>
      <p:sp>
        <p:nvSpPr>
          <p:cNvPr id="7" name="Slide Number Placeholder 6"/>
          <p:cNvSpPr>
            <a:spLocks noGrp="1"/>
          </p:cNvSpPr>
          <p:nvPr>
            <p:ph type="sldNum" sz="quarter" idx="12"/>
          </p:nvPr>
        </p:nvSpPr>
        <p:spPr/>
        <p:txBody>
          <a:bodyPr/>
          <a:lstStyle/>
          <a:p>
            <a:fld id="{B27E5C4A-1D07-ED45-ABCF-9955D9CF5C81}" type="slidenum">
              <a:rPr lang="en-US" altLang="en-US" smtClean="0">
                <a:solidFill>
                  <a:prstClr val="black"/>
                </a:solidFill>
              </a:rPr>
              <a:pPr/>
              <a:t>‹#›</a:t>
            </a:fld>
            <a:endParaRPr lang="en-US" altLang="en-US">
              <a:solidFill>
                <a:prstClr val="black"/>
              </a:solidFill>
            </a:endParaRPr>
          </a:p>
        </p:txBody>
      </p:sp>
      <p:cxnSp>
        <p:nvCxnSpPr>
          <p:cNvPr id="16" name="Straight Connector 15"/>
          <p:cNvCxnSpPr/>
          <p:nvPr/>
        </p:nvCxnSpPr>
        <p:spPr>
          <a:xfrm>
            <a:off x="1278466" y="2912533"/>
            <a:ext cx="2333594"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5925294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76865" y="1883832"/>
            <a:ext cx="3632202" cy="1371600"/>
          </a:xfrm>
        </p:spPr>
        <p:txBody>
          <a:bodyPr anchor="b">
            <a:normAutofit/>
          </a:bodyPr>
          <a:lstStyle>
            <a:lvl1pPr algn="ctr">
              <a:defRPr sz="2400" b="0"/>
            </a:lvl1pPr>
          </a:lstStyle>
          <a:p>
            <a:r>
              <a:rPr lang="en-US" smtClean="0"/>
              <a:t>Click to edit Master title style</a:t>
            </a:r>
            <a:endParaRPr lang="en-US" dirty="0"/>
          </a:p>
        </p:txBody>
      </p:sp>
      <p:sp>
        <p:nvSpPr>
          <p:cNvPr id="17" name="Picture Placeholder 2"/>
          <p:cNvSpPr>
            <a:spLocks noGrp="1" noChangeAspect="1"/>
          </p:cNvSpPr>
          <p:nvPr>
            <p:ph type="pic" idx="1"/>
          </p:nvPr>
        </p:nvSpPr>
        <p:spPr>
          <a:xfrm>
            <a:off x="5183069" y="1032933"/>
            <a:ext cx="2929463" cy="4792136"/>
          </a:xfrm>
          <a:prstGeom prst="roundRect">
            <a:avLst>
              <a:gd name="adj" fmla="val 0"/>
            </a:avLst>
          </a:prstGeom>
          <a:ln w="57150" cmpd="thickThin">
            <a:solidFill>
              <a:schemeClr val="tx1">
                <a:lumMod val="50000"/>
                <a:lumOff val="5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176865" y="3255432"/>
            <a:ext cx="3632201" cy="1828800"/>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7DEEEBD-76A7-904B-9314-FD2507F5C23B}" type="datetime1">
              <a:rPr lang="en-US" altLang="en-US" smtClean="0">
                <a:solidFill>
                  <a:prstClr val="black"/>
                </a:solidFill>
              </a:rPr>
              <a:pPr/>
              <a:t>29-Jun-17</a:t>
            </a:fld>
            <a:endParaRPr lang="en-US" altLang="en-US">
              <a:solidFill>
                <a:prstClr val="black"/>
              </a:solidFill>
            </a:endParaRPr>
          </a:p>
        </p:txBody>
      </p:sp>
      <p:sp>
        <p:nvSpPr>
          <p:cNvPr id="6" name="Footer Placeholder 5"/>
          <p:cNvSpPr>
            <a:spLocks noGrp="1"/>
          </p:cNvSpPr>
          <p:nvPr>
            <p:ph type="ftr" sz="quarter" idx="11"/>
          </p:nvPr>
        </p:nvSpPr>
        <p:spPr/>
        <p:txBody>
          <a:bodyPr/>
          <a:lstStyle/>
          <a:p>
            <a:r>
              <a:rPr lang="en-US" altLang="en-US" smtClean="0">
                <a:solidFill>
                  <a:prstClr val="black"/>
                </a:solidFill>
              </a:rPr>
              <a:t>National CRC training </a:t>
            </a:r>
            <a:endParaRPr lang="en-US" altLang="en-US">
              <a:solidFill>
                <a:prstClr val="black"/>
              </a:solidFill>
            </a:endParaRPr>
          </a:p>
        </p:txBody>
      </p:sp>
      <p:sp>
        <p:nvSpPr>
          <p:cNvPr id="7" name="Slide Number Placeholder 6"/>
          <p:cNvSpPr>
            <a:spLocks noGrp="1"/>
          </p:cNvSpPr>
          <p:nvPr>
            <p:ph type="sldNum" sz="quarter" idx="12"/>
          </p:nvPr>
        </p:nvSpPr>
        <p:spPr/>
        <p:txBody>
          <a:bodyPr/>
          <a:lstStyle/>
          <a:p>
            <a:fld id="{7040B3DF-8569-0A41-9F83-5C9CE256F002}" type="slidenum">
              <a:rPr lang="en-US" altLang="en-US" smtClean="0">
                <a:solidFill>
                  <a:prstClr val="black"/>
                </a:solidFill>
              </a:rPr>
              <a:pPr/>
              <a:t>‹#›</a:t>
            </a:fld>
            <a:endParaRPr lang="en-US" altLang="en-US">
              <a:solidFill>
                <a:prstClr val="black"/>
              </a:solidFill>
            </a:endParaRPr>
          </a:p>
        </p:txBody>
      </p:sp>
    </p:spTree>
    <p:extLst>
      <p:ext uri="{BB962C8B-B14F-4D97-AF65-F5344CB8AC3E}">
        <p14:creationId xmlns:p14="http://schemas.microsoft.com/office/powerpoint/2010/main" val="15545467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76866" y="4815415"/>
            <a:ext cx="6798734" cy="566738"/>
          </a:xfrm>
        </p:spPr>
        <p:txBody>
          <a:bodyPr anchor="b">
            <a:normAutofit/>
          </a:bodyPr>
          <a:lstStyle>
            <a:lvl1pPr algn="ctr">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026260" y="1032933"/>
            <a:ext cx="7091482" cy="3361269"/>
          </a:xfrm>
          <a:prstGeom prst="roundRect">
            <a:avLst>
              <a:gd name="adj" fmla="val 0"/>
            </a:avLst>
          </a:prstGeom>
          <a:ln w="57150" cmpd="thickThin">
            <a:solidFill>
              <a:schemeClr val="tx1">
                <a:lumMod val="50000"/>
                <a:lumOff val="5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176866" y="5382153"/>
            <a:ext cx="6798734" cy="493712"/>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96F626C4-C767-D749-B8E9-9CD7F3C717C6}" type="datetime1">
              <a:rPr lang="en-US" altLang="en-US" smtClean="0">
                <a:solidFill>
                  <a:prstClr val="black"/>
                </a:solidFill>
              </a:rPr>
              <a:pPr/>
              <a:t>29-Jun-17</a:t>
            </a:fld>
            <a:endParaRPr lang="en-US" altLang="en-US">
              <a:solidFill>
                <a:prstClr val="black"/>
              </a:solidFill>
            </a:endParaRPr>
          </a:p>
        </p:txBody>
      </p:sp>
      <p:sp>
        <p:nvSpPr>
          <p:cNvPr id="6" name="Footer Placeholder 5"/>
          <p:cNvSpPr>
            <a:spLocks noGrp="1"/>
          </p:cNvSpPr>
          <p:nvPr>
            <p:ph type="ftr" sz="quarter" idx="11"/>
          </p:nvPr>
        </p:nvSpPr>
        <p:spPr/>
        <p:txBody>
          <a:bodyPr/>
          <a:lstStyle/>
          <a:p>
            <a:r>
              <a:rPr lang="en-US" altLang="en-US" smtClean="0">
                <a:solidFill>
                  <a:prstClr val="black"/>
                </a:solidFill>
              </a:rPr>
              <a:t>National CRC training </a:t>
            </a:r>
            <a:endParaRPr lang="en-US" altLang="en-US">
              <a:solidFill>
                <a:prstClr val="black"/>
              </a:solidFill>
            </a:endParaRPr>
          </a:p>
        </p:txBody>
      </p:sp>
      <p:sp>
        <p:nvSpPr>
          <p:cNvPr id="7" name="Slide Number Placeholder 6"/>
          <p:cNvSpPr>
            <a:spLocks noGrp="1"/>
          </p:cNvSpPr>
          <p:nvPr>
            <p:ph type="sldNum" sz="quarter" idx="12"/>
          </p:nvPr>
        </p:nvSpPr>
        <p:spPr/>
        <p:txBody>
          <a:bodyPr/>
          <a:lstStyle/>
          <a:p>
            <a:fld id="{3EAE20A8-0246-2644-B82D-FAA2CAE63CFA}" type="slidenum">
              <a:rPr lang="en-US" altLang="en-US" smtClean="0">
                <a:solidFill>
                  <a:prstClr val="black"/>
                </a:solidFill>
              </a:rPr>
              <a:pPr/>
              <a:t>‹#›</a:t>
            </a:fld>
            <a:endParaRPr lang="en-US" altLang="en-US">
              <a:solidFill>
                <a:prstClr val="black"/>
              </a:solidFill>
            </a:endParaRPr>
          </a:p>
        </p:txBody>
      </p:sp>
    </p:spTree>
    <p:extLst>
      <p:ext uri="{BB962C8B-B14F-4D97-AF65-F5344CB8AC3E}">
        <p14:creationId xmlns:p14="http://schemas.microsoft.com/office/powerpoint/2010/main" val="9805223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76866" y="906873"/>
            <a:ext cx="6798734" cy="3097860"/>
          </a:xfrm>
        </p:spPr>
        <p:txBody>
          <a:bodyPr anchor="ctr">
            <a:normAutofit/>
          </a:bodyPr>
          <a:lstStyle>
            <a:lvl1pPr algn="ctr">
              <a:defRPr sz="32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176865" y="4275666"/>
            <a:ext cx="6798736" cy="1600202"/>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4A7C24CF-F547-404E-A6C4-4E41177462F1}" type="datetime1">
              <a:rPr lang="en-US" altLang="en-US" smtClean="0">
                <a:solidFill>
                  <a:prstClr val="black"/>
                </a:solidFill>
              </a:rPr>
              <a:pPr/>
              <a:t>29-Jun-17</a:t>
            </a:fld>
            <a:endParaRPr lang="en-US" altLang="en-US">
              <a:solidFill>
                <a:prstClr val="black"/>
              </a:solidFill>
            </a:endParaRPr>
          </a:p>
        </p:txBody>
      </p:sp>
      <p:sp>
        <p:nvSpPr>
          <p:cNvPr id="5" name="Footer Placeholder 4"/>
          <p:cNvSpPr>
            <a:spLocks noGrp="1"/>
          </p:cNvSpPr>
          <p:nvPr>
            <p:ph type="ftr" sz="quarter" idx="11"/>
          </p:nvPr>
        </p:nvSpPr>
        <p:spPr/>
        <p:txBody>
          <a:bodyPr/>
          <a:lstStyle/>
          <a:p>
            <a:r>
              <a:rPr lang="en-US" altLang="en-US" smtClean="0">
                <a:solidFill>
                  <a:prstClr val="black"/>
                </a:solidFill>
              </a:rPr>
              <a:t>National CRC training </a:t>
            </a:r>
            <a:endParaRPr lang="en-US" altLang="en-US">
              <a:solidFill>
                <a:prstClr val="black"/>
              </a:solidFill>
            </a:endParaRPr>
          </a:p>
        </p:txBody>
      </p:sp>
      <p:sp>
        <p:nvSpPr>
          <p:cNvPr id="6" name="Slide Number Placeholder 5"/>
          <p:cNvSpPr>
            <a:spLocks noGrp="1"/>
          </p:cNvSpPr>
          <p:nvPr>
            <p:ph type="sldNum" sz="quarter" idx="12"/>
          </p:nvPr>
        </p:nvSpPr>
        <p:spPr/>
        <p:txBody>
          <a:bodyPr/>
          <a:lstStyle/>
          <a:p>
            <a:fld id="{2768ACBC-9EA7-A244-A886-3AFF58BF125F}" type="slidenum">
              <a:rPr lang="en-US" altLang="en-US" smtClean="0">
                <a:solidFill>
                  <a:prstClr val="black"/>
                </a:solidFill>
              </a:rPr>
              <a:pPr/>
              <a:t>‹#›</a:t>
            </a:fld>
            <a:endParaRPr lang="en-US" altLang="en-US">
              <a:solidFill>
                <a:prstClr val="black"/>
              </a:solidFill>
            </a:endParaRPr>
          </a:p>
        </p:txBody>
      </p:sp>
      <p:cxnSp>
        <p:nvCxnSpPr>
          <p:cNvPr id="15" name="Straight Connector 14"/>
          <p:cNvCxnSpPr/>
          <p:nvPr/>
        </p:nvCxnSpPr>
        <p:spPr>
          <a:xfrm>
            <a:off x="1278465" y="4140199"/>
            <a:ext cx="6606425"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99753319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334333" y="982132"/>
            <a:ext cx="6400250" cy="2370668"/>
          </a:xfrm>
        </p:spPr>
        <p:txBody>
          <a:bodyPr anchor="ctr">
            <a:normAutofit/>
          </a:bodyPr>
          <a:lstStyle>
            <a:lvl1pPr algn="ctr">
              <a:defRPr sz="3200" b="0" cap="none">
                <a:solidFill>
                  <a:schemeClr val="tx1"/>
                </a:solidFill>
              </a:defRPr>
            </a:lvl1pPr>
          </a:lstStyle>
          <a:p>
            <a:r>
              <a:rPr lang="en-US" smtClean="0"/>
              <a:t>Click to edit Master title style</a:t>
            </a:r>
            <a:endParaRPr lang="en-US" dirty="0"/>
          </a:p>
        </p:txBody>
      </p:sp>
      <p:sp>
        <p:nvSpPr>
          <p:cNvPr id="10" name="Text Placeholder 9"/>
          <p:cNvSpPr>
            <a:spLocks noGrp="1"/>
          </p:cNvSpPr>
          <p:nvPr>
            <p:ph type="body" sz="quarter" idx="13"/>
          </p:nvPr>
        </p:nvSpPr>
        <p:spPr>
          <a:xfrm>
            <a:off x="1600200" y="3352799"/>
            <a:ext cx="5892798" cy="651933"/>
          </a:xfrm>
        </p:spPr>
        <p:txBody>
          <a:bodyPr anchor="ctr">
            <a:normAutofit/>
          </a:bodyPr>
          <a:lstStyle>
            <a:lvl1pPr marL="0" indent="0" algn="r">
              <a:buFontTx/>
              <a:buNone/>
              <a:defRPr sz="18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3" name="Text Placeholder 2"/>
          <p:cNvSpPr>
            <a:spLocks noGrp="1"/>
          </p:cNvSpPr>
          <p:nvPr>
            <p:ph type="body" idx="1"/>
          </p:nvPr>
        </p:nvSpPr>
        <p:spPr>
          <a:xfrm>
            <a:off x="1176863" y="4343400"/>
            <a:ext cx="6798738"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F66C7C92-6F8B-CB4E-89AE-80256CF1780A}" type="datetime1">
              <a:rPr lang="en-US" altLang="en-US" smtClean="0">
                <a:solidFill>
                  <a:prstClr val="black"/>
                </a:solidFill>
              </a:rPr>
              <a:pPr/>
              <a:t>29-Jun-17</a:t>
            </a:fld>
            <a:endParaRPr lang="en-US" altLang="en-US">
              <a:solidFill>
                <a:prstClr val="black"/>
              </a:solidFill>
            </a:endParaRPr>
          </a:p>
        </p:txBody>
      </p:sp>
      <p:sp>
        <p:nvSpPr>
          <p:cNvPr id="5" name="Footer Placeholder 4"/>
          <p:cNvSpPr>
            <a:spLocks noGrp="1"/>
          </p:cNvSpPr>
          <p:nvPr>
            <p:ph type="ftr" sz="quarter" idx="11"/>
          </p:nvPr>
        </p:nvSpPr>
        <p:spPr/>
        <p:txBody>
          <a:bodyPr/>
          <a:lstStyle/>
          <a:p>
            <a:r>
              <a:rPr lang="en-US" altLang="en-US" smtClean="0">
                <a:solidFill>
                  <a:prstClr val="black"/>
                </a:solidFill>
              </a:rPr>
              <a:t>National CRC training </a:t>
            </a:r>
            <a:endParaRPr lang="en-US" altLang="en-US">
              <a:solidFill>
                <a:prstClr val="black"/>
              </a:solidFill>
            </a:endParaRPr>
          </a:p>
        </p:txBody>
      </p:sp>
      <p:sp>
        <p:nvSpPr>
          <p:cNvPr id="6" name="Slide Number Placeholder 5"/>
          <p:cNvSpPr>
            <a:spLocks noGrp="1"/>
          </p:cNvSpPr>
          <p:nvPr>
            <p:ph type="sldNum" sz="quarter" idx="12"/>
          </p:nvPr>
        </p:nvSpPr>
        <p:spPr/>
        <p:txBody>
          <a:bodyPr/>
          <a:lstStyle/>
          <a:p>
            <a:fld id="{DC77A51C-4AB6-E440-8827-1CF97D5D41B3}" type="slidenum">
              <a:rPr lang="en-US" altLang="en-US" smtClean="0">
                <a:solidFill>
                  <a:prstClr val="black"/>
                </a:solidFill>
              </a:rPr>
              <a:pPr/>
              <a:t>‹#›</a:t>
            </a:fld>
            <a:endParaRPr lang="en-US" altLang="en-US">
              <a:solidFill>
                <a:prstClr val="black"/>
              </a:solidFill>
            </a:endParaRPr>
          </a:p>
        </p:txBody>
      </p:sp>
      <p:sp>
        <p:nvSpPr>
          <p:cNvPr id="14" name="TextBox 13"/>
          <p:cNvSpPr txBox="1"/>
          <p:nvPr/>
        </p:nvSpPr>
        <p:spPr>
          <a:xfrm>
            <a:off x="849969" y="905362"/>
            <a:ext cx="457319" cy="584776"/>
          </a:xfrm>
          <a:prstGeom prst="rect">
            <a:avLst/>
          </a:prstGeom>
        </p:spPr>
        <p:txBody>
          <a:bodyPr vert="horz" lIns="91440" tIns="45720" rIns="91440" bIns="45720" rtlCol="0" anchor="ctr">
            <a:noAutofit/>
          </a:bodyPr>
          <a:lstStyle/>
          <a:p>
            <a:pPr lvl="0"/>
            <a:r>
              <a:rPr lang="en-US" sz="7200" dirty="0">
                <a:solidFill>
                  <a:schemeClr val="tx1"/>
                </a:solidFill>
                <a:effectLst/>
              </a:rPr>
              <a:t>“</a:t>
            </a:r>
          </a:p>
        </p:txBody>
      </p:sp>
      <p:sp>
        <p:nvSpPr>
          <p:cNvPr id="15" name="TextBox 14"/>
          <p:cNvSpPr txBox="1"/>
          <p:nvPr/>
        </p:nvSpPr>
        <p:spPr>
          <a:xfrm>
            <a:off x="7633503" y="2827870"/>
            <a:ext cx="457319" cy="584776"/>
          </a:xfrm>
          <a:prstGeom prst="rect">
            <a:avLst/>
          </a:prstGeom>
        </p:spPr>
        <p:txBody>
          <a:bodyPr vert="horz" lIns="91440" tIns="45720" rIns="91440" bIns="45720" rtlCol="0" anchor="ctr">
            <a:noAutofit/>
          </a:bodyPr>
          <a:lstStyle/>
          <a:p>
            <a:pPr lvl="0" algn="r"/>
            <a:r>
              <a:rPr lang="en-US" sz="7200" dirty="0">
                <a:solidFill>
                  <a:schemeClr val="tx1"/>
                </a:solidFill>
                <a:effectLst/>
              </a:rPr>
              <a:t>”</a:t>
            </a:r>
          </a:p>
        </p:txBody>
      </p:sp>
      <p:cxnSp>
        <p:nvCxnSpPr>
          <p:cNvPr id="19" name="Straight Connector 18"/>
          <p:cNvCxnSpPr/>
          <p:nvPr/>
        </p:nvCxnSpPr>
        <p:spPr>
          <a:xfrm>
            <a:off x="1278466" y="4140199"/>
            <a:ext cx="6595534"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92853800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76869" y="3308581"/>
            <a:ext cx="6798728" cy="1468800"/>
          </a:xfrm>
        </p:spPr>
        <p:txBody>
          <a:bodyPr anchor="b">
            <a:normAutofit/>
          </a:bodyPr>
          <a:lstStyle>
            <a:lvl1pPr algn="l">
              <a:defRPr sz="32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176868" y="4777381"/>
            <a:ext cx="6798730" cy="8604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DEC8CBF4-EB8F-9243-A525-44930A49E877}" type="datetime1">
              <a:rPr lang="en-US" altLang="en-US" smtClean="0">
                <a:solidFill>
                  <a:prstClr val="black"/>
                </a:solidFill>
              </a:rPr>
              <a:pPr/>
              <a:t>29-Jun-17</a:t>
            </a:fld>
            <a:endParaRPr lang="en-US" altLang="en-US">
              <a:solidFill>
                <a:prstClr val="black"/>
              </a:solidFill>
            </a:endParaRPr>
          </a:p>
        </p:txBody>
      </p:sp>
      <p:sp>
        <p:nvSpPr>
          <p:cNvPr id="5" name="Footer Placeholder 4"/>
          <p:cNvSpPr>
            <a:spLocks noGrp="1"/>
          </p:cNvSpPr>
          <p:nvPr>
            <p:ph type="ftr" sz="quarter" idx="11"/>
          </p:nvPr>
        </p:nvSpPr>
        <p:spPr/>
        <p:txBody>
          <a:bodyPr/>
          <a:lstStyle/>
          <a:p>
            <a:r>
              <a:rPr lang="en-US" altLang="en-US" smtClean="0">
                <a:solidFill>
                  <a:prstClr val="black"/>
                </a:solidFill>
              </a:rPr>
              <a:t>National CRC training </a:t>
            </a:r>
            <a:endParaRPr lang="en-US" altLang="en-US">
              <a:solidFill>
                <a:prstClr val="black"/>
              </a:solidFill>
            </a:endParaRPr>
          </a:p>
        </p:txBody>
      </p:sp>
      <p:sp>
        <p:nvSpPr>
          <p:cNvPr id="6" name="Slide Number Placeholder 5"/>
          <p:cNvSpPr>
            <a:spLocks noGrp="1"/>
          </p:cNvSpPr>
          <p:nvPr>
            <p:ph type="sldNum" sz="quarter" idx="12"/>
          </p:nvPr>
        </p:nvSpPr>
        <p:spPr/>
        <p:txBody>
          <a:bodyPr/>
          <a:lstStyle/>
          <a:p>
            <a:fld id="{66B15BA1-9538-3042-AE4E-329752C8999E}" type="slidenum">
              <a:rPr lang="en-US" altLang="en-US" smtClean="0">
                <a:solidFill>
                  <a:prstClr val="black"/>
                </a:solidFill>
              </a:rPr>
              <a:pPr/>
              <a:t>‹#›</a:t>
            </a:fld>
            <a:endParaRPr lang="en-US" altLang="en-US">
              <a:solidFill>
                <a:prstClr val="black"/>
              </a:solidFill>
            </a:endParaRPr>
          </a:p>
        </p:txBody>
      </p:sp>
    </p:spTree>
    <p:extLst>
      <p:ext uri="{BB962C8B-B14F-4D97-AF65-F5344CB8AC3E}">
        <p14:creationId xmlns:p14="http://schemas.microsoft.com/office/powerpoint/2010/main" val="17462090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409416" y="982132"/>
            <a:ext cx="6325168" cy="2243668"/>
          </a:xfrm>
        </p:spPr>
        <p:txBody>
          <a:bodyPr anchor="ctr">
            <a:normAutofit/>
          </a:bodyPr>
          <a:lstStyle>
            <a:lvl1pPr algn="ctr">
              <a:defRPr sz="3200" b="0" cap="none">
                <a:solidFill>
                  <a:schemeClr val="tx1"/>
                </a:solidFill>
              </a:defRPr>
            </a:lvl1pPr>
          </a:lstStyle>
          <a:p>
            <a:r>
              <a:rPr lang="en-US" smtClean="0"/>
              <a:t>Click to edit Master title style</a:t>
            </a:r>
            <a:endParaRPr lang="en-US" dirty="0"/>
          </a:p>
        </p:txBody>
      </p:sp>
      <p:sp>
        <p:nvSpPr>
          <p:cNvPr id="18" name="Text Placeholder 2"/>
          <p:cNvSpPr>
            <a:spLocks noGrp="1"/>
          </p:cNvSpPr>
          <p:nvPr>
            <p:ph type="body" idx="13"/>
          </p:nvPr>
        </p:nvSpPr>
        <p:spPr>
          <a:xfrm>
            <a:off x="1176868" y="3639312"/>
            <a:ext cx="6798730" cy="886968"/>
          </a:xfrm>
        </p:spPr>
        <p:txBody>
          <a:bodyPr anchor="b">
            <a:normAutofit/>
          </a:bodyPr>
          <a:lstStyle>
            <a:lvl1pPr marL="0" indent="0" algn="l">
              <a:spcBef>
                <a:spcPts val="0"/>
              </a:spcBef>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3" name="Text Placeholder 2"/>
          <p:cNvSpPr>
            <a:spLocks noGrp="1"/>
          </p:cNvSpPr>
          <p:nvPr>
            <p:ph type="body" idx="1"/>
          </p:nvPr>
        </p:nvSpPr>
        <p:spPr>
          <a:xfrm>
            <a:off x="1176865" y="4529667"/>
            <a:ext cx="6798736" cy="1346200"/>
          </a:xfrm>
        </p:spPr>
        <p:txBody>
          <a:bodyPr anchor="t">
            <a:normAutofit/>
          </a:bodyPr>
          <a:lstStyle>
            <a:lvl1pPr marL="0" indent="0" algn="l">
              <a:buNone/>
              <a:defRPr sz="1600">
                <a:solidFill>
                  <a:schemeClr val="tx1"/>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7A632FA7-8A4C-7F48-802C-D16B79E24536}" type="datetime1">
              <a:rPr lang="en-US" altLang="en-US" smtClean="0">
                <a:solidFill>
                  <a:prstClr val="black"/>
                </a:solidFill>
              </a:rPr>
              <a:pPr/>
              <a:t>29-Jun-17</a:t>
            </a:fld>
            <a:endParaRPr lang="en-US" altLang="en-US">
              <a:solidFill>
                <a:prstClr val="black"/>
              </a:solidFill>
            </a:endParaRPr>
          </a:p>
        </p:txBody>
      </p:sp>
      <p:sp>
        <p:nvSpPr>
          <p:cNvPr id="5" name="Footer Placeholder 4"/>
          <p:cNvSpPr>
            <a:spLocks noGrp="1"/>
          </p:cNvSpPr>
          <p:nvPr>
            <p:ph type="ftr" sz="quarter" idx="11"/>
          </p:nvPr>
        </p:nvSpPr>
        <p:spPr/>
        <p:txBody>
          <a:bodyPr/>
          <a:lstStyle/>
          <a:p>
            <a:r>
              <a:rPr lang="en-US" altLang="en-US" smtClean="0">
                <a:solidFill>
                  <a:prstClr val="black"/>
                </a:solidFill>
              </a:rPr>
              <a:t>National CRC training </a:t>
            </a:r>
            <a:endParaRPr lang="en-US" altLang="en-US">
              <a:solidFill>
                <a:prstClr val="black"/>
              </a:solidFill>
            </a:endParaRPr>
          </a:p>
        </p:txBody>
      </p:sp>
      <p:sp>
        <p:nvSpPr>
          <p:cNvPr id="6" name="Slide Number Placeholder 5"/>
          <p:cNvSpPr>
            <a:spLocks noGrp="1"/>
          </p:cNvSpPr>
          <p:nvPr>
            <p:ph type="sldNum" sz="quarter" idx="12"/>
          </p:nvPr>
        </p:nvSpPr>
        <p:spPr/>
        <p:txBody>
          <a:bodyPr/>
          <a:lstStyle/>
          <a:p>
            <a:fld id="{744B134D-A47A-D342-9435-60791C1BAF0D}" type="slidenum">
              <a:rPr lang="en-US" altLang="en-US" smtClean="0">
                <a:solidFill>
                  <a:prstClr val="black"/>
                </a:solidFill>
              </a:rPr>
              <a:pPr/>
              <a:t>‹#›</a:t>
            </a:fld>
            <a:endParaRPr lang="en-US" altLang="en-US">
              <a:solidFill>
                <a:prstClr val="black"/>
              </a:solidFill>
            </a:endParaRPr>
          </a:p>
        </p:txBody>
      </p:sp>
      <p:sp>
        <p:nvSpPr>
          <p:cNvPr id="12" name="TextBox 11"/>
          <p:cNvSpPr txBox="1"/>
          <p:nvPr/>
        </p:nvSpPr>
        <p:spPr>
          <a:xfrm>
            <a:off x="878060" y="896895"/>
            <a:ext cx="457319"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3" name="TextBox 12"/>
          <p:cNvSpPr txBox="1"/>
          <p:nvPr/>
        </p:nvSpPr>
        <p:spPr>
          <a:xfrm>
            <a:off x="7649796" y="2607728"/>
            <a:ext cx="457319"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26" name="Straight Connector 25"/>
          <p:cNvCxnSpPr/>
          <p:nvPr/>
        </p:nvCxnSpPr>
        <p:spPr>
          <a:xfrm>
            <a:off x="1278466" y="3429000"/>
            <a:ext cx="6595534"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39080449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176865" y="982131"/>
            <a:ext cx="6798734" cy="2294467"/>
          </a:xfrm>
        </p:spPr>
        <p:txBody>
          <a:bodyPr vert="horz" lIns="91440" tIns="45720" rIns="91440" bIns="45720" rtlCol="0" anchor="ctr">
            <a:normAutofit/>
          </a:bodyPr>
          <a:lstStyle>
            <a:lvl1pPr>
              <a:defRPr lang="en-US" sz="3200" b="0" dirty="0"/>
            </a:lvl1pPr>
          </a:lstStyle>
          <a:p>
            <a:pPr marL="0" lvl="0"/>
            <a:r>
              <a:rPr lang="en-US" smtClean="0"/>
              <a:t>Click to edit Master title style</a:t>
            </a:r>
            <a:endParaRPr lang="en-US" dirty="0"/>
          </a:p>
        </p:txBody>
      </p:sp>
      <p:sp>
        <p:nvSpPr>
          <p:cNvPr id="14" name="Text Placeholder 2"/>
          <p:cNvSpPr>
            <a:spLocks noGrp="1"/>
          </p:cNvSpPr>
          <p:nvPr>
            <p:ph type="body" idx="13"/>
          </p:nvPr>
        </p:nvSpPr>
        <p:spPr>
          <a:xfrm>
            <a:off x="1176868" y="3566160"/>
            <a:ext cx="6798730" cy="905256"/>
          </a:xfrm>
        </p:spPr>
        <p:txBody>
          <a:bodyPr anchor="b">
            <a:normAutofit/>
          </a:bodyPr>
          <a:lstStyle>
            <a:lvl1pPr marL="0" indent="0" algn="l">
              <a:spcBef>
                <a:spcPts val="0"/>
              </a:spcBef>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3" name="Text Placeholder 2"/>
          <p:cNvSpPr>
            <a:spLocks noGrp="1"/>
          </p:cNvSpPr>
          <p:nvPr>
            <p:ph type="body" idx="1"/>
          </p:nvPr>
        </p:nvSpPr>
        <p:spPr>
          <a:xfrm>
            <a:off x="1176866" y="4470400"/>
            <a:ext cx="6798734" cy="1405467"/>
          </a:xfrm>
        </p:spPr>
        <p:txBody>
          <a:bodyPr anchor="t">
            <a:normAutofit/>
          </a:bodyPr>
          <a:lstStyle>
            <a:lvl1pPr marL="0" indent="0" algn="l">
              <a:buNone/>
              <a:defRPr sz="1600">
                <a:solidFill>
                  <a:schemeClr val="tx1"/>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82FE5DC1-9303-6144-948F-242483DC1560}" type="datetime1">
              <a:rPr lang="en-US" altLang="en-US" smtClean="0">
                <a:solidFill>
                  <a:prstClr val="black"/>
                </a:solidFill>
              </a:rPr>
              <a:pPr/>
              <a:t>29-Jun-17</a:t>
            </a:fld>
            <a:endParaRPr lang="en-US" altLang="en-US">
              <a:solidFill>
                <a:prstClr val="black"/>
              </a:solidFill>
            </a:endParaRPr>
          </a:p>
        </p:txBody>
      </p:sp>
      <p:sp>
        <p:nvSpPr>
          <p:cNvPr id="5" name="Footer Placeholder 4"/>
          <p:cNvSpPr>
            <a:spLocks noGrp="1"/>
          </p:cNvSpPr>
          <p:nvPr>
            <p:ph type="ftr" sz="quarter" idx="11"/>
          </p:nvPr>
        </p:nvSpPr>
        <p:spPr/>
        <p:txBody>
          <a:bodyPr/>
          <a:lstStyle/>
          <a:p>
            <a:r>
              <a:rPr lang="en-US" altLang="en-US" smtClean="0">
                <a:solidFill>
                  <a:prstClr val="black"/>
                </a:solidFill>
              </a:rPr>
              <a:t>National CRC training </a:t>
            </a:r>
            <a:endParaRPr lang="en-US" altLang="en-US">
              <a:solidFill>
                <a:prstClr val="black"/>
              </a:solidFill>
            </a:endParaRPr>
          </a:p>
        </p:txBody>
      </p:sp>
      <p:sp>
        <p:nvSpPr>
          <p:cNvPr id="6" name="Slide Number Placeholder 5"/>
          <p:cNvSpPr>
            <a:spLocks noGrp="1"/>
          </p:cNvSpPr>
          <p:nvPr>
            <p:ph type="sldNum" sz="quarter" idx="12"/>
          </p:nvPr>
        </p:nvSpPr>
        <p:spPr/>
        <p:txBody>
          <a:bodyPr/>
          <a:lstStyle/>
          <a:p>
            <a:fld id="{B9FC105E-D6BE-AB42-A5B9-B52D7B9D46FF}" type="slidenum">
              <a:rPr lang="en-US" altLang="en-US" smtClean="0">
                <a:solidFill>
                  <a:prstClr val="black"/>
                </a:solidFill>
              </a:rPr>
              <a:pPr/>
              <a:t>‹#›</a:t>
            </a:fld>
            <a:endParaRPr lang="en-US" altLang="en-US">
              <a:solidFill>
                <a:prstClr val="black"/>
              </a:solidFill>
            </a:endParaRPr>
          </a:p>
        </p:txBody>
      </p:sp>
      <p:cxnSp>
        <p:nvCxnSpPr>
          <p:cNvPr id="15" name="Straight Connector 14"/>
          <p:cNvCxnSpPr/>
          <p:nvPr/>
        </p:nvCxnSpPr>
        <p:spPr>
          <a:xfrm>
            <a:off x="1278469" y="3429000"/>
            <a:ext cx="6606421"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03918393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1176865" y="2490135"/>
            <a:ext cx="6798736" cy="3385733"/>
          </a:xfrm>
        </p:spPr>
        <p:txBody>
          <a:bodyPr vert="eaVert" ancho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433CBC68-D2A8-C34D-AE96-93BCEE29F626}" type="datetime1">
              <a:rPr lang="en-US" altLang="en-US" smtClean="0">
                <a:solidFill>
                  <a:prstClr val="black"/>
                </a:solidFill>
              </a:rPr>
              <a:pPr/>
              <a:t>29-Jun-17</a:t>
            </a:fld>
            <a:endParaRPr lang="en-US" altLang="en-US">
              <a:solidFill>
                <a:prstClr val="black"/>
              </a:solidFill>
            </a:endParaRPr>
          </a:p>
        </p:txBody>
      </p:sp>
      <p:sp>
        <p:nvSpPr>
          <p:cNvPr id="5" name="Footer Placeholder 4"/>
          <p:cNvSpPr>
            <a:spLocks noGrp="1"/>
          </p:cNvSpPr>
          <p:nvPr>
            <p:ph type="ftr" sz="quarter" idx="11"/>
          </p:nvPr>
        </p:nvSpPr>
        <p:spPr/>
        <p:txBody>
          <a:bodyPr/>
          <a:lstStyle/>
          <a:p>
            <a:r>
              <a:rPr lang="en-US" altLang="en-US" smtClean="0">
                <a:solidFill>
                  <a:prstClr val="black"/>
                </a:solidFill>
              </a:rPr>
              <a:t>National CRC training </a:t>
            </a:r>
            <a:endParaRPr lang="en-US" altLang="en-US">
              <a:solidFill>
                <a:prstClr val="black"/>
              </a:solidFill>
            </a:endParaRPr>
          </a:p>
        </p:txBody>
      </p:sp>
      <p:sp>
        <p:nvSpPr>
          <p:cNvPr id="6" name="Slide Number Placeholder 5"/>
          <p:cNvSpPr>
            <a:spLocks noGrp="1"/>
          </p:cNvSpPr>
          <p:nvPr>
            <p:ph type="sldNum" sz="quarter" idx="12"/>
          </p:nvPr>
        </p:nvSpPr>
        <p:spPr/>
        <p:txBody>
          <a:bodyPr/>
          <a:lstStyle/>
          <a:p>
            <a:fld id="{F08749E4-5B3E-AA4A-8A38-9F8B1FD85889}" type="slidenum">
              <a:rPr lang="en-US" altLang="en-US" smtClean="0">
                <a:solidFill>
                  <a:prstClr val="black"/>
                </a:solidFill>
              </a:rPr>
              <a:pPr/>
              <a:t>‹#›</a:t>
            </a:fld>
            <a:endParaRPr lang="en-US" altLang="en-US">
              <a:solidFill>
                <a:prstClr val="black"/>
              </a:solidFill>
            </a:endParaRPr>
          </a:p>
        </p:txBody>
      </p:sp>
      <p:cxnSp>
        <p:nvCxnSpPr>
          <p:cNvPr id="14" name="Straight Connector 13"/>
          <p:cNvCxnSpPr/>
          <p:nvPr/>
        </p:nvCxnSpPr>
        <p:spPr>
          <a:xfrm>
            <a:off x="1278466" y="2354670"/>
            <a:ext cx="6606424"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87292349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356667" y="906873"/>
            <a:ext cx="1618930" cy="4968995"/>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1176867" y="906873"/>
            <a:ext cx="4915509" cy="4968993"/>
          </a:xfrm>
        </p:spPr>
        <p:txBody>
          <a:bodyPr vert="eaVert" ancho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FD14E021-BA43-E14D-B1C0-D02ED1B7308B}" type="datetime1">
              <a:rPr lang="en-US" altLang="en-US" smtClean="0">
                <a:solidFill>
                  <a:prstClr val="black"/>
                </a:solidFill>
              </a:rPr>
              <a:pPr/>
              <a:t>29-Jun-17</a:t>
            </a:fld>
            <a:endParaRPr lang="en-US" altLang="en-US">
              <a:solidFill>
                <a:prstClr val="black"/>
              </a:solidFill>
            </a:endParaRPr>
          </a:p>
        </p:txBody>
      </p:sp>
      <p:sp>
        <p:nvSpPr>
          <p:cNvPr id="5" name="Footer Placeholder 4"/>
          <p:cNvSpPr>
            <a:spLocks noGrp="1"/>
          </p:cNvSpPr>
          <p:nvPr>
            <p:ph type="ftr" sz="quarter" idx="11"/>
          </p:nvPr>
        </p:nvSpPr>
        <p:spPr/>
        <p:txBody>
          <a:bodyPr/>
          <a:lstStyle/>
          <a:p>
            <a:r>
              <a:rPr lang="en-US" altLang="en-US" smtClean="0">
                <a:solidFill>
                  <a:prstClr val="black"/>
                </a:solidFill>
              </a:rPr>
              <a:t>National CRC training </a:t>
            </a:r>
            <a:endParaRPr lang="en-US" altLang="en-US">
              <a:solidFill>
                <a:prstClr val="black"/>
              </a:solidFill>
            </a:endParaRPr>
          </a:p>
        </p:txBody>
      </p:sp>
      <p:sp>
        <p:nvSpPr>
          <p:cNvPr id="6" name="Slide Number Placeholder 5"/>
          <p:cNvSpPr>
            <a:spLocks noGrp="1"/>
          </p:cNvSpPr>
          <p:nvPr>
            <p:ph type="sldNum" sz="quarter" idx="12"/>
          </p:nvPr>
        </p:nvSpPr>
        <p:spPr/>
        <p:txBody>
          <a:bodyPr/>
          <a:lstStyle/>
          <a:p>
            <a:fld id="{44F379DE-0313-864F-AED4-D237FE8D9987}" type="slidenum">
              <a:rPr lang="en-US" altLang="en-US" smtClean="0">
                <a:solidFill>
                  <a:prstClr val="black"/>
                </a:solidFill>
              </a:rPr>
              <a:pPr/>
              <a:t>‹#›</a:t>
            </a:fld>
            <a:endParaRPr lang="en-US" altLang="en-US">
              <a:solidFill>
                <a:prstClr val="black"/>
              </a:solidFill>
            </a:endParaRPr>
          </a:p>
        </p:txBody>
      </p:sp>
      <p:cxnSp>
        <p:nvCxnSpPr>
          <p:cNvPr id="14" name="Straight Connector 13"/>
          <p:cNvCxnSpPr/>
          <p:nvPr/>
        </p:nvCxnSpPr>
        <p:spPr>
          <a:xfrm>
            <a:off x="6245512" y="906873"/>
            <a:ext cx="0" cy="4968993"/>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76435419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7813"/>
            <a:ext cx="8229600" cy="1143000"/>
          </a:xfrm>
        </p:spPr>
        <p:txBody>
          <a:bodyPr/>
          <a:lstStyle/>
          <a:p>
            <a:r>
              <a:rPr lang="en-US" smtClean="0"/>
              <a:t>Click to edit Master title style</a:t>
            </a:r>
            <a:endParaRPr lang="en-GB"/>
          </a:p>
        </p:txBody>
      </p:sp>
      <p:sp>
        <p:nvSpPr>
          <p:cNvPr id="3" name="Text Placeholder 2"/>
          <p:cNvSpPr>
            <a:spLocks noGrp="1"/>
          </p:cNvSpPr>
          <p:nvPr>
            <p:ph type="body" sz="half" idx="1"/>
          </p:nvPr>
        </p:nvSpPr>
        <p:spPr>
          <a:xfrm>
            <a:off x="457200" y="1600200"/>
            <a:ext cx="4038600" cy="4530725"/>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Content Placeholder 3"/>
          <p:cNvSpPr>
            <a:spLocks noGrp="1"/>
          </p:cNvSpPr>
          <p:nvPr>
            <p:ph sz="half" idx="2"/>
          </p:nvPr>
        </p:nvSpPr>
        <p:spPr>
          <a:xfrm>
            <a:off x="4648200" y="1600200"/>
            <a:ext cx="4038600" cy="4530725"/>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Date Placeholder 4"/>
          <p:cNvSpPr>
            <a:spLocks noGrp="1"/>
          </p:cNvSpPr>
          <p:nvPr>
            <p:ph type="dt" sz="half" idx="10"/>
          </p:nvPr>
        </p:nvSpPr>
        <p:spPr>
          <a:xfrm>
            <a:off x="457200" y="6243638"/>
            <a:ext cx="2133600" cy="457200"/>
          </a:xfrm>
        </p:spPr>
        <p:txBody>
          <a:bodyPr/>
          <a:lstStyle>
            <a:lvl1pPr>
              <a:defRPr/>
            </a:lvl1pPr>
          </a:lstStyle>
          <a:p>
            <a:endParaRPr lang="en-US"/>
          </a:p>
        </p:txBody>
      </p:sp>
      <p:sp>
        <p:nvSpPr>
          <p:cNvPr id="6" name="Footer Placeholder 5"/>
          <p:cNvSpPr>
            <a:spLocks noGrp="1"/>
          </p:cNvSpPr>
          <p:nvPr>
            <p:ph type="ftr" sz="quarter" idx="11"/>
          </p:nvPr>
        </p:nvSpPr>
        <p:spPr>
          <a:xfrm>
            <a:off x="3124200" y="6248400"/>
            <a:ext cx="2895600" cy="457200"/>
          </a:xfrm>
        </p:spPr>
        <p:txBody>
          <a:bodyPr/>
          <a:lstStyle>
            <a:lvl1pPr>
              <a:defRPr/>
            </a:lvl1pPr>
          </a:lstStyle>
          <a:p>
            <a:endParaRPr lang="en-US"/>
          </a:p>
        </p:txBody>
      </p:sp>
      <p:sp>
        <p:nvSpPr>
          <p:cNvPr id="7" name="Slide Number Placeholder 6"/>
          <p:cNvSpPr>
            <a:spLocks noGrp="1"/>
          </p:cNvSpPr>
          <p:nvPr>
            <p:ph type="sldNum" sz="quarter" idx="12"/>
          </p:nvPr>
        </p:nvSpPr>
        <p:spPr>
          <a:xfrm>
            <a:off x="6553200" y="6243638"/>
            <a:ext cx="2133600" cy="457200"/>
          </a:xfrm>
        </p:spPr>
        <p:txBody>
          <a:bodyPr/>
          <a:lstStyle>
            <a:lvl1pPr>
              <a:defRPr/>
            </a:lvl1pPr>
          </a:lstStyle>
          <a:p>
            <a:fld id="{3C070D5D-C154-4D90-8837-7715B8B8CCB3}" type="slidenum">
              <a:rPr lang="en-US"/>
              <a:pPr/>
              <a:t>‹#›</a:t>
            </a:fld>
            <a:endParaRPr lang="en-US"/>
          </a:p>
        </p:txBody>
      </p:sp>
    </p:spTree>
    <p:extLst>
      <p:ext uri="{BB962C8B-B14F-4D97-AF65-F5344CB8AC3E}">
        <p14:creationId xmlns:p14="http://schemas.microsoft.com/office/powerpoint/2010/main" val="371854141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xAndClipArt">
  <p:cSld name="Title, Text and Clip Art">
    <p:spTree>
      <p:nvGrpSpPr>
        <p:cNvPr id="1" name=""/>
        <p:cNvGrpSpPr/>
        <p:nvPr/>
      </p:nvGrpSpPr>
      <p:grpSpPr>
        <a:xfrm>
          <a:off x="0" y="0"/>
          <a:ext cx="0" cy="0"/>
          <a:chOff x="0" y="0"/>
          <a:chExt cx="0" cy="0"/>
        </a:xfrm>
      </p:grpSpPr>
      <p:sp>
        <p:nvSpPr>
          <p:cNvPr id="2" name="Title 1"/>
          <p:cNvSpPr>
            <a:spLocks noGrp="1"/>
          </p:cNvSpPr>
          <p:nvPr>
            <p:ph type="title"/>
          </p:nvPr>
        </p:nvSpPr>
        <p:spPr>
          <a:xfrm>
            <a:off x="457200" y="277813"/>
            <a:ext cx="8229600" cy="1143000"/>
          </a:xfrm>
        </p:spPr>
        <p:txBody>
          <a:bodyPr/>
          <a:lstStyle/>
          <a:p>
            <a:r>
              <a:rPr lang="en-US" smtClean="0"/>
              <a:t>Click to edit Master title style</a:t>
            </a:r>
            <a:endParaRPr lang="en-GB"/>
          </a:p>
        </p:txBody>
      </p:sp>
      <p:sp>
        <p:nvSpPr>
          <p:cNvPr id="3" name="Text Placeholder 2"/>
          <p:cNvSpPr>
            <a:spLocks noGrp="1"/>
          </p:cNvSpPr>
          <p:nvPr>
            <p:ph type="body" sz="half" idx="1"/>
          </p:nvPr>
        </p:nvSpPr>
        <p:spPr>
          <a:xfrm>
            <a:off x="457200" y="1600200"/>
            <a:ext cx="4038600" cy="4530725"/>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ClipArt Placeholder 3"/>
          <p:cNvSpPr>
            <a:spLocks noGrp="1"/>
          </p:cNvSpPr>
          <p:nvPr>
            <p:ph type="clipArt" sz="half" idx="2"/>
          </p:nvPr>
        </p:nvSpPr>
        <p:spPr>
          <a:xfrm>
            <a:off x="4648200" y="1600200"/>
            <a:ext cx="4038600" cy="4530725"/>
          </a:xfrm>
        </p:spPr>
        <p:txBody>
          <a:bodyPr/>
          <a:lstStyle/>
          <a:p>
            <a:endParaRPr lang="en-GB"/>
          </a:p>
        </p:txBody>
      </p:sp>
      <p:sp>
        <p:nvSpPr>
          <p:cNvPr id="5" name="Date Placeholder 4"/>
          <p:cNvSpPr>
            <a:spLocks noGrp="1"/>
          </p:cNvSpPr>
          <p:nvPr>
            <p:ph type="dt" sz="half" idx="10"/>
          </p:nvPr>
        </p:nvSpPr>
        <p:spPr>
          <a:xfrm>
            <a:off x="457200" y="6243638"/>
            <a:ext cx="2133600" cy="457200"/>
          </a:xfrm>
        </p:spPr>
        <p:txBody>
          <a:bodyPr/>
          <a:lstStyle>
            <a:lvl1pPr>
              <a:defRPr/>
            </a:lvl1pPr>
          </a:lstStyle>
          <a:p>
            <a:endParaRPr lang="en-US"/>
          </a:p>
        </p:txBody>
      </p:sp>
      <p:sp>
        <p:nvSpPr>
          <p:cNvPr id="6" name="Footer Placeholder 5"/>
          <p:cNvSpPr>
            <a:spLocks noGrp="1"/>
          </p:cNvSpPr>
          <p:nvPr>
            <p:ph type="ftr" sz="quarter" idx="11"/>
          </p:nvPr>
        </p:nvSpPr>
        <p:spPr>
          <a:xfrm>
            <a:off x="3124200" y="6248400"/>
            <a:ext cx="2895600" cy="457200"/>
          </a:xfrm>
        </p:spPr>
        <p:txBody>
          <a:bodyPr/>
          <a:lstStyle>
            <a:lvl1pPr>
              <a:defRPr/>
            </a:lvl1pPr>
          </a:lstStyle>
          <a:p>
            <a:endParaRPr lang="en-US"/>
          </a:p>
        </p:txBody>
      </p:sp>
      <p:sp>
        <p:nvSpPr>
          <p:cNvPr id="7" name="Slide Number Placeholder 6"/>
          <p:cNvSpPr>
            <a:spLocks noGrp="1"/>
          </p:cNvSpPr>
          <p:nvPr>
            <p:ph type="sldNum" sz="quarter" idx="12"/>
          </p:nvPr>
        </p:nvSpPr>
        <p:spPr>
          <a:xfrm>
            <a:off x="6553200" y="6243638"/>
            <a:ext cx="2133600" cy="457200"/>
          </a:xfrm>
        </p:spPr>
        <p:txBody>
          <a:bodyPr/>
          <a:lstStyle>
            <a:lvl1pPr>
              <a:defRPr/>
            </a:lvl1pPr>
          </a:lstStyle>
          <a:p>
            <a:fld id="{E7173A17-AC88-4BB8-A123-A6D05DD1A7BB}" type="slidenum">
              <a:rPr lang="en-US"/>
              <a:pPr/>
              <a:t>‹#›</a:t>
            </a:fld>
            <a:endParaRPr lang="en-US"/>
          </a:p>
        </p:txBody>
      </p:sp>
    </p:spTree>
    <p:extLst>
      <p:ext uri="{BB962C8B-B14F-4D97-AF65-F5344CB8AC3E}">
        <p14:creationId xmlns:p14="http://schemas.microsoft.com/office/powerpoint/2010/main" val="13765970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image" Target="../media/image3.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4.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grpSp>
        <p:nvGrpSpPr>
          <p:cNvPr id="7" name="Group 6"/>
          <p:cNvGrpSpPr/>
          <p:nvPr/>
        </p:nvGrpSpPr>
        <p:grpSpPr>
          <a:xfrm>
            <a:off x="0" y="0"/>
            <a:ext cx="9152467" cy="6858000"/>
            <a:chOff x="0" y="0"/>
            <a:chExt cx="9152467" cy="6858000"/>
          </a:xfrm>
        </p:grpSpPr>
        <p:pic>
          <p:nvPicPr>
            <p:cNvPr id="8" name="Picture 7" descr="SD-PanelContent.png"/>
            <p:cNvPicPr>
              <a:picLocks noChangeAspect="1"/>
            </p:cNvPicPr>
            <p:nvPr/>
          </p:nvPicPr>
          <p:blipFill>
            <a:blip r:embed="rId21">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9" name="Rectangle 8"/>
            <p:cNvSpPr/>
            <p:nvPr/>
          </p:nvSpPr>
          <p:spPr>
            <a:xfrm>
              <a:off x="553888" y="542807"/>
              <a:ext cx="8039776" cy="5756392"/>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10" name="Picture 9" descr="HDRibbonContent-UniformTrim.png"/>
            <p:cNvPicPr>
              <a:picLocks noChangeAspect="1"/>
            </p:cNvPicPr>
            <p:nvPr/>
          </p:nvPicPr>
          <p:blipFill rotWithShape="1">
            <a:blip r:embed="rId22">
              <a:extLst>
                <a:ext uri="{28A0092B-C50C-407E-A947-70E740481C1C}">
                  <a14:useLocalDpi xmlns:a14="http://schemas.microsoft.com/office/drawing/2010/main" val="0"/>
                </a:ext>
              </a:extLst>
            </a:blip>
            <a:srcRect l="1" r="14240"/>
            <a:stretch/>
          </p:blipFill>
          <p:spPr>
            <a:xfrm>
              <a:off x="0" y="3128434"/>
              <a:ext cx="685800" cy="606425"/>
            </a:xfrm>
            <a:prstGeom prst="rect">
              <a:avLst/>
            </a:prstGeom>
          </p:spPr>
        </p:pic>
        <p:pic>
          <p:nvPicPr>
            <p:cNvPr id="11" name="Picture 10" descr="HDRibbonContent-UniformTrim.png"/>
            <p:cNvPicPr>
              <a:picLocks noChangeAspect="1"/>
            </p:cNvPicPr>
            <p:nvPr/>
          </p:nvPicPr>
          <p:blipFill rotWithShape="1">
            <a:blip r:embed="rId22">
              <a:extLst>
                <a:ext uri="{28A0092B-C50C-407E-A947-70E740481C1C}">
                  <a14:useLocalDpi xmlns:a14="http://schemas.microsoft.com/office/drawing/2010/main" val="0"/>
                </a:ext>
              </a:extLst>
            </a:blip>
            <a:srcRect l="1" r="14240"/>
            <a:stretch/>
          </p:blipFill>
          <p:spPr>
            <a:xfrm>
              <a:off x="8466667" y="3128434"/>
              <a:ext cx="685800" cy="606425"/>
            </a:xfrm>
            <a:prstGeom prst="rect">
              <a:avLst/>
            </a:prstGeom>
          </p:spPr>
        </p:pic>
      </p:grpSp>
      <p:sp>
        <p:nvSpPr>
          <p:cNvPr id="2" name="Title Placeholder 1"/>
          <p:cNvSpPr>
            <a:spLocks noGrp="1"/>
          </p:cNvSpPr>
          <p:nvPr>
            <p:ph type="title"/>
          </p:nvPr>
        </p:nvSpPr>
        <p:spPr>
          <a:xfrm>
            <a:off x="1176866" y="915337"/>
            <a:ext cx="6798734" cy="1303867"/>
          </a:xfrm>
          <a:prstGeom prst="rect">
            <a:avLst/>
          </a:prstGeom>
          <a:effectLst/>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1176865" y="2490135"/>
            <a:ext cx="6798736" cy="3444997"/>
          </a:xfrm>
          <a:prstGeom prst="rect">
            <a:avLst/>
          </a:prstGeom>
        </p:spPr>
        <p:txBody>
          <a:bodyPr vert="horz" lIns="91440" tIns="45720" rIns="91440" bIns="45720" rtlCol="0" anchor="t">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6356670" y="5960533"/>
            <a:ext cx="1148283"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pPr eaLnBrk="0" fontAlgn="base" hangingPunct="0">
              <a:spcBef>
                <a:spcPct val="0"/>
              </a:spcBef>
              <a:spcAft>
                <a:spcPct val="0"/>
              </a:spcAft>
            </a:pPr>
            <a:fld id="{50B79ABA-CB85-CA4C-9514-3624A8CFCD1D}" type="datetime1">
              <a:rPr lang="en-US" altLang="en-US" smtClean="0">
                <a:solidFill>
                  <a:prstClr val="black"/>
                </a:solidFill>
                <a:ea typeface="Arial" charset="0"/>
                <a:cs typeface="Arial" charset="0"/>
              </a:rPr>
              <a:pPr eaLnBrk="0" fontAlgn="base" hangingPunct="0">
                <a:spcBef>
                  <a:spcPct val="0"/>
                </a:spcBef>
                <a:spcAft>
                  <a:spcPct val="0"/>
                </a:spcAft>
              </a:pPr>
              <a:t>29-Jun-17</a:t>
            </a:fld>
            <a:endParaRPr lang="en-US" altLang="en-US">
              <a:solidFill>
                <a:prstClr val="black"/>
              </a:solidFill>
              <a:ea typeface="Arial" charset="0"/>
              <a:cs typeface="Arial" charset="0"/>
            </a:endParaRPr>
          </a:p>
        </p:txBody>
      </p:sp>
      <p:sp>
        <p:nvSpPr>
          <p:cNvPr id="5" name="Footer Placeholder 4"/>
          <p:cNvSpPr>
            <a:spLocks noGrp="1"/>
          </p:cNvSpPr>
          <p:nvPr>
            <p:ph type="ftr" sz="quarter" idx="3"/>
          </p:nvPr>
        </p:nvSpPr>
        <p:spPr>
          <a:xfrm>
            <a:off x="1176865" y="5960533"/>
            <a:ext cx="5104667"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pPr eaLnBrk="0" fontAlgn="base" hangingPunct="0">
              <a:spcBef>
                <a:spcPct val="0"/>
              </a:spcBef>
              <a:spcAft>
                <a:spcPct val="0"/>
              </a:spcAft>
            </a:pPr>
            <a:r>
              <a:rPr lang="en-US" altLang="en-US" smtClean="0">
                <a:solidFill>
                  <a:prstClr val="black"/>
                </a:solidFill>
                <a:ea typeface="Arial" charset="0"/>
                <a:cs typeface="Arial" charset="0"/>
              </a:rPr>
              <a:t>National CRC training </a:t>
            </a:r>
            <a:endParaRPr lang="en-US" altLang="en-US">
              <a:solidFill>
                <a:prstClr val="black"/>
              </a:solidFill>
              <a:ea typeface="Arial" charset="0"/>
              <a:cs typeface="Arial" charset="0"/>
            </a:endParaRPr>
          </a:p>
        </p:txBody>
      </p:sp>
      <p:sp>
        <p:nvSpPr>
          <p:cNvPr id="6" name="Slide Number Placeholder 5"/>
          <p:cNvSpPr>
            <a:spLocks noGrp="1"/>
          </p:cNvSpPr>
          <p:nvPr>
            <p:ph type="sldNum" sz="quarter" idx="4"/>
          </p:nvPr>
        </p:nvSpPr>
        <p:spPr>
          <a:xfrm>
            <a:off x="7580091" y="5960533"/>
            <a:ext cx="395510"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pPr eaLnBrk="0" fontAlgn="base" hangingPunct="0">
              <a:spcBef>
                <a:spcPct val="0"/>
              </a:spcBef>
              <a:spcAft>
                <a:spcPct val="0"/>
              </a:spcAft>
            </a:pPr>
            <a:fld id="{2CA64E32-FAB1-8A4C-AF2E-34389923546F}" type="slidenum">
              <a:rPr lang="en-US" altLang="en-US" smtClean="0">
                <a:solidFill>
                  <a:prstClr val="black"/>
                </a:solidFill>
                <a:ea typeface="Arial" charset="0"/>
                <a:cs typeface="Arial" charset="0"/>
              </a:rPr>
              <a:pPr eaLnBrk="0" fontAlgn="base" hangingPunct="0">
                <a:spcBef>
                  <a:spcPct val="0"/>
                </a:spcBef>
                <a:spcAft>
                  <a:spcPct val="0"/>
                </a:spcAft>
              </a:pPr>
              <a:t>‹#›</a:t>
            </a:fld>
            <a:endParaRPr lang="en-US" altLang="en-US">
              <a:solidFill>
                <a:prstClr val="black"/>
              </a:solidFill>
              <a:ea typeface="Arial" charset="0"/>
              <a:cs typeface="Arial" charset="0"/>
            </a:endParaRPr>
          </a:p>
        </p:txBody>
      </p:sp>
    </p:spTree>
    <p:extLst>
      <p:ext uri="{BB962C8B-B14F-4D97-AF65-F5344CB8AC3E}">
        <p14:creationId xmlns:p14="http://schemas.microsoft.com/office/powerpoint/2010/main" val="1155299345"/>
      </p:ext>
    </p:extLst>
  </p:cSld>
  <p:clrMap bg1="lt1" tx1="dk1" bg2="lt2" tx2="dk2" accent1="accent1" accent2="accent2" accent3="accent3" accent4="accent4" accent5="accent5" accent6="accent6" hlink="hlink" folHlink="folHlink"/>
  <p:sldLayoutIdLst>
    <p:sldLayoutId id="2147483691" r:id="rId1"/>
    <p:sldLayoutId id="2147483692" r:id="rId2"/>
    <p:sldLayoutId id="2147483693" r:id="rId3"/>
    <p:sldLayoutId id="2147483694" r:id="rId4"/>
    <p:sldLayoutId id="2147483695" r:id="rId5"/>
    <p:sldLayoutId id="2147483696" r:id="rId6"/>
    <p:sldLayoutId id="2147483697" r:id="rId7"/>
    <p:sldLayoutId id="2147483698" r:id="rId8"/>
    <p:sldLayoutId id="2147483699" r:id="rId9"/>
    <p:sldLayoutId id="2147483700" r:id="rId10"/>
    <p:sldLayoutId id="2147483701" r:id="rId11"/>
    <p:sldLayoutId id="2147483702" r:id="rId12"/>
    <p:sldLayoutId id="2147483703" r:id="rId13"/>
    <p:sldLayoutId id="2147483704" r:id="rId14"/>
    <p:sldLayoutId id="2147483705" r:id="rId15"/>
    <p:sldLayoutId id="2147483706" r:id="rId16"/>
    <p:sldLayoutId id="2147483707" r:id="rId17"/>
    <p:sldLayoutId id="2147483708" r:id="rId18"/>
    <p:sldLayoutId id="2147483709" r:id="rId19"/>
  </p:sldLayoutIdLst>
  <p:hf hdr="0"/>
  <p:txStyles>
    <p:titleStyle>
      <a:lvl1pPr algn="ctr" defTabSz="457200" rtl="0" eaLnBrk="1" latinLnBrk="0" hangingPunct="1">
        <a:spcBef>
          <a:spcPct val="0"/>
        </a:spcBef>
        <a:buNone/>
        <a:defRPr sz="40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image" Target="../media/image8.wmf"/><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0.wmf"/><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12.tiff"/><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image" Target="../media/image13.tiff"/><Relationship Id="rId1" Type="http://schemas.openxmlformats.org/officeDocument/2006/relationships/slideLayout" Target="../slideLayouts/slideLayout10.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2" Type="http://schemas.openxmlformats.org/officeDocument/2006/relationships/image" Target="../media/image15.tiff"/><Relationship Id="rId1" Type="http://schemas.openxmlformats.org/officeDocument/2006/relationships/slideLayout" Target="../slideLayouts/slideLayout9.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Layout" Target="../slideLayouts/slideLayout4.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9.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6.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image" Target="../media/image23.jpeg"/><Relationship Id="rId1" Type="http://schemas.openxmlformats.org/officeDocument/2006/relationships/slideLayout" Target="../slideLayouts/slideLayout18.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25.jp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Layout" Target="../slideLayouts/slideLayout18.xml"/></Relationships>
</file>

<file path=ppt/slides/_rels/slide71.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8.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7.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altLang="en-US" dirty="0">
                <a:solidFill>
                  <a:prstClr val="black"/>
                </a:solidFill>
              </a:rPr>
              <a:t>NATIONAL COMPASSIONATE, RESPECTFUL AND CARING TRAINING</a:t>
            </a:r>
            <a:endParaRPr lang="en-US" dirty="0"/>
          </a:p>
        </p:txBody>
      </p:sp>
      <p:sp>
        <p:nvSpPr>
          <p:cNvPr id="3" name="Subtitle 2"/>
          <p:cNvSpPr>
            <a:spLocks noGrp="1"/>
          </p:cNvSpPr>
          <p:nvPr>
            <p:ph type="subTitle" idx="1"/>
          </p:nvPr>
        </p:nvSpPr>
        <p:spPr>
          <a:xfrm>
            <a:off x="1656662" y="3597481"/>
            <a:ext cx="5820385" cy="1184584"/>
          </a:xfrm>
        </p:spPr>
        <p:txBody>
          <a:bodyPr>
            <a:normAutofit/>
          </a:bodyPr>
          <a:lstStyle/>
          <a:p>
            <a:endParaRPr lang="en-US" sz="2000" b="1" cap="all" dirty="0" smtClean="0"/>
          </a:p>
          <a:p>
            <a:r>
              <a:rPr lang="en-US" sz="2000" b="1" cap="all" dirty="0" smtClean="0"/>
              <a:t>Chapter Four:  Principles and standards of compassionate care</a:t>
            </a:r>
            <a:endParaRPr lang="en-US" sz="2000" b="1" cap="all" dirty="0"/>
          </a:p>
        </p:txBody>
      </p:sp>
      <p:sp>
        <p:nvSpPr>
          <p:cNvPr id="4" name="Date Placeholder 3"/>
          <p:cNvSpPr>
            <a:spLocks noGrp="1"/>
          </p:cNvSpPr>
          <p:nvPr>
            <p:ph type="dt" sz="half" idx="10"/>
          </p:nvPr>
        </p:nvSpPr>
        <p:spPr/>
        <p:txBody>
          <a:bodyPr/>
          <a:lstStyle/>
          <a:p>
            <a:fld id="{E243C75D-86F2-974E-8CC7-ED35F8F033E3}" type="datetime1">
              <a:rPr lang="en-US" altLang="en-US" smtClean="0">
                <a:solidFill>
                  <a:prstClr val="black"/>
                </a:solidFill>
              </a:rPr>
              <a:pPr/>
              <a:t>29-Jun-17</a:t>
            </a:fld>
            <a:endParaRPr lang="en-US" altLang="en-US" dirty="0">
              <a:solidFill>
                <a:prstClr val="black"/>
              </a:solidFill>
            </a:endParaRPr>
          </a:p>
        </p:txBody>
      </p:sp>
      <p:sp>
        <p:nvSpPr>
          <p:cNvPr id="5" name="Slide Number Placeholder 4"/>
          <p:cNvSpPr>
            <a:spLocks noGrp="1"/>
          </p:cNvSpPr>
          <p:nvPr>
            <p:ph type="sldNum" sz="quarter" idx="12"/>
          </p:nvPr>
        </p:nvSpPr>
        <p:spPr/>
        <p:txBody>
          <a:bodyPr/>
          <a:lstStyle/>
          <a:p>
            <a:r>
              <a:rPr lang="en-US" altLang="en-US" smtClean="0">
                <a:solidFill>
                  <a:prstClr val="black"/>
                </a:solidFill>
              </a:rPr>
              <a:t>CH-I-</a:t>
            </a:r>
            <a:fld id="{CAC22B12-0DAA-A446-9F32-6553C8E628F3}" type="slidenum">
              <a:rPr lang="en-US" altLang="en-US" smtClean="0">
                <a:solidFill>
                  <a:prstClr val="black"/>
                </a:solidFill>
              </a:rPr>
              <a:pPr/>
              <a:t>1</a:t>
            </a:fld>
            <a:endParaRPr lang="en-US" altLang="en-US" dirty="0">
              <a:solidFill>
                <a:prstClr val="black"/>
              </a:solidFill>
            </a:endParaRPr>
          </a:p>
        </p:txBody>
      </p:sp>
      <p:sp>
        <p:nvSpPr>
          <p:cNvPr id="6" name="Footer Placeholder 5"/>
          <p:cNvSpPr>
            <a:spLocks noGrp="1"/>
          </p:cNvSpPr>
          <p:nvPr>
            <p:ph type="ftr" sz="quarter" idx="11"/>
          </p:nvPr>
        </p:nvSpPr>
        <p:spPr/>
        <p:txBody>
          <a:bodyPr/>
          <a:lstStyle/>
          <a:p>
            <a:r>
              <a:rPr lang="en-US" altLang="en-US" smtClean="0">
                <a:solidFill>
                  <a:prstClr val="black"/>
                </a:solidFill>
              </a:rPr>
              <a:t>National CRC training </a:t>
            </a:r>
            <a:endParaRPr lang="en-US" altLang="en-US" dirty="0" smtClean="0">
              <a:solidFill>
                <a:prstClr val="black"/>
              </a:solidFill>
            </a:endParaRPr>
          </a:p>
        </p:txBody>
      </p:sp>
    </p:spTree>
    <p:extLst>
      <p:ext uri="{BB962C8B-B14F-4D97-AF65-F5344CB8AC3E}">
        <p14:creationId xmlns:p14="http://schemas.microsoft.com/office/powerpoint/2010/main" val="2586255767"/>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Outline</a:t>
            </a:r>
            <a:endParaRPr lang="en-US" dirty="0"/>
          </a:p>
        </p:txBody>
      </p:sp>
      <p:sp>
        <p:nvSpPr>
          <p:cNvPr id="3" name="Content Placeholder 2"/>
          <p:cNvSpPr>
            <a:spLocks noGrp="1"/>
          </p:cNvSpPr>
          <p:nvPr>
            <p:ph idx="1"/>
          </p:nvPr>
        </p:nvSpPr>
        <p:spPr/>
        <p:txBody>
          <a:bodyPr>
            <a:normAutofit/>
          </a:bodyPr>
          <a:lstStyle/>
          <a:p>
            <a:pPr lvl="0"/>
            <a:r>
              <a:rPr lang="en-US" dirty="0" smtClean="0"/>
              <a:t>Compassion in care</a:t>
            </a:r>
          </a:p>
          <a:p>
            <a:pPr lvl="0"/>
            <a:r>
              <a:rPr lang="en-US" dirty="0" smtClean="0"/>
              <a:t>Elements of compassionate care</a:t>
            </a:r>
          </a:p>
          <a:p>
            <a:pPr lvl="0"/>
            <a:r>
              <a:rPr lang="en-US" dirty="0" smtClean="0"/>
              <a:t>Principles of compassionate care</a:t>
            </a:r>
          </a:p>
          <a:p>
            <a:pPr lvl="0"/>
            <a:r>
              <a:rPr lang="en-US" dirty="0" smtClean="0"/>
              <a:t>Threats of compassionate care</a:t>
            </a:r>
          </a:p>
          <a:p>
            <a:pPr lvl="0"/>
            <a:r>
              <a:rPr lang="en-US" dirty="0" smtClean="0"/>
              <a:t>Guided clinical practice</a:t>
            </a:r>
          </a:p>
          <a:p>
            <a:endParaRPr lang="en-US" dirty="0"/>
          </a:p>
        </p:txBody>
      </p:sp>
      <p:sp>
        <p:nvSpPr>
          <p:cNvPr id="4" name="Date Placeholder 3"/>
          <p:cNvSpPr>
            <a:spLocks noGrp="1"/>
          </p:cNvSpPr>
          <p:nvPr>
            <p:ph type="dt" sz="half" idx="10"/>
          </p:nvPr>
        </p:nvSpPr>
        <p:spPr/>
        <p:txBody>
          <a:bodyPr/>
          <a:lstStyle/>
          <a:p>
            <a:fld id="{58888CBF-8E6A-FF4C-B61B-9224EAD071EB}" type="datetime1">
              <a:rPr lang="en-US" altLang="en-US" smtClean="0">
                <a:solidFill>
                  <a:prstClr val="black"/>
                </a:solidFill>
              </a:rPr>
              <a:pPr/>
              <a:t>29-Jun-17</a:t>
            </a:fld>
            <a:endParaRPr lang="en-US" altLang="en-US" dirty="0">
              <a:solidFill>
                <a:prstClr val="black"/>
              </a:solidFill>
            </a:endParaRPr>
          </a:p>
        </p:txBody>
      </p:sp>
      <p:sp>
        <p:nvSpPr>
          <p:cNvPr id="5" name="Footer Placeholder 4"/>
          <p:cNvSpPr>
            <a:spLocks noGrp="1"/>
          </p:cNvSpPr>
          <p:nvPr>
            <p:ph type="ftr" sz="quarter" idx="11"/>
          </p:nvPr>
        </p:nvSpPr>
        <p:spPr/>
        <p:txBody>
          <a:bodyPr/>
          <a:lstStyle/>
          <a:p>
            <a:r>
              <a:rPr lang="en-US" altLang="en-US" smtClean="0">
                <a:solidFill>
                  <a:prstClr val="black"/>
                </a:solidFill>
              </a:rPr>
              <a:t>National CRC training </a:t>
            </a:r>
            <a:endParaRPr lang="en-US" altLang="en-US" dirty="0">
              <a:solidFill>
                <a:prstClr val="black"/>
              </a:solidFill>
            </a:endParaRPr>
          </a:p>
        </p:txBody>
      </p:sp>
      <p:sp>
        <p:nvSpPr>
          <p:cNvPr id="6" name="Slide Number Placeholder 5"/>
          <p:cNvSpPr>
            <a:spLocks noGrp="1"/>
          </p:cNvSpPr>
          <p:nvPr>
            <p:ph type="sldNum" sz="quarter" idx="12"/>
          </p:nvPr>
        </p:nvSpPr>
        <p:spPr/>
        <p:txBody>
          <a:bodyPr/>
          <a:lstStyle/>
          <a:p>
            <a:r>
              <a:rPr lang="en-US" altLang="en-US" smtClean="0">
                <a:solidFill>
                  <a:prstClr val="black"/>
                </a:solidFill>
              </a:rPr>
              <a:t>CH-I-</a:t>
            </a:r>
            <a:fld id="{3FB30F3C-053D-864C-B962-F2E761156877}" type="slidenum">
              <a:rPr lang="en-US" altLang="en-US" smtClean="0">
                <a:solidFill>
                  <a:prstClr val="black"/>
                </a:solidFill>
              </a:rPr>
              <a:pPr/>
              <a:t>2</a:t>
            </a:fld>
            <a:endParaRPr lang="en-US" altLang="en-US" dirty="0">
              <a:solidFill>
                <a:prstClr val="black"/>
              </a:solidFill>
            </a:endParaRPr>
          </a:p>
        </p:txBody>
      </p:sp>
    </p:spTree>
    <p:extLst>
      <p:ext uri="{BB962C8B-B14F-4D97-AF65-F5344CB8AC3E}">
        <p14:creationId xmlns:p14="http://schemas.microsoft.com/office/powerpoint/2010/main" val="145373194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dirty="0" smtClean="0"/>
              <a:t>Session one</a:t>
            </a:r>
            <a:endParaRPr lang="en-US" dirty="0"/>
          </a:p>
        </p:txBody>
      </p:sp>
      <p:sp>
        <p:nvSpPr>
          <p:cNvPr id="9" name="Text Placeholder 8"/>
          <p:cNvSpPr>
            <a:spLocks noGrp="1"/>
          </p:cNvSpPr>
          <p:nvPr>
            <p:ph type="body" idx="1"/>
          </p:nvPr>
        </p:nvSpPr>
        <p:spPr/>
        <p:txBody>
          <a:bodyPr>
            <a:normAutofit/>
          </a:bodyPr>
          <a:lstStyle/>
          <a:p>
            <a:r>
              <a:rPr lang="en-US" sz="3200" dirty="0" smtClean="0"/>
              <a:t>Compassion in care </a:t>
            </a:r>
            <a:endParaRPr lang="en-US" sz="3200" dirty="0"/>
          </a:p>
        </p:txBody>
      </p:sp>
      <p:sp>
        <p:nvSpPr>
          <p:cNvPr id="4" name="Date Placeholder 3"/>
          <p:cNvSpPr>
            <a:spLocks noGrp="1"/>
          </p:cNvSpPr>
          <p:nvPr>
            <p:ph type="dt" sz="half" idx="10"/>
          </p:nvPr>
        </p:nvSpPr>
        <p:spPr/>
        <p:txBody>
          <a:bodyPr/>
          <a:lstStyle/>
          <a:p>
            <a:fld id="{58888CBF-8E6A-FF4C-B61B-9224EAD071EB}" type="datetime1">
              <a:rPr lang="en-US" altLang="en-US" smtClean="0">
                <a:solidFill>
                  <a:prstClr val="black"/>
                </a:solidFill>
              </a:rPr>
              <a:pPr/>
              <a:t>29-Jun-17</a:t>
            </a:fld>
            <a:endParaRPr lang="en-US" altLang="en-US" dirty="0">
              <a:solidFill>
                <a:prstClr val="black"/>
              </a:solidFill>
            </a:endParaRPr>
          </a:p>
        </p:txBody>
      </p:sp>
      <p:sp>
        <p:nvSpPr>
          <p:cNvPr id="5" name="Footer Placeholder 4"/>
          <p:cNvSpPr>
            <a:spLocks noGrp="1"/>
          </p:cNvSpPr>
          <p:nvPr>
            <p:ph type="ftr" sz="quarter" idx="11"/>
          </p:nvPr>
        </p:nvSpPr>
        <p:spPr/>
        <p:txBody>
          <a:bodyPr/>
          <a:lstStyle/>
          <a:p>
            <a:r>
              <a:rPr lang="en-US" altLang="en-US" smtClean="0">
                <a:solidFill>
                  <a:prstClr val="black"/>
                </a:solidFill>
              </a:rPr>
              <a:t>National CRC training </a:t>
            </a:r>
            <a:endParaRPr lang="en-US" altLang="en-US" dirty="0">
              <a:solidFill>
                <a:prstClr val="black"/>
              </a:solidFill>
            </a:endParaRPr>
          </a:p>
        </p:txBody>
      </p:sp>
      <p:sp>
        <p:nvSpPr>
          <p:cNvPr id="6" name="Slide Number Placeholder 5"/>
          <p:cNvSpPr>
            <a:spLocks noGrp="1"/>
          </p:cNvSpPr>
          <p:nvPr>
            <p:ph type="sldNum" sz="quarter" idx="12"/>
          </p:nvPr>
        </p:nvSpPr>
        <p:spPr/>
        <p:txBody>
          <a:bodyPr/>
          <a:lstStyle/>
          <a:p>
            <a:r>
              <a:rPr lang="en-US" altLang="en-US" smtClean="0">
                <a:solidFill>
                  <a:prstClr val="black"/>
                </a:solidFill>
              </a:rPr>
              <a:t>CH-I-</a:t>
            </a:r>
            <a:fld id="{3FB30F3C-053D-864C-B962-F2E761156877}" type="slidenum">
              <a:rPr lang="en-US" altLang="en-US" smtClean="0">
                <a:solidFill>
                  <a:prstClr val="black"/>
                </a:solidFill>
              </a:rPr>
              <a:pPr/>
              <a:t>3</a:t>
            </a:fld>
            <a:endParaRPr lang="en-US" altLang="en-US" dirty="0">
              <a:solidFill>
                <a:prstClr val="black"/>
              </a:solidFill>
            </a:endParaRPr>
          </a:p>
        </p:txBody>
      </p:sp>
    </p:spTree>
    <p:extLst>
      <p:ext uri="{BB962C8B-B14F-4D97-AF65-F5344CB8AC3E}">
        <p14:creationId xmlns:p14="http://schemas.microsoft.com/office/powerpoint/2010/main" val="1948752136"/>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76866" y="1014782"/>
            <a:ext cx="6798734" cy="1188426"/>
          </a:xfrm>
        </p:spPr>
        <p:txBody>
          <a:bodyPr/>
          <a:lstStyle/>
          <a:p>
            <a:r>
              <a:rPr lang="en-US" dirty="0" smtClean="0"/>
              <a:t>Introduction</a:t>
            </a:r>
            <a:endParaRPr lang="en-US" dirty="0"/>
          </a:p>
        </p:txBody>
      </p:sp>
      <p:sp>
        <p:nvSpPr>
          <p:cNvPr id="3" name="Content Placeholder 2"/>
          <p:cNvSpPr>
            <a:spLocks noGrp="1"/>
          </p:cNvSpPr>
          <p:nvPr>
            <p:ph idx="1"/>
          </p:nvPr>
        </p:nvSpPr>
        <p:spPr/>
        <p:txBody>
          <a:bodyPr>
            <a:normAutofit/>
          </a:bodyPr>
          <a:lstStyle/>
          <a:p>
            <a:pPr>
              <a:buNone/>
            </a:pPr>
            <a:r>
              <a:rPr lang="en-US" dirty="0" smtClean="0"/>
              <a:t>               </a:t>
            </a:r>
          </a:p>
          <a:p>
            <a:pPr>
              <a:buNone/>
            </a:pPr>
            <a:r>
              <a:rPr lang="en-US" dirty="0" smtClean="0"/>
              <a:t>                 </a:t>
            </a:r>
          </a:p>
        </p:txBody>
      </p:sp>
      <p:sp>
        <p:nvSpPr>
          <p:cNvPr id="4" name="Date Placeholder 3"/>
          <p:cNvSpPr>
            <a:spLocks noGrp="1"/>
          </p:cNvSpPr>
          <p:nvPr>
            <p:ph type="dt" sz="half" idx="10"/>
          </p:nvPr>
        </p:nvSpPr>
        <p:spPr/>
        <p:txBody>
          <a:bodyPr/>
          <a:lstStyle/>
          <a:p>
            <a:fld id="{06BE1F13-6DD4-5D4B-86C8-908C01B938EC}" type="datetime1">
              <a:rPr lang="en-US" altLang="en-US" smtClean="0">
                <a:solidFill>
                  <a:prstClr val="black"/>
                </a:solidFill>
              </a:rPr>
              <a:pPr/>
              <a:t>29-Jun-17</a:t>
            </a:fld>
            <a:endParaRPr lang="en-US" altLang="en-US" dirty="0">
              <a:solidFill>
                <a:prstClr val="black"/>
              </a:solidFill>
            </a:endParaRPr>
          </a:p>
        </p:txBody>
      </p:sp>
      <p:sp>
        <p:nvSpPr>
          <p:cNvPr id="5" name="Slide Number Placeholder 4"/>
          <p:cNvSpPr>
            <a:spLocks noGrp="1"/>
          </p:cNvSpPr>
          <p:nvPr>
            <p:ph type="sldNum" sz="quarter" idx="12"/>
          </p:nvPr>
        </p:nvSpPr>
        <p:spPr/>
        <p:txBody>
          <a:bodyPr/>
          <a:lstStyle/>
          <a:p>
            <a:r>
              <a:rPr lang="en-US" altLang="en-US" dirty="0" smtClean="0">
                <a:solidFill>
                  <a:prstClr val="black"/>
                </a:solidFill>
              </a:rPr>
              <a:t>CH-I-</a:t>
            </a:r>
            <a:fld id="{3FB30F3C-053D-864C-B962-F2E761156877}" type="slidenum">
              <a:rPr lang="en-US" altLang="en-US" smtClean="0">
                <a:solidFill>
                  <a:prstClr val="black"/>
                </a:solidFill>
              </a:rPr>
              <a:pPr/>
              <a:t>4</a:t>
            </a:fld>
            <a:endParaRPr lang="en-US" altLang="en-US" dirty="0">
              <a:solidFill>
                <a:prstClr val="black"/>
              </a:solidFill>
            </a:endParaRPr>
          </a:p>
        </p:txBody>
      </p:sp>
      <p:sp>
        <p:nvSpPr>
          <p:cNvPr id="6" name="Footer Placeholder 5"/>
          <p:cNvSpPr>
            <a:spLocks noGrp="1"/>
          </p:cNvSpPr>
          <p:nvPr>
            <p:ph type="ftr" sz="quarter" idx="11"/>
          </p:nvPr>
        </p:nvSpPr>
        <p:spPr/>
        <p:txBody>
          <a:bodyPr/>
          <a:lstStyle/>
          <a:p>
            <a:r>
              <a:rPr lang="en-US" altLang="en-US" smtClean="0">
                <a:solidFill>
                  <a:prstClr val="black"/>
                </a:solidFill>
              </a:rPr>
              <a:t>National CRC training </a:t>
            </a:r>
            <a:endParaRPr lang="en-US" altLang="en-US" dirty="0">
              <a:solidFill>
                <a:prstClr val="black"/>
              </a:solidFill>
            </a:endParaRPr>
          </a:p>
        </p:txBody>
      </p:sp>
      <p:pic>
        <p:nvPicPr>
          <p:cNvPr id="7" name="Picture 5"/>
          <p:cNvPicPr>
            <a:picLocks noChangeAspect="1" noChangeArrowheads="1"/>
          </p:cNvPicPr>
          <p:nvPr/>
        </p:nvPicPr>
        <p:blipFill>
          <a:blip r:embed="rId2"/>
          <a:srcRect/>
          <a:stretch>
            <a:fillRect/>
          </a:stretch>
        </p:blipFill>
        <p:spPr>
          <a:xfrm>
            <a:off x="637952" y="2490135"/>
            <a:ext cx="2413591" cy="1787629"/>
          </a:xfrm>
          <a:prstGeom prst="rect">
            <a:avLst/>
          </a:prstGeom>
          <a:noFill/>
        </p:spPr>
      </p:pic>
      <p:sp>
        <p:nvSpPr>
          <p:cNvPr id="9" name="Content Placeholder 2"/>
          <p:cNvSpPr txBox="1">
            <a:spLocks/>
          </p:cNvSpPr>
          <p:nvPr/>
        </p:nvSpPr>
        <p:spPr>
          <a:xfrm>
            <a:off x="2793999" y="2642535"/>
            <a:ext cx="5334001" cy="3444997"/>
          </a:xfrm>
          <a:prstGeom prst="rect">
            <a:avLst/>
          </a:prstGeom>
        </p:spPr>
        <p:txBody>
          <a:bodyPr vert="horz" lIns="91440" tIns="45720" rIns="91440" bIns="45720" rtlCol="0" anchor="t">
            <a:normAutofit/>
          </a:bodyPr>
          <a:lstStyle>
            <a:lvl1pPr marL="285750" indent="-285750" algn="l" defTabSz="457200" rtl="0" eaLnBrk="1" latinLnBrk="0" hangingPunct="1">
              <a:spcBef>
                <a:spcPct val="20000"/>
              </a:spcBef>
              <a:spcAft>
                <a:spcPts val="600"/>
              </a:spcAft>
              <a:buClr>
                <a:schemeClr val="accent1"/>
              </a:buClr>
              <a:buSzPct val="115000"/>
              <a:buFont typeface="Arial"/>
              <a:buChar char="•"/>
              <a:defRPr sz="32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8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a:lstStyle>
          <a:p>
            <a:r>
              <a:rPr lang="en-US" dirty="0" smtClean="0"/>
              <a:t>Can compassion be trained and learned? </a:t>
            </a:r>
          </a:p>
          <a:p>
            <a:endParaRPr lang="en-US" dirty="0" smtClean="0"/>
          </a:p>
          <a:p>
            <a:r>
              <a:rPr lang="en-US" i="1" dirty="0" smtClean="0"/>
              <a:t>Time Allowed: 10 Minutes</a:t>
            </a:r>
            <a:endParaRPr lang="en-US" dirty="0" smtClean="0"/>
          </a:p>
          <a:p>
            <a:endParaRPr lang="en-US" dirty="0"/>
          </a:p>
        </p:txBody>
      </p:sp>
    </p:spTree>
    <p:extLst>
      <p:ext uri="{BB962C8B-B14F-4D97-AF65-F5344CB8AC3E}">
        <p14:creationId xmlns:p14="http://schemas.microsoft.com/office/powerpoint/2010/main" val="3161408596"/>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Session Objective</a:t>
            </a:r>
            <a:endParaRPr lang="en-US" dirty="0"/>
          </a:p>
        </p:txBody>
      </p:sp>
      <p:sp>
        <p:nvSpPr>
          <p:cNvPr id="3" name="Content Placeholder 2"/>
          <p:cNvSpPr>
            <a:spLocks noGrp="1"/>
          </p:cNvSpPr>
          <p:nvPr>
            <p:ph idx="1"/>
          </p:nvPr>
        </p:nvSpPr>
        <p:spPr>
          <a:xfrm>
            <a:off x="1176865" y="2490135"/>
            <a:ext cx="6798736" cy="3444997"/>
          </a:xfrm>
        </p:spPr>
        <p:txBody>
          <a:bodyPr>
            <a:normAutofit lnSpcReduction="10000"/>
          </a:bodyPr>
          <a:lstStyle/>
          <a:p>
            <a:pPr>
              <a:buNone/>
            </a:pPr>
            <a:r>
              <a:rPr lang="en-US" dirty="0" smtClean="0"/>
              <a:t>At the end of this session, participants will be able to:</a:t>
            </a:r>
          </a:p>
          <a:p>
            <a:pPr>
              <a:buNone/>
            </a:pPr>
            <a:endParaRPr lang="en-US" dirty="0" smtClean="0"/>
          </a:p>
          <a:p>
            <a:pPr lvl="1"/>
            <a:r>
              <a:rPr lang="en-US" sz="3200" dirty="0" smtClean="0"/>
              <a:t>Define compassionate care </a:t>
            </a:r>
          </a:p>
          <a:p>
            <a:pPr lvl="1"/>
            <a:r>
              <a:rPr lang="en-US" sz="3200" dirty="0" smtClean="0"/>
              <a:t>Identify the characteristics and qualities of compassionate care</a:t>
            </a:r>
          </a:p>
        </p:txBody>
      </p:sp>
      <p:sp>
        <p:nvSpPr>
          <p:cNvPr id="4" name="Date Placeholder 3"/>
          <p:cNvSpPr>
            <a:spLocks noGrp="1"/>
          </p:cNvSpPr>
          <p:nvPr>
            <p:ph type="dt" sz="half" idx="10"/>
          </p:nvPr>
        </p:nvSpPr>
        <p:spPr/>
        <p:txBody>
          <a:bodyPr/>
          <a:lstStyle/>
          <a:p>
            <a:fld id="{58888CBF-8E6A-FF4C-B61B-9224EAD071EB}" type="datetime1">
              <a:rPr lang="en-US" altLang="en-US" smtClean="0">
                <a:solidFill>
                  <a:prstClr val="black"/>
                </a:solidFill>
              </a:rPr>
              <a:pPr/>
              <a:t>29-Jun-17</a:t>
            </a:fld>
            <a:endParaRPr lang="en-US" altLang="en-US" dirty="0">
              <a:solidFill>
                <a:prstClr val="black"/>
              </a:solidFill>
            </a:endParaRPr>
          </a:p>
        </p:txBody>
      </p:sp>
      <p:sp>
        <p:nvSpPr>
          <p:cNvPr id="5" name="Footer Placeholder 4"/>
          <p:cNvSpPr>
            <a:spLocks noGrp="1"/>
          </p:cNvSpPr>
          <p:nvPr>
            <p:ph type="ftr" sz="quarter" idx="11"/>
          </p:nvPr>
        </p:nvSpPr>
        <p:spPr/>
        <p:txBody>
          <a:bodyPr/>
          <a:lstStyle/>
          <a:p>
            <a:r>
              <a:rPr lang="en-US" altLang="en-US" smtClean="0">
                <a:solidFill>
                  <a:prstClr val="black"/>
                </a:solidFill>
              </a:rPr>
              <a:t>National CRC training </a:t>
            </a:r>
            <a:endParaRPr lang="en-US" altLang="en-US" dirty="0">
              <a:solidFill>
                <a:prstClr val="black"/>
              </a:solidFill>
            </a:endParaRPr>
          </a:p>
        </p:txBody>
      </p:sp>
      <p:sp>
        <p:nvSpPr>
          <p:cNvPr id="6" name="Slide Number Placeholder 5"/>
          <p:cNvSpPr>
            <a:spLocks noGrp="1"/>
          </p:cNvSpPr>
          <p:nvPr>
            <p:ph type="sldNum" sz="quarter" idx="12"/>
          </p:nvPr>
        </p:nvSpPr>
        <p:spPr/>
        <p:txBody>
          <a:bodyPr/>
          <a:lstStyle/>
          <a:p>
            <a:r>
              <a:rPr lang="en-US" altLang="en-US" smtClean="0">
                <a:solidFill>
                  <a:prstClr val="black"/>
                </a:solidFill>
              </a:rPr>
              <a:t>CH-I-</a:t>
            </a:r>
            <a:fld id="{3FB30F3C-053D-864C-B962-F2E761156877}" type="slidenum">
              <a:rPr lang="en-US" altLang="en-US" smtClean="0">
                <a:solidFill>
                  <a:prstClr val="black"/>
                </a:solidFill>
              </a:rPr>
              <a:pPr/>
              <a:t>5</a:t>
            </a:fld>
            <a:endParaRPr lang="en-US" altLang="en-US" dirty="0">
              <a:solidFill>
                <a:prstClr val="black"/>
              </a:solidFill>
            </a:endParaRPr>
          </a:p>
        </p:txBody>
      </p:sp>
    </p:spTree>
    <p:extLst>
      <p:ext uri="{BB962C8B-B14F-4D97-AF65-F5344CB8AC3E}">
        <p14:creationId xmlns:p14="http://schemas.microsoft.com/office/powerpoint/2010/main" val="1550548926"/>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Introduction …</a:t>
            </a:r>
            <a:endParaRPr lang="en-US" dirty="0"/>
          </a:p>
        </p:txBody>
      </p:sp>
      <p:sp>
        <p:nvSpPr>
          <p:cNvPr id="3" name="Content Placeholder 2"/>
          <p:cNvSpPr>
            <a:spLocks noGrp="1"/>
          </p:cNvSpPr>
          <p:nvPr>
            <p:ph idx="1"/>
          </p:nvPr>
        </p:nvSpPr>
        <p:spPr>
          <a:xfrm>
            <a:off x="783771" y="2490135"/>
            <a:ext cx="4548250" cy="3444997"/>
          </a:xfrm>
        </p:spPr>
        <p:txBody>
          <a:bodyPr>
            <a:normAutofit lnSpcReduction="10000"/>
          </a:bodyPr>
          <a:lstStyle/>
          <a:p>
            <a:r>
              <a:rPr lang="en-US" dirty="0" smtClean="0"/>
              <a:t>Compassion  can be defined as </a:t>
            </a:r>
          </a:p>
          <a:p>
            <a:pPr>
              <a:buNone/>
            </a:pPr>
            <a:r>
              <a:rPr lang="en-US" dirty="0" smtClean="0"/>
              <a:t>    ‘a sensitivity to the suffering of self  and others with a deep wish and commitment to relieve the suffering’. </a:t>
            </a:r>
          </a:p>
          <a:p>
            <a:endParaRPr lang="en-US" dirty="0"/>
          </a:p>
        </p:txBody>
      </p:sp>
      <p:sp>
        <p:nvSpPr>
          <p:cNvPr id="4" name="Date Placeholder 3"/>
          <p:cNvSpPr>
            <a:spLocks noGrp="1"/>
          </p:cNvSpPr>
          <p:nvPr>
            <p:ph type="dt" sz="half" idx="10"/>
          </p:nvPr>
        </p:nvSpPr>
        <p:spPr/>
        <p:txBody>
          <a:bodyPr/>
          <a:lstStyle/>
          <a:p>
            <a:fld id="{58888CBF-8E6A-FF4C-B61B-9224EAD071EB}" type="datetime1">
              <a:rPr lang="en-US" altLang="en-US" smtClean="0">
                <a:solidFill>
                  <a:prstClr val="black"/>
                </a:solidFill>
              </a:rPr>
              <a:pPr/>
              <a:t>29-Jun-17</a:t>
            </a:fld>
            <a:endParaRPr lang="en-US" altLang="en-US" dirty="0">
              <a:solidFill>
                <a:prstClr val="black"/>
              </a:solidFill>
            </a:endParaRPr>
          </a:p>
        </p:txBody>
      </p:sp>
      <p:sp>
        <p:nvSpPr>
          <p:cNvPr id="5" name="Footer Placeholder 4"/>
          <p:cNvSpPr>
            <a:spLocks noGrp="1"/>
          </p:cNvSpPr>
          <p:nvPr>
            <p:ph type="ftr" sz="quarter" idx="11"/>
          </p:nvPr>
        </p:nvSpPr>
        <p:spPr/>
        <p:txBody>
          <a:bodyPr/>
          <a:lstStyle/>
          <a:p>
            <a:r>
              <a:rPr lang="en-US" altLang="en-US" dirty="0" smtClean="0">
                <a:solidFill>
                  <a:prstClr val="black"/>
                </a:solidFill>
              </a:rPr>
              <a:t>National CRC training </a:t>
            </a:r>
            <a:endParaRPr lang="en-US" altLang="en-US" dirty="0">
              <a:solidFill>
                <a:prstClr val="black"/>
              </a:solidFill>
            </a:endParaRPr>
          </a:p>
        </p:txBody>
      </p:sp>
      <p:sp>
        <p:nvSpPr>
          <p:cNvPr id="6" name="Slide Number Placeholder 5"/>
          <p:cNvSpPr>
            <a:spLocks noGrp="1"/>
          </p:cNvSpPr>
          <p:nvPr>
            <p:ph type="sldNum" sz="quarter" idx="12"/>
          </p:nvPr>
        </p:nvSpPr>
        <p:spPr/>
        <p:txBody>
          <a:bodyPr/>
          <a:lstStyle/>
          <a:p>
            <a:r>
              <a:rPr lang="en-US" altLang="en-US" smtClean="0">
                <a:solidFill>
                  <a:prstClr val="black"/>
                </a:solidFill>
              </a:rPr>
              <a:t>CH-I-</a:t>
            </a:r>
            <a:fld id="{3FB30F3C-053D-864C-B962-F2E761156877}" type="slidenum">
              <a:rPr lang="en-US" altLang="en-US" smtClean="0">
                <a:solidFill>
                  <a:prstClr val="black"/>
                </a:solidFill>
              </a:rPr>
              <a:pPr/>
              <a:t>6</a:t>
            </a:fld>
            <a:endParaRPr lang="en-US" altLang="en-US" dirty="0">
              <a:solidFill>
                <a:prstClr val="black"/>
              </a:solidFill>
            </a:endParaRPr>
          </a:p>
        </p:txBody>
      </p:sp>
      <p:pic>
        <p:nvPicPr>
          <p:cNvPr id="1027" name="Picture 3"/>
          <p:cNvPicPr>
            <a:picLocks noChangeAspect="1" noChangeArrowheads="1"/>
          </p:cNvPicPr>
          <p:nvPr/>
        </p:nvPicPr>
        <p:blipFill>
          <a:blip r:embed="rId2"/>
          <a:srcRect/>
          <a:stretch>
            <a:fillRect/>
          </a:stretch>
        </p:blipFill>
        <p:spPr bwMode="auto">
          <a:xfrm>
            <a:off x="5522027" y="2490135"/>
            <a:ext cx="2941707" cy="2533126"/>
          </a:xfrm>
          <a:prstGeom prst="rect">
            <a:avLst/>
          </a:prstGeom>
          <a:noFill/>
          <a:ln w="9525">
            <a:noFill/>
            <a:miter lim="800000"/>
            <a:headEnd/>
            <a:tailEnd/>
          </a:ln>
        </p:spPr>
      </p:pic>
    </p:spTree>
    <p:extLst>
      <p:ext uri="{BB962C8B-B14F-4D97-AF65-F5344CB8AC3E}">
        <p14:creationId xmlns:p14="http://schemas.microsoft.com/office/powerpoint/2010/main" val="1961161486"/>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Characteristic and qualities of compassion…</a:t>
            </a:r>
            <a:endParaRPr lang="en-US" dirty="0"/>
          </a:p>
        </p:txBody>
      </p:sp>
      <p:sp>
        <p:nvSpPr>
          <p:cNvPr id="3" name="Content Placeholder 2"/>
          <p:cNvSpPr>
            <a:spLocks noGrp="1"/>
          </p:cNvSpPr>
          <p:nvPr>
            <p:ph idx="1"/>
          </p:nvPr>
        </p:nvSpPr>
        <p:spPr/>
        <p:txBody>
          <a:bodyPr>
            <a:normAutofit fontScale="92500" lnSpcReduction="10000"/>
          </a:bodyPr>
          <a:lstStyle/>
          <a:p>
            <a:pPr>
              <a:buNone/>
            </a:pPr>
            <a:r>
              <a:rPr lang="en-US" b="1" dirty="0" smtClean="0"/>
              <a:t>Motivation</a:t>
            </a:r>
          </a:p>
          <a:p>
            <a:r>
              <a:rPr lang="en-US" dirty="0" smtClean="0"/>
              <a:t>    The initial stage requires the motivation to be caring, supportive and helpful to others. </a:t>
            </a:r>
          </a:p>
          <a:p>
            <a:r>
              <a:rPr lang="en-US" dirty="0" smtClean="0"/>
              <a:t>    This is the “ commitment to try to do something about it” aspects of compassion.  </a:t>
            </a:r>
          </a:p>
          <a:p>
            <a:pPr>
              <a:buNone/>
            </a:pPr>
            <a:endParaRPr lang="en-US" dirty="0"/>
          </a:p>
        </p:txBody>
      </p:sp>
      <p:sp>
        <p:nvSpPr>
          <p:cNvPr id="4" name="Date Placeholder 3"/>
          <p:cNvSpPr>
            <a:spLocks noGrp="1"/>
          </p:cNvSpPr>
          <p:nvPr>
            <p:ph type="dt" sz="half" idx="10"/>
          </p:nvPr>
        </p:nvSpPr>
        <p:spPr/>
        <p:txBody>
          <a:bodyPr/>
          <a:lstStyle/>
          <a:p>
            <a:fld id="{58888CBF-8E6A-FF4C-B61B-9224EAD071EB}" type="datetime1">
              <a:rPr lang="en-US" altLang="en-US" smtClean="0">
                <a:solidFill>
                  <a:prstClr val="black"/>
                </a:solidFill>
              </a:rPr>
              <a:pPr/>
              <a:t>29-Jun-17</a:t>
            </a:fld>
            <a:endParaRPr lang="en-US" altLang="en-US" dirty="0">
              <a:solidFill>
                <a:prstClr val="black"/>
              </a:solidFill>
            </a:endParaRPr>
          </a:p>
        </p:txBody>
      </p:sp>
      <p:sp>
        <p:nvSpPr>
          <p:cNvPr id="5" name="Footer Placeholder 4"/>
          <p:cNvSpPr>
            <a:spLocks noGrp="1"/>
          </p:cNvSpPr>
          <p:nvPr>
            <p:ph type="ftr" sz="quarter" idx="11"/>
          </p:nvPr>
        </p:nvSpPr>
        <p:spPr/>
        <p:txBody>
          <a:bodyPr/>
          <a:lstStyle/>
          <a:p>
            <a:r>
              <a:rPr lang="en-US" altLang="en-US" smtClean="0">
                <a:solidFill>
                  <a:prstClr val="black"/>
                </a:solidFill>
              </a:rPr>
              <a:t>National CRC training </a:t>
            </a:r>
            <a:endParaRPr lang="en-US" altLang="en-US" dirty="0">
              <a:solidFill>
                <a:prstClr val="black"/>
              </a:solidFill>
            </a:endParaRPr>
          </a:p>
        </p:txBody>
      </p:sp>
      <p:sp>
        <p:nvSpPr>
          <p:cNvPr id="6" name="Slide Number Placeholder 5"/>
          <p:cNvSpPr>
            <a:spLocks noGrp="1"/>
          </p:cNvSpPr>
          <p:nvPr>
            <p:ph type="sldNum" sz="quarter" idx="12"/>
          </p:nvPr>
        </p:nvSpPr>
        <p:spPr/>
        <p:txBody>
          <a:bodyPr/>
          <a:lstStyle/>
          <a:p>
            <a:r>
              <a:rPr lang="en-US" altLang="en-US" smtClean="0">
                <a:solidFill>
                  <a:prstClr val="black"/>
                </a:solidFill>
              </a:rPr>
              <a:t>CH-I-</a:t>
            </a:r>
            <a:fld id="{3FB30F3C-053D-864C-B962-F2E761156877}" type="slidenum">
              <a:rPr lang="en-US" altLang="en-US" smtClean="0">
                <a:solidFill>
                  <a:prstClr val="black"/>
                </a:solidFill>
              </a:rPr>
              <a:pPr/>
              <a:t>7</a:t>
            </a:fld>
            <a:endParaRPr lang="en-US" altLang="en-US" dirty="0">
              <a:solidFill>
                <a:prstClr val="black"/>
              </a:solidFill>
            </a:endParaRP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Characteristic and qualities of compassion…</a:t>
            </a:r>
            <a:endParaRPr lang="en-US" dirty="0"/>
          </a:p>
        </p:txBody>
      </p:sp>
      <p:sp>
        <p:nvSpPr>
          <p:cNvPr id="3" name="Content Placeholder 2"/>
          <p:cNvSpPr>
            <a:spLocks noGrp="1"/>
          </p:cNvSpPr>
          <p:nvPr>
            <p:ph idx="1"/>
          </p:nvPr>
        </p:nvSpPr>
        <p:spPr/>
        <p:txBody>
          <a:bodyPr/>
          <a:lstStyle/>
          <a:p>
            <a:pPr>
              <a:buNone/>
            </a:pPr>
            <a:r>
              <a:rPr lang="en-US" b="1" dirty="0" smtClean="0"/>
              <a:t>Being sensitive</a:t>
            </a:r>
          </a:p>
          <a:p>
            <a:r>
              <a:rPr lang="en-US" b="1" dirty="0" smtClean="0"/>
              <a:t>   </a:t>
            </a:r>
            <a:r>
              <a:rPr lang="en-US" dirty="0" smtClean="0"/>
              <a:t>This is the capacity to be sensitive and to maintain open attention, enabling us to notice when others need help. </a:t>
            </a:r>
            <a:endParaRPr lang="en-US" dirty="0"/>
          </a:p>
        </p:txBody>
      </p:sp>
      <p:sp>
        <p:nvSpPr>
          <p:cNvPr id="4" name="Date Placeholder 3"/>
          <p:cNvSpPr>
            <a:spLocks noGrp="1"/>
          </p:cNvSpPr>
          <p:nvPr>
            <p:ph type="dt" sz="half" idx="10"/>
          </p:nvPr>
        </p:nvSpPr>
        <p:spPr/>
        <p:txBody>
          <a:bodyPr/>
          <a:lstStyle/>
          <a:p>
            <a:fld id="{58888CBF-8E6A-FF4C-B61B-9224EAD071EB}" type="datetime1">
              <a:rPr lang="en-US" altLang="en-US" smtClean="0">
                <a:solidFill>
                  <a:prstClr val="black"/>
                </a:solidFill>
              </a:rPr>
              <a:pPr/>
              <a:t>29-Jun-17</a:t>
            </a:fld>
            <a:endParaRPr lang="en-US" altLang="en-US" dirty="0">
              <a:solidFill>
                <a:prstClr val="black"/>
              </a:solidFill>
            </a:endParaRPr>
          </a:p>
        </p:txBody>
      </p:sp>
      <p:sp>
        <p:nvSpPr>
          <p:cNvPr id="5" name="Footer Placeholder 4"/>
          <p:cNvSpPr>
            <a:spLocks noGrp="1"/>
          </p:cNvSpPr>
          <p:nvPr>
            <p:ph type="ftr" sz="quarter" idx="11"/>
          </p:nvPr>
        </p:nvSpPr>
        <p:spPr/>
        <p:txBody>
          <a:bodyPr/>
          <a:lstStyle/>
          <a:p>
            <a:r>
              <a:rPr lang="en-US" altLang="en-US" smtClean="0">
                <a:solidFill>
                  <a:prstClr val="black"/>
                </a:solidFill>
              </a:rPr>
              <a:t>National CRC training </a:t>
            </a:r>
            <a:endParaRPr lang="en-US" altLang="en-US" dirty="0">
              <a:solidFill>
                <a:prstClr val="black"/>
              </a:solidFill>
            </a:endParaRPr>
          </a:p>
        </p:txBody>
      </p:sp>
      <p:sp>
        <p:nvSpPr>
          <p:cNvPr id="6" name="Slide Number Placeholder 5"/>
          <p:cNvSpPr>
            <a:spLocks noGrp="1"/>
          </p:cNvSpPr>
          <p:nvPr>
            <p:ph type="sldNum" sz="quarter" idx="12"/>
          </p:nvPr>
        </p:nvSpPr>
        <p:spPr/>
        <p:txBody>
          <a:bodyPr/>
          <a:lstStyle/>
          <a:p>
            <a:r>
              <a:rPr lang="en-US" altLang="en-US" smtClean="0">
                <a:solidFill>
                  <a:prstClr val="black"/>
                </a:solidFill>
              </a:rPr>
              <a:t>CH-I-</a:t>
            </a:r>
            <a:fld id="{3FB30F3C-053D-864C-B962-F2E761156877}" type="slidenum">
              <a:rPr lang="en-US" altLang="en-US" smtClean="0">
                <a:solidFill>
                  <a:prstClr val="black"/>
                </a:solidFill>
              </a:rPr>
              <a:pPr/>
              <a:t>8</a:t>
            </a:fld>
            <a:endParaRPr lang="en-US" altLang="en-US" dirty="0">
              <a:solidFill>
                <a:prstClr val="black"/>
              </a:solidFill>
            </a:endParaRP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Characteristic and qualities of compassion…</a:t>
            </a:r>
            <a:endParaRPr lang="en-US" dirty="0"/>
          </a:p>
        </p:txBody>
      </p:sp>
      <p:sp>
        <p:nvSpPr>
          <p:cNvPr id="3" name="Content Placeholder 2"/>
          <p:cNvSpPr>
            <a:spLocks noGrp="1"/>
          </p:cNvSpPr>
          <p:nvPr>
            <p:ph idx="1"/>
          </p:nvPr>
        </p:nvSpPr>
        <p:spPr/>
        <p:txBody>
          <a:bodyPr>
            <a:normAutofit fontScale="92500" lnSpcReduction="10000"/>
          </a:bodyPr>
          <a:lstStyle/>
          <a:p>
            <a:pPr>
              <a:buNone/>
            </a:pPr>
            <a:r>
              <a:rPr lang="en-US" b="1" dirty="0" smtClean="0"/>
              <a:t>Sympathetic</a:t>
            </a:r>
          </a:p>
          <a:p>
            <a:pPr algn="just"/>
            <a:r>
              <a:rPr lang="en-US" dirty="0" smtClean="0"/>
              <a:t>  Compassion requires us to be emotionally open to ours and others’ suffering. </a:t>
            </a:r>
          </a:p>
          <a:p>
            <a:pPr algn="just"/>
            <a:r>
              <a:rPr lang="en-US" dirty="0" smtClean="0"/>
              <a:t>  This means that we are emotionally touched, moved and </a:t>
            </a:r>
            <a:r>
              <a:rPr lang="en-US" b="1" i="1" dirty="0" smtClean="0"/>
              <a:t>sympathetic </a:t>
            </a:r>
            <a:r>
              <a:rPr lang="en-US" dirty="0" smtClean="0"/>
              <a:t>to suffering</a:t>
            </a:r>
            <a:endParaRPr lang="en-US" dirty="0"/>
          </a:p>
        </p:txBody>
      </p:sp>
      <p:sp>
        <p:nvSpPr>
          <p:cNvPr id="4" name="Date Placeholder 3"/>
          <p:cNvSpPr>
            <a:spLocks noGrp="1"/>
          </p:cNvSpPr>
          <p:nvPr>
            <p:ph type="dt" sz="half" idx="10"/>
          </p:nvPr>
        </p:nvSpPr>
        <p:spPr/>
        <p:txBody>
          <a:bodyPr/>
          <a:lstStyle/>
          <a:p>
            <a:fld id="{58888CBF-8E6A-FF4C-B61B-9224EAD071EB}" type="datetime1">
              <a:rPr lang="en-US" altLang="en-US" smtClean="0">
                <a:solidFill>
                  <a:prstClr val="black"/>
                </a:solidFill>
              </a:rPr>
              <a:pPr/>
              <a:t>29-Jun-17</a:t>
            </a:fld>
            <a:endParaRPr lang="en-US" altLang="en-US" dirty="0">
              <a:solidFill>
                <a:prstClr val="black"/>
              </a:solidFill>
            </a:endParaRPr>
          </a:p>
        </p:txBody>
      </p:sp>
      <p:sp>
        <p:nvSpPr>
          <p:cNvPr id="5" name="Footer Placeholder 4"/>
          <p:cNvSpPr>
            <a:spLocks noGrp="1"/>
          </p:cNvSpPr>
          <p:nvPr>
            <p:ph type="ftr" sz="quarter" idx="11"/>
          </p:nvPr>
        </p:nvSpPr>
        <p:spPr/>
        <p:txBody>
          <a:bodyPr/>
          <a:lstStyle/>
          <a:p>
            <a:r>
              <a:rPr lang="en-US" altLang="en-US" smtClean="0">
                <a:solidFill>
                  <a:prstClr val="black"/>
                </a:solidFill>
              </a:rPr>
              <a:t>National CRC training </a:t>
            </a:r>
            <a:endParaRPr lang="en-US" altLang="en-US" dirty="0">
              <a:solidFill>
                <a:prstClr val="black"/>
              </a:solidFill>
            </a:endParaRPr>
          </a:p>
        </p:txBody>
      </p:sp>
      <p:sp>
        <p:nvSpPr>
          <p:cNvPr id="6" name="Slide Number Placeholder 5"/>
          <p:cNvSpPr>
            <a:spLocks noGrp="1"/>
          </p:cNvSpPr>
          <p:nvPr>
            <p:ph type="sldNum" sz="quarter" idx="12"/>
          </p:nvPr>
        </p:nvSpPr>
        <p:spPr/>
        <p:txBody>
          <a:bodyPr/>
          <a:lstStyle/>
          <a:p>
            <a:r>
              <a:rPr lang="en-US" altLang="en-US" smtClean="0">
                <a:solidFill>
                  <a:prstClr val="black"/>
                </a:solidFill>
              </a:rPr>
              <a:t>CH-I-</a:t>
            </a:r>
            <a:fld id="{3FB30F3C-053D-864C-B962-F2E761156877}" type="slidenum">
              <a:rPr lang="en-US" altLang="en-US" smtClean="0">
                <a:solidFill>
                  <a:prstClr val="black"/>
                </a:solidFill>
              </a:rPr>
              <a:pPr/>
              <a:t>9</a:t>
            </a:fld>
            <a:endParaRPr lang="en-US" altLang="en-US" dirty="0">
              <a:solidFill>
                <a:prstClr val="black"/>
              </a:solidFill>
            </a:endParaRP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Characteristic and qualities of compassion…</a:t>
            </a:r>
            <a:endParaRPr lang="en-US" dirty="0"/>
          </a:p>
        </p:txBody>
      </p:sp>
      <p:sp>
        <p:nvSpPr>
          <p:cNvPr id="3" name="Content Placeholder 2"/>
          <p:cNvSpPr>
            <a:spLocks noGrp="1"/>
          </p:cNvSpPr>
          <p:nvPr>
            <p:ph idx="1"/>
          </p:nvPr>
        </p:nvSpPr>
        <p:spPr/>
        <p:txBody>
          <a:bodyPr>
            <a:normAutofit fontScale="92500" lnSpcReduction="10000"/>
          </a:bodyPr>
          <a:lstStyle/>
          <a:p>
            <a:pPr>
              <a:buNone/>
            </a:pPr>
            <a:r>
              <a:rPr lang="en-US" b="1" dirty="0" smtClean="0"/>
              <a:t>Distress tolerance</a:t>
            </a:r>
          </a:p>
          <a:p>
            <a:r>
              <a:rPr lang="en-US" b="1" dirty="0" smtClean="0"/>
              <a:t>    </a:t>
            </a:r>
            <a:r>
              <a:rPr lang="en-US" dirty="0" smtClean="0"/>
              <a:t>This is our ability to bear difficult emotions both with in ourselves and in others. </a:t>
            </a:r>
          </a:p>
          <a:p>
            <a:r>
              <a:rPr lang="en-US" dirty="0" smtClean="0"/>
              <a:t>People who feel overwhelmed by another’s distress may feel psychologically unable to face it and so have to run away. </a:t>
            </a:r>
            <a:endParaRPr lang="en-US" dirty="0"/>
          </a:p>
        </p:txBody>
      </p:sp>
      <p:sp>
        <p:nvSpPr>
          <p:cNvPr id="4" name="Date Placeholder 3"/>
          <p:cNvSpPr>
            <a:spLocks noGrp="1"/>
          </p:cNvSpPr>
          <p:nvPr>
            <p:ph type="dt" sz="half" idx="10"/>
          </p:nvPr>
        </p:nvSpPr>
        <p:spPr/>
        <p:txBody>
          <a:bodyPr/>
          <a:lstStyle/>
          <a:p>
            <a:fld id="{58888CBF-8E6A-FF4C-B61B-9224EAD071EB}" type="datetime1">
              <a:rPr lang="en-US" altLang="en-US" smtClean="0">
                <a:solidFill>
                  <a:prstClr val="black"/>
                </a:solidFill>
              </a:rPr>
              <a:pPr/>
              <a:t>29-Jun-17</a:t>
            </a:fld>
            <a:endParaRPr lang="en-US" altLang="en-US" dirty="0">
              <a:solidFill>
                <a:prstClr val="black"/>
              </a:solidFill>
            </a:endParaRPr>
          </a:p>
        </p:txBody>
      </p:sp>
      <p:sp>
        <p:nvSpPr>
          <p:cNvPr id="5" name="Footer Placeholder 4"/>
          <p:cNvSpPr>
            <a:spLocks noGrp="1"/>
          </p:cNvSpPr>
          <p:nvPr>
            <p:ph type="ftr" sz="quarter" idx="11"/>
          </p:nvPr>
        </p:nvSpPr>
        <p:spPr/>
        <p:txBody>
          <a:bodyPr/>
          <a:lstStyle/>
          <a:p>
            <a:r>
              <a:rPr lang="en-US" altLang="en-US" smtClean="0">
                <a:solidFill>
                  <a:prstClr val="black"/>
                </a:solidFill>
              </a:rPr>
              <a:t>National CRC training </a:t>
            </a:r>
            <a:endParaRPr lang="en-US" altLang="en-US" dirty="0">
              <a:solidFill>
                <a:prstClr val="black"/>
              </a:solidFill>
            </a:endParaRPr>
          </a:p>
        </p:txBody>
      </p:sp>
      <p:sp>
        <p:nvSpPr>
          <p:cNvPr id="6" name="Slide Number Placeholder 5"/>
          <p:cNvSpPr>
            <a:spLocks noGrp="1"/>
          </p:cNvSpPr>
          <p:nvPr>
            <p:ph type="sldNum" sz="quarter" idx="12"/>
          </p:nvPr>
        </p:nvSpPr>
        <p:spPr/>
        <p:txBody>
          <a:bodyPr/>
          <a:lstStyle/>
          <a:p>
            <a:r>
              <a:rPr lang="en-US" altLang="en-US" smtClean="0">
                <a:solidFill>
                  <a:prstClr val="black"/>
                </a:solidFill>
              </a:rPr>
              <a:t>CH-I-</a:t>
            </a:r>
            <a:fld id="{3FB30F3C-053D-864C-B962-F2E761156877}" type="slidenum">
              <a:rPr lang="en-US" altLang="en-US" smtClean="0">
                <a:solidFill>
                  <a:prstClr val="black"/>
                </a:solidFill>
              </a:rPr>
              <a:pPr/>
              <a:t>10</a:t>
            </a:fld>
            <a:endParaRPr lang="en-US" altLang="en-US" dirty="0">
              <a:solidFill>
                <a:prstClr val="black"/>
              </a:solidFill>
            </a:endParaRP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Characteristic and qualities of compassion…</a:t>
            </a:r>
            <a:endParaRPr lang="en-US" dirty="0"/>
          </a:p>
        </p:txBody>
      </p:sp>
      <p:sp>
        <p:nvSpPr>
          <p:cNvPr id="3" name="Content Placeholder 2"/>
          <p:cNvSpPr>
            <a:spLocks noGrp="1"/>
          </p:cNvSpPr>
          <p:nvPr>
            <p:ph idx="1"/>
          </p:nvPr>
        </p:nvSpPr>
        <p:spPr/>
        <p:txBody>
          <a:bodyPr>
            <a:normAutofit fontScale="92500" lnSpcReduction="20000"/>
          </a:bodyPr>
          <a:lstStyle/>
          <a:p>
            <a:pPr>
              <a:buNone/>
            </a:pPr>
            <a:r>
              <a:rPr lang="en-US" b="1" dirty="0" smtClean="0"/>
              <a:t>Empathy</a:t>
            </a:r>
          </a:p>
          <a:p>
            <a:r>
              <a:rPr lang="en-US" b="1" dirty="0" smtClean="0"/>
              <a:t> </a:t>
            </a:r>
            <a:r>
              <a:rPr lang="en-US" dirty="0" smtClean="0"/>
              <a:t>It requires not simply an ability to recognize another human being’s feelings, motivations and intensions, but also to make sense of their feelings and our own emotional responses.</a:t>
            </a:r>
          </a:p>
          <a:p>
            <a:r>
              <a:rPr lang="en-US" dirty="0" smtClean="0"/>
              <a:t>It is the process of “being in another  persons shoes”</a:t>
            </a:r>
            <a:endParaRPr lang="en-US" dirty="0"/>
          </a:p>
        </p:txBody>
      </p:sp>
      <p:sp>
        <p:nvSpPr>
          <p:cNvPr id="4" name="Date Placeholder 3"/>
          <p:cNvSpPr>
            <a:spLocks noGrp="1"/>
          </p:cNvSpPr>
          <p:nvPr>
            <p:ph type="dt" sz="half" idx="10"/>
          </p:nvPr>
        </p:nvSpPr>
        <p:spPr/>
        <p:txBody>
          <a:bodyPr/>
          <a:lstStyle/>
          <a:p>
            <a:fld id="{58888CBF-8E6A-FF4C-B61B-9224EAD071EB}" type="datetime1">
              <a:rPr lang="en-US" altLang="en-US" smtClean="0">
                <a:solidFill>
                  <a:prstClr val="black"/>
                </a:solidFill>
              </a:rPr>
              <a:pPr/>
              <a:t>29-Jun-17</a:t>
            </a:fld>
            <a:endParaRPr lang="en-US" altLang="en-US" dirty="0">
              <a:solidFill>
                <a:prstClr val="black"/>
              </a:solidFill>
            </a:endParaRPr>
          </a:p>
        </p:txBody>
      </p:sp>
      <p:sp>
        <p:nvSpPr>
          <p:cNvPr id="5" name="Footer Placeholder 4"/>
          <p:cNvSpPr>
            <a:spLocks noGrp="1"/>
          </p:cNvSpPr>
          <p:nvPr>
            <p:ph type="ftr" sz="quarter" idx="11"/>
          </p:nvPr>
        </p:nvSpPr>
        <p:spPr/>
        <p:txBody>
          <a:bodyPr/>
          <a:lstStyle/>
          <a:p>
            <a:r>
              <a:rPr lang="en-US" altLang="en-US" smtClean="0">
                <a:solidFill>
                  <a:prstClr val="black"/>
                </a:solidFill>
              </a:rPr>
              <a:t>National CRC training </a:t>
            </a:r>
            <a:endParaRPr lang="en-US" altLang="en-US" dirty="0">
              <a:solidFill>
                <a:prstClr val="black"/>
              </a:solidFill>
            </a:endParaRPr>
          </a:p>
        </p:txBody>
      </p:sp>
      <p:sp>
        <p:nvSpPr>
          <p:cNvPr id="6" name="Slide Number Placeholder 5"/>
          <p:cNvSpPr>
            <a:spLocks noGrp="1"/>
          </p:cNvSpPr>
          <p:nvPr>
            <p:ph type="sldNum" sz="quarter" idx="12"/>
          </p:nvPr>
        </p:nvSpPr>
        <p:spPr/>
        <p:txBody>
          <a:bodyPr/>
          <a:lstStyle/>
          <a:p>
            <a:r>
              <a:rPr lang="en-US" altLang="en-US" smtClean="0">
                <a:solidFill>
                  <a:prstClr val="black"/>
                </a:solidFill>
              </a:rPr>
              <a:t>CH-I-</a:t>
            </a:r>
            <a:fld id="{3FB30F3C-053D-864C-B962-F2E761156877}" type="slidenum">
              <a:rPr lang="en-US" altLang="en-US" smtClean="0">
                <a:solidFill>
                  <a:prstClr val="black"/>
                </a:solidFill>
              </a:rPr>
              <a:pPr/>
              <a:t>11</a:t>
            </a:fld>
            <a:endParaRPr lang="en-US" altLang="en-US" dirty="0">
              <a:solidFill>
                <a:prstClr val="black"/>
              </a:solidFill>
            </a:endParaRP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Characteristic and qualities of compassion…</a:t>
            </a:r>
            <a:endParaRPr lang="en-US" dirty="0"/>
          </a:p>
        </p:txBody>
      </p:sp>
      <p:sp>
        <p:nvSpPr>
          <p:cNvPr id="3" name="Content Placeholder 2"/>
          <p:cNvSpPr>
            <a:spLocks noGrp="1"/>
          </p:cNvSpPr>
          <p:nvPr>
            <p:ph idx="1"/>
          </p:nvPr>
        </p:nvSpPr>
        <p:spPr/>
        <p:txBody>
          <a:bodyPr>
            <a:normAutofit fontScale="77500" lnSpcReduction="20000"/>
          </a:bodyPr>
          <a:lstStyle/>
          <a:p>
            <a:pPr>
              <a:buNone/>
            </a:pPr>
            <a:r>
              <a:rPr lang="en-US" b="1" dirty="0" smtClean="0"/>
              <a:t>Non-condemning and non-judging</a:t>
            </a:r>
          </a:p>
          <a:p>
            <a:r>
              <a:rPr lang="en-US" dirty="0" smtClean="0"/>
              <a:t>Means not judging a person’s pain or distress, but simply accepting and validating their experience. </a:t>
            </a:r>
          </a:p>
          <a:p>
            <a:pPr>
              <a:buNone/>
            </a:pPr>
            <a:r>
              <a:rPr lang="en-US" b="1" dirty="0" smtClean="0"/>
              <a:t>Caring</a:t>
            </a:r>
          </a:p>
          <a:p>
            <a:r>
              <a:rPr lang="en-US" dirty="0" smtClean="0"/>
              <a:t> Means “action and activities directed towards assisting, supporting or enabling another individual</a:t>
            </a:r>
            <a:r>
              <a:rPr lang="en-US" b="1" dirty="0" smtClean="0"/>
              <a:t> or </a:t>
            </a:r>
            <a:r>
              <a:rPr lang="en-US" dirty="0" smtClean="0"/>
              <a:t>group with evident or anticipated needs to improve a human condition or life way or to face death”.</a:t>
            </a:r>
          </a:p>
          <a:p>
            <a:pPr>
              <a:buNone/>
            </a:pPr>
            <a:endParaRPr lang="en-US" dirty="0"/>
          </a:p>
        </p:txBody>
      </p:sp>
      <p:sp>
        <p:nvSpPr>
          <p:cNvPr id="4" name="Date Placeholder 3"/>
          <p:cNvSpPr>
            <a:spLocks noGrp="1"/>
          </p:cNvSpPr>
          <p:nvPr>
            <p:ph type="dt" sz="half" idx="10"/>
          </p:nvPr>
        </p:nvSpPr>
        <p:spPr/>
        <p:txBody>
          <a:bodyPr/>
          <a:lstStyle/>
          <a:p>
            <a:fld id="{58888CBF-8E6A-FF4C-B61B-9224EAD071EB}" type="datetime1">
              <a:rPr lang="en-US" altLang="en-US" smtClean="0">
                <a:solidFill>
                  <a:prstClr val="black"/>
                </a:solidFill>
              </a:rPr>
              <a:pPr/>
              <a:t>29-Jun-17</a:t>
            </a:fld>
            <a:endParaRPr lang="en-US" altLang="en-US" dirty="0">
              <a:solidFill>
                <a:prstClr val="black"/>
              </a:solidFill>
            </a:endParaRPr>
          </a:p>
        </p:txBody>
      </p:sp>
      <p:sp>
        <p:nvSpPr>
          <p:cNvPr id="5" name="Footer Placeholder 4"/>
          <p:cNvSpPr>
            <a:spLocks noGrp="1"/>
          </p:cNvSpPr>
          <p:nvPr>
            <p:ph type="ftr" sz="quarter" idx="11"/>
          </p:nvPr>
        </p:nvSpPr>
        <p:spPr/>
        <p:txBody>
          <a:bodyPr/>
          <a:lstStyle/>
          <a:p>
            <a:r>
              <a:rPr lang="en-US" altLang="en-US" smtClean="0">
                <a:solidFill>
                  <a:prstClr val="black"/>
                </a:solidFill>
              </a:rPr>
              <a:t>National CRC training </a:t>
            </a:r>
            <a:endParaRPr lang="en-US" altLang="en-US" dirty="0">
              <a:solidFill>
                <a:prstClr val="black"/>
              </a:solidFill>
            </a:endParaRPr>
          </a:p>
        </p:txBody>
      </p:sp>
      <p:sp>
        <p:nvSpPr>
          <p:cNvPr id="6" name="Slide Number Placeholder 5"/>
          <p:cNvSpPr>
            <a:spLocks noGrp="1"/>
          </p:cNvSpPr>
          <p:nvPr>
            <p:ph type="sldNum" sz="quarter" idx="12"/>
          </p:nvPr>
        </p:nvSpPr>
        <p:spPr/>
        <p:txBody>
          <a:bodyPr/>
          <a:lstStyle/>
          <a:p>
            <a:r>
              <a:rPr lang="en-US" altLang="en-US" smtClean="0">
                <a:solidFill>
                  <a:prstClr val="black"/>
                </a:solidFill>
              </a:rPr>
              <a:t>CH-I-</a:t>
            </a:r>
            <a:fld id="{3FB30F3C-053D-864C-B962-F2E761156877}" type="slidenum">
              <a:rPr lang="en-US" altLang="en-US" smtClean="0">
                <a:solidFill>
                  <a:prstClr val="black"/>
                </a:solidFill>
              </a:rPr>
              <a:pPr/>
              <a:t>12</a:t>
            </a:fld>
            <a:endParaRPr lang="en-US" altLang="en-US" dirty="0">
              <a:solidFill>
                <a:prstClr val="black"/>
              </a:solidFill>
            </a:endParaRP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1262" y="1030778"/>
            <a:ext cx="7524338" cy="1188426"/>
          </a:xfrm>
        </p:spPr>
        <p:txBody>
          <a:bodyPr/>
          <a:lstStyle/>
          <a:p>
            <a:r>
              <a:rPr lang="en-US" dirty="0" smtClean="0"/>
              <a:t> Role play on characteristics of compassionate care  </a:t>
            </a:r>
            <a:endParaRPr lang="en-US" dirty="0"/>
          </a:p>
        </p:txBody>
      </p:sp>
      <p:sp>
        <p:nvSpPr>
          <p:cNvPr id="3" name="Content Placeholder 2"/>
          <p:cNvSpPr>
            <a:spLocks noGrp="1"/>
          </p:cNvSpPr>
          <p:nvPr>
            <p:ph idx="1"/>
          </p:nvPr>
        </p:nvSpPr>
        <p:spPr/>
        <p:txBody>
          <a:bodyPr>
            <a:normAutofit fontScale="70000" lnSpcReduction="20000"/>
          </a:bodyPr>
          <a:lstStyle/>
          <a:p>
            <a:r>
              <a:rPr lang="en-US" dirty="0" smtClean="0"/>
              <a:t> </a:t>
            </a:r>
            <a:r>
              <a:rPr lang="en-US" dirty="0" smtClean="0">
                <a:solidFill>
                  <a:schemeClr val="tx1"/>
                </a:solidFill>
              </a:rPr>
              <a:t>Select two role players.</a:t>
            </a:r>
          </a:p>
          <a:p>
            <a:endParaRPr lang="en-US" sz="100" dirty="0" smtClean="0">
              <a:solidFill>
                <a:schemeClr val="tx1"/>
              </a:solidFill>
            </a:endParaRPr>
          </a:p>
          <a:p>
            <a:r>
              <a:rPr lang="en-US" dirty="0" smtClean="0">
                <a:solidFill>
                  <a:schemeClr val="tx1"/>
                </a:solidFill>
              </a:rPr>
              <a:t> Role play on characteristics  of compassion. </a:t>
            </a:r>
          </a:p>
          <a:p>
            <a:pPr>
              <a:buNone/>
            </a:pPr>
            <a:r>
              <a:rPr lang="en-US" b="1" u="sng" dirty="0" smtClean="0">
                <a:solidFill>
                  <a:schemeClr val="tx1"/>
                </a:solidFill>
              </a:rPr>
              <a:t>Discussion Questions</a:t>
            </a:r>
            <a:endParaRPr lang="en-US" dirty="0" smtClean="0">
              <a:solidFill>
                <a:schemeClr val="tx1"/>
              </a:solidFill>
            </a:endParaRPr>
          </a:p>
          <a:p>
            <a:pPr lvl="0"/>
            <a:r>
              <a:rPr lang="en-US" dirty="0" smtClean="0">
                <a:solidFill>
                  <a:schemeClr val="tx1"/>
                </a:solidFill>
              </a:rPr>
              <a:t>Did the health provider demonstrate the characteristics of compassion?</a:t>
            </a:r>
          </a:p>
          <a:p>
            <a:pPr lvl="0"/>
            <a:r>
              <a:rPr lang="en-US" dirty="0" smtClean="0">
                <a:solidFill>
                  <a:schemeClr val="tx1"/>
                </a:solidFill>
              </a:rPr>
              <a:t>If not, what are the areas /conversation that show poor characteristics of compassion?</a:t>
            </a:r>
          </a:p>
          <a:p>
            <a:pPr>
              <a:buNone/>
            </a:pPr>
            <a:r>
              <a:rPr lang="en-US" dirty="0" smtClean="0">
                <a:solidFill>
                  <a:schemeClr val="tx1"/>
                </a:solidFill>
              </a:rPr>
              <a:t>Time allowed: 30 minutes </a:t>
            </a:r>
          </a:p>
          <a:p>
            <a:endParaRPr lang="en-US" dirty="0" smtClean="0"/>
          </a:p>
          <a:p>
            <a:endParaRPr lang="en-US" dirty="0" smtClean="0"/>
          </a:p>
          <a:p>
            <a:endParaRPr lang="en-US" dirty="0"/>
          </a:p>
        </p:txBody>
      </p:sp>
      <p:sp>
        <p:nvSpPr>
          <p:cNvPr id="4" name="Date Placeholder 3"/>
          <p:cNvSpPr>
            <a:spLocks noGrp="1"/>
          </p:cNvSpPr>
          <p:nvPr>
            <p:ph type="dt" sz="half" idx="10"/>
          </p:nvPr>
        </p:nvSpPr>
        <p:spPr/>
        <p:txBody>
          <a:bodyPr/>
          <a:lstStyle/>
          <a:p>
            <a:fld id="{58888CBF-8E6A-FF4C-B61B-9224EAD071EB}" type="datetime1">
              <a:rPr lang="en-US" altLang="en-US" smtClean="0">
                <a:solidFill>
                  <a:prstClr val="black"/>
                </a:solidFill>
              </a:rPr>
              <a:pPr/>
              <a:t>29-Jun-17</a:t>
            </a:fld>
            <a:endParaRPr lang="en-US" altLang="en-US" dirty="0">
              <a:solidFill>
                <a:prstClr val="black"/>
              </a:solidFill>
            </a:endParaRPr>
          </a:p>
        </p:txBody>
      </p:sp>
      <p:sp>
        <p:nvSpPr>
          <p:cNvPr id="5" name="Footer Placeholder 4"/>
          <p:cNvSpPr>
            <a:spLocks noGrp="1"/>
          </p:cNvSpPr>
          <p:nvPr>
            <p:ph type="ftr" sz="quarter" idx="11"/>
          </p:nvPr>
        </p:nvSpPr>
        <p:spPr/>
        <p:txBody>
          <a:bodyPr/>
          <a:lstStyle/>
          <a:p>
            <a:r>
              <a:rPr lang="en-US" altLang="en-US" smtClean="0">
                <a:solidFill>
                  <a:prstClr val="black"/>
                </a:solidFill>
              </a:rPr>
              <a:t>National CRC training </a:t>
            </a:r>
            <a:endParaRPr lang="en-US" altLang="en-US" dirty="0">
              <a:solidFill>
                <a:prstClr val="black"/>
              </a:solidFill>
            </a:endParaRPr>
          </a:p>
        </p:txBody>
      </p:sp>
      <p:sp>
        <p:nvSpPr>
          <p:cNvPr id="6" name="Slide Number Placeholder 5"/>
          <p:cNvSpPr>
            <a:spLocks noGrp="1"/>
          </p:cNvSpPr>
          <p:nvPr>
            <p:ph type="sldNum" sz="quarter" idx="12"/>
          </p:nvPr>
        </p:nvSpPr>
        <p:spPr/>
        <p:txBody>
          <a:bodyPr/>
          <a:lstStyle/>
          <a:p>
            <a:r>
              <a:rPr lang="en-US" altLang="en-US" smtClean="0">
                <a:solidFill>
                  <a:prstClr val="black"/>
                </a:solidFill>
              </a:rPr>
              <a:t>CH-I-</a:t>
            </a:r>
            <a:fld id="{3FB30F3C-053D-864C-B962-F2E761156877}" type="slidenum">
              <a:rPr lang="en-US" altLang="en-US" smtClean="0">
                <a:solidFill>
                  <a:prstClr val="black"/>
                </a:solidFill>
              </a:rPr>
              <a:pPr/>
              <a:t>13</a:t>
            </a:fld>
            <a:endParaRPr lang="en-US" altLang="en-US" dirty="0">
              <a:solidFill>
                <a:prstClr val="black"/>
              </a:solidFill>
            </a:endParaRPr>
          </a:p>
        </p:txBody>
      </p:sp>
      <p:pic>
        <p:nvPicPr>
          <p:cNvPr id="7" name="Picture 7"/>
          <p:cNvPicPr>
            <a:picLocks noChangeAspect="1" noChangeArrowheads="1"/>
          </p:cNvPicPr>
          <p:nvPr/>
        </p:nvPicPr>
        <p:blipFill>
          <a:blip r:embed="rId2"/>
          <a:srcRect/>
          <a:stretch>
            <a:fillRect/>
          </a:stretch>
        </p:blipFill>
        <p:spPr>
          <a:xfrm>
            <a:off x="6356671" y="2219204"/>
            <a:ext cx="2070100" cy="1507295"/>
          </a:xfrm>
          <a:prstGeom prst="rect">
            <a:avLst/>
          </a:prstGeom>
          <a:noFill/>
        </p:spPr>
      </p:pic>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58888CBF-8E6A-FF4C-B61B-9224EAD071EB}" type="datetime1">
              <a:rPr lang="en-US" altLang="en-US" smtClean="0">
                <a:solidFill>
                  <a:prstClr val="black"/>
                </a:solidFill>
              </a:rPr>
              <a:pPr/>
              <a:t>29-Jun-17</a:t>
            </a:fld>
            <a:endParaRPr lang="en-US" altLang="en-US" dirty="0">
              <a:solidFill>
                <a:prstClr val="black"/>
              </a:solidFill>
            </a:endParaRPr>
          </a:p>
        </p:txBody>
      </p:sp>
      <p:sp>
        <p:nvSpPr>
          <p:cNvPr id="5" name="Footer Placeholder 4"/>
          <p:cNvSpPr>
            <a:spLocks noGrp="1"/>
          </p:cNvSpPr>
          <p:nvPr>
            <p:ph type="ftr" sz="quarter" idx="11"/>
          </p:nvPr>
        </p:nvSpPr>
        <p:spPr/>
        <p:txBody>
          <a:bodyPr/>
          <a:lstStyle/>
          <a:p>
            <a:r>
              <a:rPr lang="en-US" altLang="en-US" smtClean="0">
                <a:solidFill>
                  <a:prstClr val="black"/>
                </a:solidFill>
              </a:rPr>
              <a:t>National CRC training </a:t>
            </a:r>
            <a:endParaRPr lang="en-US" altLang="en-US" dirty="0">
              <a:solidFill>
                <a:prstClr val="black"/>
              </a:solidFill>
            </a:endParaRPr>
          </a:p>
        </p:txBody>
      </p:sp>
      <p:sp>
        <p:nvSpPr>
          <p:cNvPr id="6" name="Slide Number Placeholder 5"/>
          <p:cNvSpPr>
            <a:spLocks noGrp="1"/>
          </p:cNvSpPr>
          <p:nvPr>
            <p:ph type="sldNum" sz="quarter" idx="12"/>
          </p:nvPr>
        </p:nvSpPr>
        <p:spPr/>
        <p:txBody>
          <a:bodyPr/>
          <a:lstStyle/>
          <a:p>
            <a:r>
              <a:rPr lang="en-US" altLang="en-US" smtClean="0">
                <a:solidFill>
                  <a:prstClr val="black"/>
                </a:solidFill>
              </a:rPr>
              <a:t>CH-I-</a:t>
            </a:r>
            <a:fld id="{3FB30F3C-053D-864C-B962-F2E761156877}" type="slidenum">
              <a:rPr lang="en-US" altLang="en-US" smtClean="0">
                <a:solidFill>
                  <a:prstClr val="black"/>
                </a:solidFill>
              </a:rPr>
              <a:pPr/>
              <a:t>14</a:t>
            </a:fld>
            <a:endParaRPr lang="en-US" altLang="en-US" dirty="0">
              <a:solidFill>
                <a:prstClr val="black"/>
              </a:solidFill>
            </a:endParaRPr>
          </a:p>
        </p:txBody>
      </p:sp>
      <p:pic>
        <p:nvPicPr>
          <p:cNvPr id="1026" name="Picture 2"/>
          <p:cNvPicPr>
            <a:picLocks noGrp="1" noChangeAspect="1" noChangeArrowheads="1"/>
          </p:cNvPicPr>
          <p:nvPr>
            <p:ph idx="1"/>
          </p:nvPr>
        </p:nvPicPr>
        <p:blipFill>
          <a:blip r:embed="rId2"/>
          <a:srcRect/>
          <a:stretch>
            <a:fillRect/>
          </a:stretch>
        </p:blipFill>
        <p:spPr bwMode="auto">
          <a:xfrm>
            <a:off x="1746049" y="2466754"/>
            <a:ext cx="5879804" cy="2932076"/>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a:buNone/>
            </a:pPr>
            <a:r>
              <a:rPr lang="en-US" dirty="0" smtClean="0"/>
              <a:t>                     </a:t>
            </a:r>
          </a:p>
          <a:p>
            <a:pPr>
              <a:buNone/>
            </a:pPr>
            <a:endParaRPr lang="en-US" dirty="0" smtClean="0"/>
          </a:p>
          <a:p>
            <a:pPr>
              <a:buNone/>
            </a:pPr>
            <a:r>
              <a:rPr lang="en-US" dirty="0" smtClean="0"/>
              <a:t>              Thank you very much !</a:t>
            </a:r>
            <a:endParaRPr lang="en-US" dirty="0"/>
          </a:p>
        </p:txBody>
      </p:sp>
      <p:sp>
        <p:nvSpPr>
          <p:cNvPr id="4" name="Date Placeholder 3"/>
          <p:cNvSpPr>
            <a:spLocks noGrp="1"/>
          </p:cNvSpPr>
          <p:nvPr>
            <p:ph type="dt" sz="half" idx="10"/>
          </p:nvPr>
        </p:nvSpPr>
        <p:spPr/>
        <p:txBody>
          <a:bodyPr/>
          <a:lstStyle/>
          <a:p>
            <a:fld id="{58888CBF-8E6A-FF4C-B61B-9224EAD071EB}" type="datetime1">
              <a:rPr lang="en-US" altLang="en-US" smtClean="0">
                <a:solidFill>
                  <a:prstClr val="black"/>
                </a:solidFill>
              </a:rPr>
              <a:pPr/>
              <a:t>29-Jun-17</a:t>
            </a:fld>
            <a:endParaRPr lang="en-US" altLang="en-US" dirty="0">
              <a:solidFill>
                <a:prstClr val="black"/>
              </a:solidFill>
            </a:endParaRPr>
          </a:p>
        </p:txBody>
      </p:sp>
      <p:sp>
        <p:nvSpPr>
          <p:cNvPr id="5" name="Footer Placeholder 4"/>
          <p:cNvSpPr>
            <a:spLocks noGrp="1"/>
          </p:cNvSpPr>
          <p:nvPr>
            <p:ph type="ftr" sz="quarter" idx="11"/>
          </p:nvPr>
        </p:nvSpPr>
        <p:spPr/>
        <p:txBody>
          <a:bodyPr/>
          <a:lstStyle/>
          <a:p>
            <a:r>
              <a:rPr lang="en-US" altLang="en-US" smtClean="0">
                <a:solidFill>
                  <a:prstClr val="black"/>
                </a:solidFill>
              </a:rPr>
              <a:t>National CRC training </a:t>
            </a:r>
            <a:endParaRPr lang="en-US" altLang="en-US" dirty="0">
              <a:solidFill>
                <a:prstClr val="black"/>
              </a:solidFill>
            </a:endParaRPr>
          </a:p>
        </p:txBody>
      </p:sp>
      <p:sp>
        <p:nvSpPr>
          <p:cNvPr id="6" name="Slide Number Placeholder 5"/>
          <p:cNvSpPr>
            <a:spLocks noGrp="1"/>
          </p:cNvSpPr>
          <p:nvPr>
            <p:ph type="sldNum" sz="quarter" idx="12"/>
          </p:nvPr>
        </p:nvSpPr>
        <p:spPr/>
        <p:txBody>
          <a:bodyPr/>
          <a:lstStyle/>
          <a:p>
            <a:r>
              <a:rPr lang="en-US" altLang="en-US" smtClean="0">
                <a:solidFill>
                  <a:prstClr val="black"/>
                </a:solidFill>
              </a:rPr>
              <a:t>CH-I-</a:t>
            </a:r>
            <a:fld id="{3FB30F3C-053D-864C-B962-F2E761156877}" type="slidenum">
              <a:rPr lang="en-US" altLang="en-US" smtClean="0">
                <a:solidFill>
                  <a:prstClr val="black"/>
                </a:solidFill>
              </a:rPr>
              <a:pPr/>
              <a:t>15</a:t>
            </a:fld>
            <a:endParaRPr lang="en-US" altLang="en-US" dirty="0">
              <a:solidFill>
                <a:prstClr val="black"/>
              </a:solidFill>
            </a:endParaRP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normAutofit/>
          </a:bodyPr>
          <a:lstStyle/>
          <a:p>
            <a:r>
              <a:rPr lang="en-US" b="1" dirty="0" smtClean="0"/>
              <a:t>Session two</a:t>
            </a:r>
            <a:endParaRPr lang="en-US" dirty="0"/>
          </a:p>
        </p:txBody>
      </p:sp>
      <p:sp>
        <p:nvSpPr>
          <p:cNvPr id="8" name="Text Placeholder 7"/>
          <p:cNvSpPr>
            <a:spLocks noGrp="1"/>
          </p:cNvSpPr>
          <p:nvPr>
            <p:ph type="body" idx="1"/>
          </p:nvPr>
        </p:nvSpPr>
        <p:spPr/>
        <p:txBody>
          <a:bodyPr/>
          <a:lstStyle/>
          <a:p>
            <a:r>
              <a:rPr lang="en-US" b="1" dirty="0" smtClean="0"/>
              <a:t>Elements of compassionate care</a:t>
            </a:r>
            <a:endParaRPr lang="en-US" dirty="0"/>
          </a:p>
        </p:txBody>
      </p:sp>
      <p:sp>
        <p:nvSpPr>
          <p:cNvPr id="4" name="Date Placeholder 3"/>
          <p:cNvSpPr>
            <a:spLocks noGrp="1"/>
          </p:cNvSpPr>
          <p:nvPr>
            <p:ph type="dt" sz="half" idx="10"/>
          </p:nvPr>
        </p:nvSpPr>
        <p:spPr/>
        <p:txBody>
          <a:bodyPr/>
          <a:lstStyle/>
          <a:p>
            <a:fld id="{58888CBF-8E6A-FF4C-B61B-9224EAD071EB}" type="datetime1">
              <a:rPr lang="en-US" altLang="en-US" smtClean="0">
                <a:solidFill>
                  <a:prstClr val="black"/>
                </a:solidFill>
              </a:rPr>
              <a:pPr/>
              <a:t>29-Jun-17</a:t>
            </a:fld>
            <a:endParaRPr lang="en-US" altLang="en-US" dirty="0">
              <a:solidFill>
                <a:prstClr val="black"/>
              </a:solidFill>
            </a:endParaRPr>
          </a:p>
        </p:txBody>
      </p:sp>
      <p:sp>
        <p:nvSpPr>
          <p:cNvPr id="5" name="Footer Placeholder 4"/>
          <p:cNvSpPr>
            <a:spLocks noGrp="1"/>
          </p:cNvSpPr>
          <p:nvPr>
            <p:ph type="ftr" sz="quarter" idx="11"/>
          </p:nvPr>
        </p:nvSpPr>
        <p:spPr/>
        <p:txBody>
          <a:bodyPr/>
          <a:lstStyle/>
          <a:p>
            <a:r>
              <a:rPr lang="en-US" altLang="en-US" smtClean="0">
                <a:solidFill>
                  <a:prstClr val="black"/>
                </a:solidFill>
              </a:rPr>
              <a:t>National CRC training </a:t>
            </a:r>
            <a:endParaRPr lang="en-US" altLang="en-US" dirty="0">
              <a:solidFill>
                <a:prstClr val="black"/>
              </a:solidFill>
            </a:endParaRPr>
          </a:p>
        </p:txBody>
      </p:sp>
      <p:sp>
        <p:nvSpPr>
          <p:cNvPr id="6" name="Slide Number Placeholder 5"/>
          <p:cNvSpPr>
            <a:spLocks noGrp="1"/>
          </p:cNvSpPr>
          <p:nvPr>
            <p:ph type="sldNum" sz="quarter" idx="12"/>
          </p:nvPr>
        </p:nvSpPr>
        <p:spPr/>
        <p:txBody>
          <a:bodyPr/>
          <a:lstStyle/>
          <a:p>
            <a:r>
              <a:rPr lang="en-US" altLang="en-US" smtClean="0">
                <a:solidFill>
                  <a:prstClr val="black"/>
                </a:solidFill>
              </a:rPr>
              <a:t>CH-I-</a:t>
            </a:r>
            <a:fld id="{3FB30F3C-053D-864C-B962-F2E761156877}" type="slidenum">
              <a:rPr lang="en-US" altLang="en-US" smtClean="0">
                <a:solidFill>
                  <a:prstClr val="black"/>
                </a:solidFill>
              </a:rPr>
              <a:pPr/>
              <a:t>16</a:t>
            </a:fld>
            <a:endParaRPr lang="en-US" altLang="en-US" dirty="0">
              <a:solidFill>
                <a:prstClr val="black"/>
              </a:solidFill>
            </a:endParaRP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Introduction</a:t>
            </a:r>
            <a:endParaRPr lang="en-US" dirty="0"/>
          </a:p>
        </p:txBody>
      </p:sp>
      <p:sp>
        <p:nvSpPr>
          <p:cNvPr id="4" name="Date Placeholder 3"/>
          <p:cNvSpPr>
            <a:spLocks noGrp="1"/>
          </p:cNvSpPr>
          <p:nvPr>
            <p:ph type="dt" sz="half" idx="10"/>
          </p:nvPr>
        </p:nvSpPr>
        <p:spPr/>
        <p:txBody>
          <a:bodyPr/>
          <a:lstStyle/>
          <a:p>
            <a:fld id="{06BE1F13-6DD4-5D4B-86C8-908C01B938EC}" type="datetime1">
              <a:rPr lang="en-US" altLang="en-US" smtClean="0">
                <a:solidFill>
                  <a:prstClr val="black"/>
                </a:solidFill>
              </a:rPr>
              <a:pPr/>
              <a:t>29-Jun-17</a:t>
            </a:fld>
            <a:endParaRPr lang="en-US" altLang="en-US" dirty="0">
              <a:solidFill>
                <a:prstClr val="black"/>
              </a:solidFill>
            </a:endParaRPr>
          </a:p>
        </p:txBody>
      </p:sp>
      <p:sp>
        <p:nvSpPr>
          <p:cNvPr id="6" name="Footer Placeholder 5"/>
          <p:cNvSpPr>
            <a:spLocks noGrp="1"/>
          </p:cNvSpPr>
          <p:nvPr>
            <p:ph type="ftr" sz="quarter" idx="11"/>
          </p:nvPr>
        </p:nvSpPr>
        <p:spPr/>
        <p:txBody>
          <a:bodyPr/>
          <a:lstStyle/>
          <a:p>
            <a:r>
              <a:rPr lang="en-US" altLang="en-US" smtClean="0">
                <a:solidFill>
                  <a:prstClr val="black"/>
                </a:solidFill>
              </a:rPr>
              <a:t>National CRC training </a:t>
            </a:r>
            <a:endParaRPr lang="en-US" altLang="en-US" dirty="0">
              <a:solidFill>
                <a:prstClr val="black"/>
              </a:solidFill>
            </a:endParaRPr>
          </a:p>
        </p:txBody>
      </p:sp>
      <p:sp>
        <p:nvSpPr>
          <p:cNvPr id="5" name="Slide Number Placeholder 4"/>
          <p:cNvSpPr>
            <a:spLocks noGrp="1"/>
          </p:cNvSpPr>
          <p:nvPr>
            <p:ph type="sldNum" sz="quarter" idx="12"/>
          </p:nvPr>
        </p:nvSpPr>
        <p:spPr/>
        <p:txBody>
          <a:bodyPr/>
          <a:lstStyle/>
          <a:p>
            <a:r>
              <a:rPr lang="en-US" altLang="en-US" smtClean="0">
                <a:solidFill>
                  <a:prstClr val="black"/>
                </a:solidFill>
              </a:rPr>
              <a:t>CH-I-</a:t>
            </a:r>
            <a:fld id="{3FB30F3C-053D-864C-B962-F2E761156877}" type="slidenum">
              <a:rPr lang="en-US" altLang="en-US" smtClean="0">
                <a:solidFill>
                  <a:prstClr val="black"/>
                </a:solidFill>
              </a:rPr>
              <a:pPr/>
              <a:t>17</a:t>
            </a:fld>
            <a:endParaRPr lang="en-US" altLang="en-US" dirty="0">
              <a:solidFill>
                <a:prstClr val="black"/>
              </a:solidFill>
            </a:endParaRPr>
          </a:p>
        </p:txBody>
      </p:sp>
      <p:pic>
        <p:nvPicPr>
          <p:cNvPr id="7" name="Picture 6"/>
          <p:cNvPicPr>
            <a:picLocks noChangeAspect="1"/>
          </p:cNvPicPr>
          <p:nvPr/>
        </p:nvPicPr>
        <p:blipFill>
          <a:blip r:embed="rId3"/>
          <a:stretch>
            <a:fillRect/>
          </a:stretch>
        </p:blipFill>
        <p:spPr>
          <a:xfrm>
            <a:off x="1132086" y="2454442"/>
            <a:ext cx="6646695" cy="3506091"/>
          </a:xfrm>
          <a:prstGeom prst="rect">
            <a:avLst/>
          </a:prstGeom>
        </p:spPr>
      </p:pic>
    </p:spTree>
    <p:extLst>
      <p:ext uri="{BB962C8B-B14F-4D97-AF65-F5344CB8AC3E}">
        <p14:creationId xmlns:p14="http://schemas.microsoft.com/office/powerpoint/2010/main" val="965499066"/>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76866" y="4604808"/>
            <a:ext cx="6798734" cy="566738"/>
          </a:xfrm>
        </p:spPr>
        <p:txBody>
          <a:bodyPr/>
          <a:lstStyle/>
          <a:p>
            <a:r>
              <a:rPr lang="en-US" dirty="0" smtClean="0"/>
              <a:t>Introduction</a:t>
            </a:r>
            <a:endParaRPr lang="en-US" dirty="0"/>
          </a:p>
        </p:txBody>
      </p:sp>
      <p:sp>
        <p:nvSpPr>
          <p:cNvPr id="8" name="Picture Placeholder 7"/>
          <p:cNvSpPr>
            <a:spLocks noGrp="1"/>
          </p:cNvSpPr>
          <p:nvPr>
            <p:ph type="pic" idx="1"/>
          </p:nvPr>
        </p:nvSpPr>
        <p:spPr/>
      </p:sp>
      <p:sp>
        <p:nvSpPr>
          <p:cNvPr id="9" name="Text Placeholder 8"/>
          <p:cNvSpPr>
            <a:spLocks noGrp="1"/>
          </p:cNvSpPr>
          <p:nvPr>
            <p:ph type="body" sz="half" idx="2"/>
          </p:nvPr>
        </p:nvSpPr>
        <p:spPr>
          <a:xfrm>
            <a:off x="1176866" y="5110690"/>
            <a:ext cx="6798734" cy="765175"/>
          </a:xfrm>
        </p:spPr>
        <p:txBody>
          <a:bodyPr>
            <a:normAutofit/>
          </a:bodyPr>
          <a:lstStyle/>
          <a:p>
            <a:r>
              <a:rPr lang="en-US" dirty="0"/>
              <a:t>a component or constituent of a whole or one </a:t>
            </a:r>
            <a:r>
              <a:rPr lang="en-US" dirty="0" smtClean="0"/>
              <a:t>of the</a:t>
            </a:r>
            <a:r>
              <a:rPr lang="en-US" dirty="0"/>
              <a:t> parts into which a whole may be resolved </a:t>
            </a:r>
            <a:r>
              <a:rPr lang="en-US" dirty="0" smtClean="0"/>
              <a:t>by analysis</a:t>
            </a:r>
            <a:r>
              <a:rPr lang="en-US" dirty="0"/>
              <a:t>:</a:t>
            </a:r>
          </a:p>
        </p:txBody>
      </p:sp>
      <p:sp>
        <p:nvSpPr>
          <p:cNvPr id="4" name="Date Placeholder 3"/>
          <p:cNvSpPr>
            <a:spLocks noGrp="1"/>
          </p:cNvSpPr>
          <p:nvPr>
            <p:ph type="dt" sz="half" idx="10"/>
          </p:nvPr>
        </p:nvSpPr>
        <p:spPr/>
        <p:txBody>
          <a:bodyPr/>
          <a:lstStyle/>
          <a:p>
            <a:fld id="{06BE1F13-6DD4-5D4B-86C8-908C01B938EC}" type="datetime1">
              <a:rPr lang="en-US" altLang="en-US" smtClean="0">
                <a:solidFill>
                  <a:prstClr val="black"/>
                </a:solidFill>
              </a:rPr>
              <a:pPr/>
              <a:t>29-Jun-17</a:t>
            </a:fld>
            <a:endParaRPr lang="en-US" altLang="en-US" dirty="0">
              <a:solidFill>
                <a:prstClr val="black"/>
              </a:solidFill>
            </a:endParaRPr>
          </a:p>
        </p:txBody>
      </p:sp>
      <p:sp>
        <p:nvSpPr>
          <p:cNvPr id="6" name="Footer Placeholder 5"/>
          <p:cNvSpPr>
            <a:spLocks noGrp="1"/>
          </p:cNvSpPr>
          <p:nvPr>
            <p:ph type="ftr" sz="quarter" idx="11"/>
          </p:nvPr>
        </p:nvSpPr>
        <p:spPr/>
        <p:txBody>
          <a:bodyPr/>
          <a:lstStyle/>
          <a:p>
            <a:r>
              <a:rPr lang="en-US" altLang="en-US" smtClean="0">
                <a:solidFill>
                  <a:prstClr val="black"/>
                </a:solidFill>
              </a:rPr>
              <a:t>National CRC training </a:t>
            </a:r>
            <a:endParaRPr lang="en-US" altLang="en-US" dirty="0">
              <a:solidFill>
                <a:prstClr val="black"/>
              </a:solidFill>
            </a:endParaRPr>
          </a:p>
        </p:txBody>
      </p:sp>
      <p:sp>
        <p:nvSpPr>
          <p:cNvPr id="5" name="Slide Number Placeholder 4"/>
          <p:cNvSpPr>
            <a:spLocks noGrp="1"/>
          </p:cNvSpPr>
          <p:nvPr>
            <p:ph type="sldNum" sz="quarter" idx="12"/>
          </p:nvPr>
        </p:nvSpPr>
        <p:spPr>
          <a:xfrm>
            <a:off x="7580090" y="5960533"/>
            <a:ext cx="697635" cy="279400"/>
          </a:xfrm>
        </p:spPr>
        <p:txBody>
          <a:bodyPr/>
          <a:lstStyle/>
          <a:p>
            <a:r>
              <a:rPr lang="en-US" altLang="en-US" smtClean="0">
                <a:solidFill>
                  <a:prstClr val="black"/>
                </a:solidFill>
              </a:rPr>
              <a:t>CH-I-</a:t>
            </a:r>
            <a:fld id="{3FB30F3C-053D-864C-B962-F2E761156877}" type="slidenum">
              <a:rPr lang="en-US" altLang="en-US" smtClean="0">
                <a:solidFill>
                  <a:prstClr val="black"/>
                </a:solidFill>
              </a:rPr>
              <a:pPr/>
              <a:t>18</a:t>
            </a:fld>
            <a:endParaRPr lang="en-US" altLang="en-US" dirty="0">
              <a:solidFill>
                <a:prstClr val="black"/>
              </a:solidFill>
            </a:endParaRPr>
          </a:p>
        </p:txBody>
      </p:sp>
      <p:pic>
        <p:nvPicPr>
          <p:cNvPr id="10" name="Picture 9"/>
          <p:cNvPicPr>
            <a:picLocks noChangeAspect="1"/>
          </p:cNvPicPr>
          <p:nvPr/>
        </p:nvPicPr>
        <p:blipFill>
          <a:blip r:embed="rId2"/>
          <a:stretch>
            <a:fillRect/>
          </a:stretch>
        </p:blipFill>
        <p:spPr>
          <a:xfrm>
            <a:off x="2125579" y="1032933"/>
            <a:ext cx="5298463" cy="3288770"/>
          </a:xfrm>
          <a:prstGeom prst="rect">
            <a:avLst/>
          </a:prstGeom>
        </p:spPr>
      </p:pic>
    </p:spTree>
    <p:extLst>
      <p:ext uri="{BB962C8B-B14F-4D97-AF65-F5344CB8AC3E}">
        <p14:creationId xmlns:p14="http://schemas.microsoft.com/office/powerpoint/2010/main" val="1497672427"/>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Session Objective</a:t>
            </a:r>
            <a:endParaRPr lang="en-US" dirty="0"/>
          </a:p>
        </p:txBody>
      </p:sp>
      <p:sp>
        <p:nvSpPr>
          <p:cNvPr id="3" name="Content Placeholder 2"/>
          <p:cNvSpPr>
            <a:spLocks noGrp="1"/>
          </p:cNvSpPr>
          <p:nvPr>
            <p:ph idx="1"/>
          </p:nvPr>
        </p:nvSpPr>
        <p:spPr/>
        <p:txBody>
          <a:bodyPr/>
          <a:lstStyle/>
          <a:p>
            <a:r>
              <a:rPr lang="en-US" dirty="0" smtClean="0"/>
              <a:t>At the end of this session participants will be able to: </a:t>
            </a:r>
          </a:p>
          <a:p>
            <a:pPr lvl="1"/>
            <a:r>
              <a:rPr lang="en-US" dirty="0" smtClean="0"/>
              <a:t>Identify elements of compassionate care</a:t>
            </a:r>
          </a:p>
          <a:p>
            <a:pPr lvl="1"/>
            <a:r>
              <a:rPr lang="en-US" dirty="0" smtClean="0"/>
              <a:t>Explain elements of compassionate care</a:t>
            </a:r>
          </a:p>
          <a:p>
            <a:endParaRPr lang="en-US" dirty="0"/>
          </a:p>
        </p:txBody>
      </p:sp>
      <p:sp>
        <p:nvSpPr>
          <p:cNvPr id="4" name="Date Placeholder 3"/>
          <p:cNvSpPr>
            <a:spLocks noGrp="1"/>
          </p:cNvSpPr>
          <p:nvPr>
            <p:ph type="dt" sz="half" idx="10"/>
          </p:nvPr>
        </p:nvSpPr>
        <p:spPr/>
        <p:txBody>
          <a:bodyPr/>
          <a:lstStyle/>
          <a:p>
            <a:fld id="{58888CBF-8E6A-FF4C-B61B-9224EAD071EB}" type="datetime1">
              <a:rPr lang="en-US" altLang="en-US" smtClean="0">
                <a:solidFill>
                  <a:prstClr val="black"/>
                </a:solidFill>
              </a:rPr>
              <a:pPr/>
              <a:t>29-Jun-17</a:t>
            </a:fld>
            <a:endParaRPr lang="en-US" altLang="en-US" dirty="0">
              <a:solidFill>
                <a:prstClr val="black"/>
              </a:solidFill>
            </a:endParaRPr>
          </a:p>
        </p:txBody>
      </p:sp>
      <p:sp>
        <p:nvSpPr>
          <p:cNvPr id="5" name="Footer Placeholder 4"/>
          <p:cNvSpPr>
            <a:spLocks noGrp="1"/>
          </p:cNvSpPr>
          <p:nvPr>
            <p:ph type="ftr" sz="quarter" idx="11"/>
          </p:nvPr>
        </p:nvSpPr>
        <p:spPr/>
        <p:txBody>
          <a:bodyPr/>
          <a:lstStyle/>
          <a:p>
            <a:r>
              <a:rPr lang="en-US" altLang="en-US" smtClean="0">
                <a:solidFill>
                  <a:prstClr val="black"/>
                </a:solidFill>
              </a:rPr>
              <a:t>National CRC training </a:t>
            </a:r>
            <a:endParaRPr lang="en-US" altLang="en-US" dirty="0">
              <a:solidFill>
                <a:prstClr val="black"/>
              </a:solidFill>
            </a:endParaRPr>
          </a:p>
        </p:txBody>
      </p:sp>
      <p:sp>
        <p:nvSpPr>
          <p:cNvPr id="6" name="Slide Number Placeholder 5"/>
          <p:cNvSpPr>
            <a:spLocks noGrp="1"/>
          </p:cNvSpPr>
          <p:nvPr>
            <p:ph type="sldNum" sz="quarter" idx="12"/>
          </p:nvPr>
        </p:nvSpPr>
        <p:spPr/>
        <p:txBody>
          <a:bodyPr/>
          <a:lstStyle/>
          <a:p>
            <a:r>
              <a:rPr lang="en-US" altLang="en-US" smtClean="0">
                <a:solidFill>
                  <a:prstClr val="black"/>
                </a:solidFill>
              </a:rPr>
              <a:t>CH-I-</a:t>
            </a:r>
            <a:fld id="{3FB30F3C-053D-864C-B962-F2E761156877}" type="slidenum">
              <a:rPr lang="en-US" altLang="en-US" smtClean="0">
                <a:solidFill>
                  <a:prstClr val="black"/>
                </a:solidFill>
              </a:rPr>
              <a:pPr/>
              <a:t>19</a:t>
            </a:fld>
            <a:endParaRPr lang="en-US" altLang="en-US" dirty="0">
              <a:solidFill>
                <a:prstClr val="black"/>
              </a:solidFill>
            </a:endParaRPr>
          </a:p>
        </p:txBody>
      </p:sp>
    </p:spTree>
    <p:extLst>
      <p:ext uri="{BB962C8B-B14F-4D97-AF65-F5344CB8AC3E}">
        <p14:creationId xmlns:p14="http://schemas.microsoft.com/office/powerpoint/2010/main" val="1956714551"/>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5546" y="1050324"/>
            <a:ext cx="7315199" cy="803190"/>
          </a:xfrm>
        </p:spPr>
        <p:txBody>
          <a:bodyPr/>
          <a:lstStyle/>
          <a:p>
            <a:r>
              <a:rPr lang="en-US" sz="4000" dirty="0" smtClean="0"/>
              <a:t>Elements of compassionate care</a:t>
            </a:r>
            <a:endParaRPr lang="en-US" sz="4000" dirty="0"/>
          </a:p>
        </p:txBody>
      </p:sp>
      <p:sp>
        <p:nvSpPr>
          <p:cNvPr id="3" name="Content Placeholder 2"/>
          <p:cNvSpPr>
            <a:spLocks noGrp="1"/>
          </p:cNvSpPr>
          <p:nvPr>
            <p:ph idx="1"/>
          </p:nvPr>
        </p:nvSpPr>
        <p:spPr>
          <a:xfrm>
            <a:off x="815546" y="2490135"/>
            <a:ext cx="7525265" cy="3749798"/>
          </a:xfrm>
        </p:spPr>
        <p:txBody>
          <a:bodyPr>
            <a:normAutofit/>
          </a:bodyPr>
          <a:lstStyle/>
          <a:p>
            <a:r>
              <a:rPr lang="en-US" dirty="0" smtClean="0"/>
              <a:t>According to research, the key elements of compassionate care have seven elements, each   contains themes and sub-themes.</a:t>
            </a:r>
          </a:p>
          <a:p>
            <a:pPr>
              <a:buNone/>
            </a:pPr>
            <a:endParaRPr lang="en-US" b="1" dirty="0" smtClean="0"/>
          </a:p>
          <a:p>
            <a:pPr>
              <a:buNone/>
            </a:pPr>
            <a:endParaRPr lang="en-US" b="1" dirty="0" smtClean="0"/>
          </a:p>
          <a:p>
            <a:pPr>
              <a:buNone/>
            </a:pPr>
            <a:endParaRPr lang="en-US" b="1" dirty="0" smtClean="0"/>
          </a:p>
          <a:p>
            <a:pPr>
              <a:buNone/>
            </a:pPr>
            <a:endParaRPr lang="en-US" dirty="0"/>
          </a:p>
        </p:txBody>
      </p:sp>
      <p:sp>
        <p:nvSpPr>
          <p:cNvPr id="4" name="Date Placeholder 3"/>
          <p:cNvSpPr>
            <a:spLocks noGrp="1"/>
          </p:cNvSpPr>
          <p:nvPr>
            <p:ph type="dt" sz="half" idx="10"/>
          </p:nvPr>
        </p:nvSpPr>
        <p:spPr/>
        <p:txBody>
          <a:bodyPr/>
          <a:lstStyle/>
          <a:p>
            <a:fld id="{58888CBF-8E6A-FF4C-B61B-9224EAD071EB}" type="datetime1">
              <a:rPr lang="en-US" altLang="en-US" smtClean="0">
                <a:solidFill>
                  <a:prstClr val="black"/>
                </a:solidFill>
              </a:rPr>
              <a:pPr/>
              <a:t>29-Jun-17</a:t>
            </a:fld>
            <a:endParaRPr lang="en-US" altLang="en-US" dirty="0">
              <a:solidFill>
                <a:prstClr val="black"/>
              </a:solidFill>
            </a:endParaRPr>
          </a:p>
        </p:txBody>
      </p:sp>
      <p:sp>
        <p:nvSpPr>
          <p:cNvPr id="5" name="Footer Placeholder 4"/>
          <p:cNvSpPr>
            <a:spLocks noGrp="1"/>
          </p:cNvSpPr>
          <p:nvPr>
            <p:ph type="ftr" sz="quarter" idx="11"/>
          </p:nvPr>
        </p:nvSpPr>
        <p:spPr/>
        <p:txBody>
          <a:bodyPr/>
          <a:lstStyle/>
          <a:p>
            <a:r>
              <a:rPr lang="en-US" altLang="en-US" smtClean="0">
                <a:solidFill>
                  <a:prstClr val="black"/>
                </a:solidFill>
              </a:rPr>
              <a:t>National CRC training </a:t>
            </a:r>
            <a:endParaRPr lang="en-US" altLang="en-US" dirty="0">
              <a:solidFill>
                <a:prstClr val="black"/>
              </a:solidFill>
            </a:endParaRPr>
          </a:p>
        </p:txBody>
      </p:sp>
      <p:sp>
        <p:nvSpPr>
          <p:cNvPr id="6" name="Slide Number Placeholder 5"/>
          <p:cNvSpPr>
            <a:spLocks noGrp="1"/>
          </p:cNvSpPr>
          <p:nvPr>
            <p:ph type="sldNum" sz="quarter" idx="12"/>
          </p:nvPr>
        </p:nvSpPr>
        <p:spPr/>
        <p:txBody>
          <a:bodyPr/>
          <a:lstStyle/>
          <a:p>
            <a:r>
              <a:rPr lang="en-US" altLang="en-US" smtClean="0">
                <a:solidFill>
                  <a:prstClr val="black"/>
                </a:solidFill>
              </a:rPr>
              <a:t>CH-I-</a:t>
            </a:r>
            <a:fld id="{3FB30F3C-053D-864C-B962-F2E761156877}" type="slidenum">
              <a:rPr lang="en-US" altLang="en-US" smtClean="0">
                <a:solidFill>
                  <a:prstClr val="black"/>
                </a:solidFill>
              </a:rPr>
              <a:pPr/>
              <a:t>20</a:t>
            </a:fld>
            <a:endParaRPr lang="en-US" altLang="en-US" dirty="0">
              <a:solidFill>
                <a:prstClr val="black"/>
              </a:solidFill>
            </a:endParaRPr>
          </a:p>
        </p:txBody>
      </p:sp>
    </p:spTree>
    <p:extLst>
      <p:ext uri="{BB962C8B-B14F-4D97-AF65-F5344CB8AC3E}">
        <p14:creationId xmlns:p14="http://schemas.microsoft.com/office/powerpoint/2010/main" val="1961161486"/>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Elements of Compassionate Care</a:t>
            </a:r>
            <a:endParaRPr lang="en-US" dirty="0"/>
          </a:p>
        </p:txBody>
      </p:sp>
      <p:graphicFrame>
        <p:nvGraphicFramePr>
          <p:cNvPr id="7" name="Content Placeholder 6"/>
          <p:cNvGraphicFramePr>
            <a:graphicFrameLocks noGrp="1"/>
          </p:cNvGraphicFramePr>
          <p:nvPr>
            <p:ph idx="1"/>
            <p:extLst>
              <p:ext uri="{D42A27DB-BD31-4B8C-83A1-F6EECF244321}">
                <p14:modId xmlns:p14="http://schemas.microsoft.com/office/powerpoint/2010/main" val="850403937"/>
              </p:ext>
            </p:extLst>
          </p:nvPr>
        </p:nvGraphicFramePr>
        <p:xfrm>
          <a:off x="593558" y="2094302"/>
          <a:ext cx="7700211" cy="386623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Date Placeholder 3"/>
          <p:cNvSpPr>
            <a:spLocks noGrp="1"/>
          </p:cNvSpPr>
          <p:nvPr>
            <p:ph type="dt" sz="half" idx="10"/>
          </p:nvPr>
        </p:nvSpPr>
        <p:spPr/>
        <p:txBody>
          <a:bodyPr/>
          <a:lstStyle/>
          <a:p>
            <a:fld id="{58888CBF-8E6A-FF4C-B61B-9224EAD071EB}" type="datetime1">
              <a:rPr lang="en-US" altLang="en-US" smtClean="0">
                <a:solidFill>
                  <a:prstClr val="black"/>
                </a:solidFill>
              </a:rPr>
              <a:pPr/>
              <a:t>29-Jun-17</a:t>
            </a:fld>
            <a:endParaRPr lang="en-US" altLang="en-US" dirty="0">
              <a:solidFill>
                <a:prstClr val="black"/>
              </a:solidFill>
            </a:endParaRPr>
          </a:p>
        </p:txBody>
      </p:sp>
      <p:sp>
        <p:nvSpPr>
          <p:cNvPr id="5" name="Footer Placeholder 4"/>
          <p:cNvSpPr>
            <a:spLocks noGrp="1"/>
          </p:cNvSpPr>
          <p:nvPr>
            <p:ph type="ftr" sz="quarter" idx="11"/>
          </p:nvPr>
        </p:nvSpPr>
        <p:spPr/>
        <p:txBody>
          <a:bodyPr/>
          <a:lstStyle/>
          <a:p>
            <a:r>
              <a:rPr lang="en-US" altLang="en-US" smtClean="0">
                <a:solidFill>
                  <a:prstClr val="black"/>
                </a:solidFill>
              </a:rPr>
              <a:t>National CRC training </a:t>
            </a:r>
            <a:endParaRPr lang="en-US" altLang="en-US" dirty="0">
              <a:solidFill>
                <a:prstClr val="black"/>
              </a:solidFill>
            </a:endParaRPr>
          </a:p>
        </p:txBody>
      </p:sp>
      <p:sp>
        <p:nvSpPr>
          <p:cNvPr id="6" name="Slide Number Placeholder 5"/>
          <p:cNvSpPr>
            <a:spLocks noGrp="1"/>
          </p:cNvSpPr>
          <p:nvPr>
            <p:ph type="sldNum" sz="quarter" idx="12"/>
          </p:nvPr>
        </p:nvSpPr>
        <p:spPr/>
        <p:txBody>
          <a:bodyPr/>
          <a:lstStyle/>
          <a:p>
            <a:r>
              <a:rPr lang="en-US" altLang="en-US" smtClean="0">
                <a:solidFill>
                  <a:prstClr val="black"/>
                </a:solidFill>
              </a:rPr>
              <a:t>CH-I-</a:t>
            </a:r>
            <a:fld id="{3FB30F3C-053D-864C-B962-F2E761156877}" type="slidenum">
              <a:rPr lang="en-US" altLang="en-US" smtClean="0">
                <a:solidFill>
                  <a:prstClr val="black"/>
                </a:solidFill>
              </a:rPr>
              <a:pPr/>
              <a:t>21</a:t>
            </a:fld>
            <a:endParaRPr lang="en-US" altLang="en-US" dirty="0">
              <a:solidFill>
                <a:prstClr val="black"/>
              </a:solidFill>
            </a:endParaRPr>
          </a:p>
        </p:txBody>
      </p:sp>
    </p:spTree>
    <p:extLst>
      <p:ext uri="{BB962C8B-B14F-4D97-AF65-F5344CB8AC3E}">
        <p14:creationId xmlns:p14="http://schemas.microsoft.com/office/powerpoint/2010/main" val="1354012068"/>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53762" y="1030778"/>
            <a:ext cx="7221838" cy="766124"/>
          </a:xfrm>
        </p:spPr>
        <p:txBody>
          <a:bodyPr/>
          <a:lstStyle/>
          <a:p>
            <a:pPr marL="742950" indent="-742950">
              <a:buFont typeface="+mj-lt"/>
              <a:buAutoNum type="arabicPeriod"/>
            </a:pPr>
            <a:r>
              <a:rPr lang="en-US" dirty="0" smtClean="0"/>
              <a:t>Virtue</a:t>
            </a:r>
            <a:endParaRPr lang="en-US" dirty="0"/>
          </a:p>
        </p:txBody>
      </p:sp>
      <p:sp>
        <p:nvSpPr>
          <p:cNvPr id="3" name="Content Placeholder 2"/>
          <p:cNvSpPr>
            <a:spLocks noGrp="1"/>
          </p:cNvSpPr>
          <p:nvPr>
            <p:ph idx="1"/>
          </p:nvPr>
        </p:nvSpPr>
        <p:spPr>
          <a:xfrm>
            <a:off x="753762" y="2488019"/>
            <a:ext cx="7572091" cy="1474381"/>
          </a:xfrm>
        </p:spPr>
        <p:txBody>
          <a:bodyPr>
            <a:normAutofit/>
          </a:bodyPr>
          <a:lstStyle/>
          <a:p>
            <a:pPr marL="514350" indent="-514350"/>
            <a:r>
              <a:rPr lang="en-US" dirty="0" smtClean="0"/>
              <a:t>good or noble qualities embodied in the character of the health care </a:t>
            </a:r>
            <a:r>
              <a:rPr lang="en-US" smtClean="0"/>
              <a:t>provider.</a:t>
            </a:r>
            <a:endParaRPr lang="en-US" dirty="0" smtClean="0"/>
          </a:p>
        </p:txBody>
      </p:sp>
      <p:sp>
        <p:nvSpPr>
          <p:cNvPr id="4" name="Date Placeholder 3"/>
          <p:cNvSpPr>
            <a:spLocks noGrp="1"/>
          </p:cNvSpPr>
          <p:nvPr>
            <p:ph type="dt" sz="half" idx="10"/>
          </p:nvPr>
        </p:nvSpPr>
        <p:spPr/>
        <p:txBody>
          <a:bodyPr/>
          <a:lstStyle/>
          <a:p>
            <a:fld id="{58888CBF-8E6A-FF4C-B61B-9224EAD071EB}" type="datetime1">
              <a:rPr lang="en-US" altLang="en-US" smtClean="0">
                <a:solidFill>
                  <a:prstClr val="black"/>
                </a:solidFill>
              </a:rPr>
              <a:pPr/>
              <a:t>29-Jun-17</a:t>
            </a:fld>
            <a:endParaRPr lang="en-US" altLang="en-US" dirty="0">
              <a:solidFill>
                <a:prstClr val="black"/>
              </a:solidFill>
            </a:endParaRPr>
          </a:p>
        </p:txBody>
      </p:sp>
      <p:sp>
        <p:nvSpPr>
          <p:cNvPr id="5" name="Footer Placeholder 4"/>
          <p:cNvSpPr>
            <a:spLocks noGrp="1"/>
          </p:cNvSpPr>
          <p:nvPr>
            <p:ph type="ftr" sz="quarter" idx="11"/>
          </p:nvPr>
        </p:nvSpPr>
        <p:spPr/>
        <p:txBody>
          <a:bodyPr/>
          <a:lstStyle/>
          <a:p>
            <a:r>
              <a:rPr lang="en-US" altLang="en-US" smtClean="0">
                <a:solidFill>
                  <a:prstClr val="black"/>
                </a:solidFill>
              </a:rPr>
              <a:t>National CRC training </a:t>
            </a:r>
            <a:endParaRPr lang="en-US" altLang="en-US" dirty="0">
              <a:solidFill>
                <a:prstClr val="black"/>
              </a:solidFill>
            </a:endParaRPr>
          </a:p>
        </p:txBody>
      </p:sp>
      <p:sp>
        <p:nvSpPr>
          <p:cNvPr id="6" name="Slide Number Placeholder 5"/>
          <p:cNvSpPr>
            <a:spLocks noGrp="1"/>
          </p:cNvSpPr>
          <p:nvPr>
            <p:ph type="sldNum" sz="quarter" idx="12"/>
          </p:nvPr>
        </p:nvSpPr>
        <p:spPr/>
        <p:txBody>
          <a:bodyPr/>
          <a:lstStyle/>
          <a:p>
            <a:r>
              <a:rPr lang="en-US" altLang="en-US" smtClean="0">
                <a:solidFill>
                  <a:prstClr val="black"/>
                </a:solidFill>
              </a:rPr>
              <a:t>CH-I-</a:t>
            </a:r>
            <a:fld id="{3FB30F3C-053D-864C-B962-F2E761156877}" type="slidenum">
              <a:rPr lang="en-US" altLang="en-US" smtClean="0">
                <a:solidFill>
                  <a:prstClr val="black"/>
                </a:solidFill>
              </a:rPr>
              <a:pPr/>
              <a:t>22</a:t>
            </a:fld>
            <a:endParaRPr lang="en-US" altLang="en-US" dirty="0">
              <a:solidFill>
                <a:prstClr val="black"/>
              </a:solidFill>
            </a:endParaRPr>
          </a:p>
        </p:txBody>
      </p:sp>
      <p:sp>
        <p:nvSpPr>
          <p:cNvPr id="10" name="Content Placeholder 2"/>
          <p:cNvSpPr txBox="1">
            <a:spLocks/>
          </p:cNvSpPr>
          <p:nvPr/>
        </p:nvSpPr>
        <p:spPr>
          <a:xfrm>
            <a:off x="4671380" y="3646908"/>
            <a:ext cx="3122094" cy="2332342"/>
          </a:xfrm>
          <a:prstGeom prst="rect">
            <a:avLst/>
          </a:prstGeom>
        </p:spPr>
        <p:txBody>
          <a:bodyPr vert="horz" lIns="91440" tIns="45720" rIns="91440" bIns="45720" rtlCol="0" anchor="t">
            <a:normAutofit fontScale="85000" lnSpcReduction="20000"/>
          </a:bodyPr>
          <a:lstStyle>
            <a:lvl1pPr marL="285750" indent="-285750" algn="l" defTabSz="457200" rtl="0" eaLnBrk="1" latinLnBrk="0" hangingPunct="1">
              <a:spcBef>
                <a:spcPct val="20000"/>
              </a:spcBef>
              <a:spcAft>
                <a:spcPts val="600"/>
              </a:spcAft>
              <a:buClr>
                <a:schemeClr val="accent1"/>
              </a:buClr>
              <a:buSzPct val="115000"/>
              <a:buFont typeface="Arial"/>
              <a:buChar char="•"/>
              <a:defRPr sz="32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8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a:lstStyle>
          <a:p>
            <a:pPr marL="971550" lvl="1" indent="-514350"/>
            <a:r>
              <a:rPr lang="en-US" dirty="0" smtClean="0"/>
              <a:t>authenticity, </a:t>
            </a:r>
          </a:p>
          <a:p>
            <a:pPr marL="971550" lvl="1" indent="-514350"/>
            <a:r>
              <a:rPr lang="en-US" dirty="0" smtClean="0"/>
              <a:t>Understanding</a:t>
            </a:r>
          </a:p>
          <a:p>
            <a:pPr marL="971550" lvl="1" indent="-514350"/>
            <a:r>
              <a:rPr lang="en-US" dirty="0" smtClean="0"/>
              <a:t>tolerance, </a:t>
            </a:r>
          </a:p>
          <a:p>
            <a:pPr marL="971550" lvl="1" indent="-514350"/>
            <a:r>
              <a:rPr lang="en-US" dirty="0" smtClean="0"/>
              <a:t>kindness, and </a:t>
            </a:r>
          </a:p>
          <a:p>
            <a:pPr marL="971550" lvl="1" indent="-514350"/>
            <a:r>
              <a:rPr lang="en-US" dirty="0" smtClean="0"/>
              <a:t>acceptance. </a:t>
            </a:r>
          </a:p>
          <a:p>
            <a:pPr>
              <a:buFont typeface="Arial"/>
              <a:buNone/>
            </a:pPr>
            <a:endParaRPr lang="en-US" dirty="0" smtClean="0"/>
          </a:p>
          <a:p>
            <a:pPr>
              <a:buFont typeface="Arial"/>
              <a:buNone/>
            </a:pPr>
            <a:endParaRPr lang="en-US" dirty="0" smtClean="0"/>
          </a:p>
          <a:p>
            <a:endParaRPr lang="en-US" dirty="0"/>
          </a:p>
        </p:txBody>
      </p:sp>
      <p:sp>
        <p:nvSpPr>
          <p:cNvPr id="11" name="Content Placeholder 2"/>
          <p:cNvSpPr txBox="1">
            <a:spLocks/>
          </p:cNvSpPr>
          <p:nvPr/>
        </p:nvSpPr>
        <p:spPr>
          <a:xfrm>
            <a:off x="1242587" y="3628191"/>
            <a:ext cx="3122094" cy="2332342"/>
          </a:xfrm>
          <a:prstGeom prst="rect">
            <a:avLst/>
          </a:prstGeom>
        </p:spPr>
        <p:txBody>
          <a:bodyPr vert="horz" lIns="91440" tIns="45720" rIns="91440" bIns="45720" rtlCol="0" anchor="t">
            <a:normAutofit fontScale="85000" lnSpcReduction="20000"/>
          </a:bodyPr>
          <a:lstStyle>
            <a:lvl1pPr marL="285750" indent="-285750" algn="l" defTabSz="457200" rtl="0" eaLnBrk="1" latinLnBrk="0" hangingPunct="1">
              <a:spcBef>
                <a:spcPct val="20000"/>
              </a:spcBef>
              <a:spcAft>
                <a:spcPts val="600"/>
              </a:spcAft>
              <a:buClr>
                <a:schemeClr val="accent1"/>
              </a:buClr>
              <a:buSzPct val="115000"/>
              <a:buFont typeface="Arial"/>
              <a:buChar char="•"/>
              <a:defRPr sz="32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8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a:lstStyle>
          <a:p>
            <a:pPr marL="971550" lvl="1" indent="-514350"/>
            <a:r>
              <a:rPr lang="en-US" dirty="0" smtClean="0"/>
              <a:t>genuineness, </a:t>
            </a:r>
          </a:p>
          <a:p>
            <a:pPr marL="971550" lvl="1" indent="-514350"/>
            <a:r>
              <a:rPr lang="en-US" dirty="0" smtClean="0"/>
              <a:t>love, </a:t>
            </a:r>
          </a:p>
          <a:p>
            <a:pPr marL="971550" lvl="1" indent="-514350"/>
            <a:r>
              <a:rPr lang="en-US" dirty="0" smtClean="0"/>
              <a:t>honesty, </a:t>
            </a:r>
          </a:p>
          <a:p>
            <a:pPr marL="971550" lvl="1" indent="-514350"/>
            <a:r>
              <a:rPr lang="en-US" dirty="0" smtClean="0"/>
              <a:t>openness, </a:t>
            </a:r>
          </a:p>
          <a:p>
            <a:pPr marL="971550" lvl="1" indent="-514350"/>
            <a:r>
              <a:rPr lang="en-US" dirty="0" smtClean="0"/>
              <a:t>care</a:t>
            </a:r>
          </a:p>
          <a:p>
            <a:pPr>
              <a:buFont typeface="Arial"/>
              <a:buNone/>
            </a:pPr>
            <a:endParaRPr lang="en-US" dirty="0" smtClean="0"/>
          </a:p>
          <a:p>
            <a:endParaRPr lang="en-US" dirty="0"/>
          </a:p>
        </p:txBody>
      </p:sp>
    </p:spTree>
    <p:extLst>
      <p:ext uri="{BB962C8B-B14F-4D97-AF65-F5344CB8AC3E}">
        <p14:creationId xmlns:p14="http://schemas.microsoft.com/office/powerpoint/2010/main" val="1681505308"/>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02043" y="1030778"/>
            <a:ext cx="7364627" cy="1223324"/>
          </a:xfrm>
        </p:spPr>
        <p:txBody>
          <a:bodyPr/>
          <a:lstStyle/>
          <a:p>
            <a:pPr marL="742950" indent="-742950">
              <a:buFont typeface="+mj-lt"/>
              <a:buAutoNum type="arabicPeriod" startAt="2"/>
            </a:pPr>
            <a:r>
              <a:rPr lang="en-US" dirty="0" smtClean="0"/>
              <a:t> Relational space</a:t>
            </a:r>
            <a:endParaRPr lang="en-US" dirty="0"/>
          </a:p>
        </p:txBody>
      </p:sp>
      <p:sp>
        <p:nvSpPr>
          <p:cNvPr id="3" name="Content Placeholder 2"/>
          <p:cNvSpPr>
            <a:spLocks noGrp="1"/>
          </p:cNvSpPr>
          <p:nvPr>
            <p:ph idx="1"/>
          </p:nvPr>
        </p:nvSpPr>
        <p:spPr>
          <a:xfrm>
            <a:off x="902041" y="2477385"/>
            <a:ext cx="7574693" cy="3483148"/>
          </a:xfrm>
        </p:spPr>
        <p:txBody>
          <a:bodyPr>
            <a:normAutofit/>
          </a:bodyPr>
          <a:lstStyle/>
          <a:p>
            <a:r>
              <a:rPr lang="en-US" dirty="0" smtClean="0"/>
              <a:t>Is a </a:t>
            </a:r>
            <a:r>
              <a:rPr lang="en-US" b="1" dirty="0" smtClean="0"/>
              <a:t>compassionate encounter </a:t>
            </a:r>
            <a:r>
              <a:rPr lang="en-US" dirty="0" smtClean="0"/>
              <a:t>where the person suffering is aware of and is engaged by, the virtues of the health care provider.</a:t>
            </a:r>
          </a:p>
          <a:p>
            <a:pPr marL="627063" indent="-627063">
              <a:buFont typeface="Wingdings" pitchFamily="2" charset="2"/>
              <a:buChar char="ü"/>
            </a:pPr>
            <a:r>
              <a:rPr lang="en-US" dirty="0" smtClean="0"/>
              <a:t>The category of relational space comprised </a:t>
            </a:r>
            <a:r>
              <a:rPr lang="en-US" b="1" dirty="0" smtClean="0"/>
              <a:t>two </a:t>
            </a:r>
            <a:r>
              <a:rPr lang="en-US" dirty="0" smtClean="0"/>
              <a:t>themes.</a:t>
            </a:r>
          </a:p>
          <a:p>
            <a:pPr marL="627063" lvl="0" indent="-361950">
              <a:buFont typeface="+mj-lt"/>
              <a:buAutoNum type="arabicPeriod"/>
            </a:pPr>
            <a:endParaRPr lang="en-US" dirty="0" smtClean="0"/>
          </a:p>
          <a:p>
            <a:endParaRPr lang="en-US" dirty="0"/>
          </a:p>
        </p:txBody>
      </p:sp>
      <p:sp>
        <p:nvSpPr>
          <p:cNvPr id="4" name="Date Placeholder 3"/>
          <p:cNvSpPr>
            <a:spLocks noGrp="1"/>
          </p:cNvSpPr>
          <p:nvPr>
            <p:ph type="dt" sz="half" idx="10"/>
          </p:nvPr>
        </p:nvSpPr>
        <p:spPr/>
        <p:txBody>
          <a:bodyPr/>
          <a:lstStyle/>
          <a:p>
            <a:fld id="{58888CBF-8E6A-FF4C-B61B-9224EAD071EB}" type="datetime1">
              <a:rPr lang="en-US" altLang="en-US" smtClean="0">
                <a:solidFill>
                  <a:prstClr val="black"/>
                </a:solidFill>
              </a:rPr>
              <a:pPr/>
              <a:t>29-Jun-17</a:t>
            </a:fld>
            <a:endParaRPr lang="en-US" altLang="en-US" dirty="0">
              <a:solidFill>
                <a:prstClr val="black"/>
              </a:solidFill>
            </a:endParaRPr>
          </a:p>
        </p:txBody>
      </p:sp>
      <p:sp>
        <p:nvSpPr>
          <p:cNvPr id="5" name="Footer Placeholder 4"/>
          <p:cNvSpPr>
            <a:spLocks noGrp="1"/>
          </p:cNvSpPr>
          <p:nvPr>
            <p:ph type="ftr" sz="quarter" idx="11"/>
          </p:nvPr>
        </p:nvSpPr>
        <p:spPr/>
        <p:txBody>
          <a:bodyPr/>
          <a:lstStyle/>
          <a:p>
            <a:r>
              <a:rPr lang="en-US" altLang="en-US" smtClean="0">
                <a:solidFill>
                  <a:prstClr val="black"/>
                </a:solidFill>
              </a:rPr>
              <a:t>National CRC training </a:t>
            </a:r>
            <a:endParaRPr lang="en-US" altLang="en-US" dirty="0">
              <a:solidFill>
                <a:prstClr val="black"/>
              </a:solidFill>
            </a:endParaRPr>
          </a:p>
        </p:txBody>
      </p:sp>
      <p:sp>
        <p:nvSpPr>
          <p:cNvPr id="6" name="Slide Number Placeholder 5"/>
          <p:cNvSpPr>
            <a:spLocks noGrp="1"/>
          </p:cNvSpPr>
          <p:nvPr>
            <p:ph type="sldNum" sz="quarter" idx="12"/>
          </p:nvPr>
        </p:nvSpPr>
        <p:spPr/>
        <p:txBody>
          <a:bodyPr/>
          <a:lstStyle/>
          <a:p>
            <a:r>
              <a:rPr lang="en-US" altLang="en-US" smtClean="0">
                <a:solidFill>
                  <a:prstClr val="black"/>
                </a:solidFill>
              </a:rPr>
              <a:t>CH-I-</a:t>
            </a:r>
            <a:fld id="{3FB30F3C-053D-864C-B962-F2E761156877}" type="slidenum">
              <a:rPr lang="en-US" altLang="en-US" smtClean="0">
                <a:solidFill>
                  <a:prstClr val="black"/>
                </a:solidFill>
              </a:rPr>
              <a:pPr/>
              <a:t>23</a:t>
            </a:fld>
            <a:endParaRPr lang="en-US" altLang="en-US" dirty="0">
              <a:solidFill>
                <a:prstClr val="black"/>
              </a:solidFill>
            </a:endParaRPr>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Cont…..</a:t>
            </a:r>
            <a:endParaRPr lang="en-GB" dirty="0"/>
          </a:p>
        </p:txBody>
      </p:sp>
      <p:sp>
        <p:nvSpPr>
          <p:cNvPr id="3" name="Content Placeholder 2"/>
          <p:cNvSpPr>
            <a:spLocks noGrp="1"/>
          </p:cNvSpPr>
          <p:nvPr>
            <p:ph idx="1"/>
          </p:nvPr>
        </p:nvSpPr>
        <p:spPr/>
        <p:txBody>
          <a:bodyPr>
            <a:normAutofit fontScale="92500" lnSpcReduction="10000"/>
          </a:bodyPr>
          <a:lstStyle/>
          <a:p>
            <a:pPr marL="627063" lvl="0" indent="-361950">
              <a:buFont typeface="+mj-lt"/>
              <a:buAutoNum type="arabicPeriod"/>
            </a:pPr>
            <a:r>
              <a:rPr lang="en-US" dirty="0" smtClean="0"/>
              <a:t> </a:t>
            </a:r>
            <a:r>
              <a:rPr lang="en-US" b="1" dirty="0" smtClean="0"/>
              <a:t>Patient awareness : </a:t>
            </a:r>
            <a:r>
              <a:rPr lang="en-US" dirty="0" smtClean="0"/>
              <a:t>patients  intuitively knew or initially sensed health care provider capacity for compassion. </a:t>
            </a:r>
          </a:p>
          <a:p>
            <a:pPr marL="627063" indent="-361950">
              <a:buFont typeface="+mj-lt"/>
              <a:buAutoNum type="arabicPeriod"/>
            </a:pPr>
            <a:r>
              <a:rPr lang="en-US" dirty="0" smtClean="0"/>
              <a:t> </a:t>
            </a:r>
            <a:r>
              <a:rPr lang="en-US" b="1" dirty="0" smtClean="0"/>
              <a:t>Engaged care giving:</a:t>
            </a:r>
            <a:r>
              <a:rPr lang="en-US" dirty="0" smtClean="0"/>
              <a:t> refers to tangible indicators of health care provider compassion and provider-patient relationship over time. </a:t>
            </a:r>
          </a:p>
          <a:p>
            <a:endParaRPr lang="en-GB" dirty="0"/>
          </a:p>
        </p:txBody>
      </p:sp>
      <p:sp>
        <p:nvSpPr>
          <p:cNvPr id="4" name="Date Placeholder 3"/>
          <p:cNvSpPr>
            <a:spLocks noGrp="1"/>
          </p:cNvSpPr>
          <p:nvPr>
            <p:ph type="dt" sz="half" idx="10"/>
          </p:nvPr>
        </p:nvSpPr>
        <p:spPr/>
        <p:txBody>
          <a:bodyPr/>
          <a:lstStyle/>
          <a:p>
            <a:fld id="{58888CBF-8E6A-FF4C-B61B-9224EAD071EB}" type="datetime1">
              <a:rPr lang="en-US" altLang="en-US" smtClean="0">
                <a:solidFill>
                  <a:prstClr val="black"/>
                </a:solidFill>
              </a:rPr>
              <a:pPr/>
              <a:t>29-Jun-17</a:t>
            </a:fld>
            <a:endParaRPr lang="en-US" altLang="en-US" dirty="0">
              <a:solidFill>
                <a:prstClr val="black"/>
              </a:solidFill>
            </a:endParaRPr>
          </a:p>
        </p:txBody>
      </p:sp>
      <p:sp>
        <p:nvSpPr>
          <p:cNvPr id="5" name="Footer Placeholder 4"/>
          <p:cNvSpPr>
            <a:spLocks noGrp="1"/>
          </p:cNvSpPr>
          <p:nvPr>
            <p:ph type="ftr" sz="quarter" idx="11"/>
          </p:nvPr>
        </p:nvSpPr>
        <p:spPr/>
        <p:txBody>
          <a:bodyPr/>
          <a:lstStyle/>
          <a:p>
            <a:r>
              <a:rPr lang="en-US" altLang="en-US" smtClean="0">
                <a:solidFill>
                  <a:prstClr val="black"/>
                </a:solidFill>
              </a:rPr>
              <a:t>National CRC training </a:t>
            </a:r>
            <a:endParaRPr lang="en-US" altLang="en-US" dirty="0">
              <a:solidFill>
                <a:prstClr val="black"/>
              </a:solidFill>
            </a:endParaRPr>
          </a:p>
        </p:txBody>
      </p:sp>
      <p:sp>
        <p:nvSpPr>
          <p:cNvPr id="6" name="Slide Number Placeholder 5"/>
          <p:cNvSpPr>
            <a:spLocks noGrp="1"/>
          </p:cNvSpPr>
          <p:nvPr>
            <p:ph type="sldNum" sz="quarter" idx="12"/>
          </p:nvPr>
        </p:nvSpPr>
        <p:spPr/>
        <p:txBody>
          <a:bodyPr/>
          <a:lstStyle/>
          <a:p>
            <a:r>
              <a:rPr lang="en-US" altLang="en-US" smtClean="0">
                <a:solidFill>
                  <a:prstClr val="black"/>
                </a:solidFill>
              </a:rPr>
              <a:t>CH-I-</a:t>
            </a:r>
            <a:fld id="{3FB30F3C-053D-864C-B962-F2E761156877}" type="slidenum">
              <a:rPr lang="en-US" altLang="en-US" smtClean="0">
                <a:solidFill>
                  <a:prstClr val="black"/>
                </a:solidFill>
              </a:rPr>
              <a:pPr/>
              <a:t>24</a:t>
            </a:fld>
            <a:endParaRPr lang="en-US" altLang="en-US" dirty="0">
              <a:solidFill>
                <a:prstClr val="black"/>
              </a:solidFill>
            </a:endParaRPr>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742950" indent="-742950">
              <a:buFont typeface="+mj-lt"/>
              <a:buAutoNum type="arabicPeriod" startAt="3"/>
            </a:pPr>
            <a:r>
              <a:rPr lang="en-US" dirty="0" smtClean="0"/>
              <a:t>Virtuous Response</a:t>
            </a:r>
            <a:endParaRPr lang="en-GB" dirty="0"/>
          </a:p>
        </p:txBody>
      </p:sp>
      <p:sp>
        <p:nvSpPr>
          <p:cNvPr id="3" name="Content Placeholder 2"/>
          <p:cNvSpPr>
            <a:spLocks noGrp="1"/>
          </p:cNvSpPr>
          <p:nvPr>
            <p:ph idx="1"/>
          </p:nvPr>
        </p:nvSpPr>
        <p:spPr/>
        <p:txBody>
          <a:bodyPr/>
          <a:lstStyle/>
          <a:p>
            <a:r>
              <a:rPr lang="en-US" sz="3000" dirty="0" smtClean="0"/>
              <a:t>Is defined as the </a:t>
            </a:r>
            <a:r>
              <a:rPr lang="en-US" sz="3000" b="1" dirty="0" smtClean="0"/>
              <a:t>enactment</a:t>
            </a:r>
            <a:r>
              <a:rPr lang="en-US" sz="3000" dirty="0" smtClean="0"/>
              <a:t> of a virtue toward a person in suffering</a:t>
            </a:r>
          </a:p>
          <a:p>
            <a:r>
              <a:rPr lang="en-US" sz="3000" dirty="0" smtClean="0"/>
              <a:t> Virtuous response contained three broad themes within it: </a:t>
            </a:r>
          </a:p>
          <a:p>
            <a:endParaRPr lang="en-US" dirty="0" smtClean="0"/>
          </a:p>
          <a:p>
            <a:endParaRPr lang="en-GB" dirty="0"/>
          </a:p>
        </p:txBody>
      </p:sp>
      <p:sp>
        <p:nvSpPr>
          <p:cNvPr id="4" name="Date Placeholder 3"/>
          <p:cNvSpPr>
            <a:spLocks noGrp="1"/>
          </p:cNvSpPr>
          <p:nvPr>
            <p:ph type="dt" sz="half" idx="10"/>
          </p:nvPr>
        </p:nvSpPr>
        <p:spPr/>
        <p:txBody>
          <a:bodyPr/>
          <a:lstStyle/>
          <a:p>
            <a:fld id="{58888CBF-8E6A-FF4C-B61B-9224EAD071EB}" type="datetime1">
              <a:rPr lang="en-US" altLang="en-US" smtClean="0">
                <a:solidFill>
                  <a:prstClr val="black"/>
                </a:solidFill>
              </a:rPr>
              <a:pPr/>
              <a:t>29-Jun-17</a:t>
            </a:fld>
            <a:endParaRPr lang="en-US" altLang="en-US" dirty="0">
              <a:solidFill>
                <a:prstClr val="black"/>
              </a:solidFill>
            </a:endParaRPr>
          </a:p>
        </p:txBody>
      </p:sp>
      <p:sp>
        <p:nvSpPr>
          <p:cNvPr id="5" name="Footer Placeholder 4"/>
          <p:cNvSpPr>
            <a:spLocks noGrp="1"/>
          </p:cNvSpPr>
          <p:nvPr>
            <p:ph type="ftr" sz="quarter" idx="11"/>
          </p:nvPr>
        </p:nvSpPr>
        <p:spPr/>
        <p:txBody>
          <a:bodyPr/>
          <a:lstStyle/>
          <a:p>
            <a:r>
              <a:rPr lang="en-US" altLang="en-US" smtClean="0">
                <a:solidFill>
                  <a:prstClr val="black"/>
                </a:solidFill>
              </a:rPr>
              <a:t>National CRC training </a:t>
            </a:r>
            <a:endParaRPr lang="en-US" altLang="en-US" dirty="0">
              <a:solidFill>
                <a:prstClr val="black"/>
              </a:solidFill>
            </a:endParaRPr>
          </a:p>
        </p:txBody>
      </p:sp>
      <p:sp>
        <p:nvSpPr>
          <p:cNvPr id="6" name="Slide Number Placeholder 5"/>
          <p:cNvSpPr>
            <a:spLocks noGrp="1"/>
          </p:cNvSpPr>
          <p:nvPr>
            <p:ph type="sldNum" sz="quarter" idx="12"/>
          </p:nvPr>
        </p:nvSpPr>
        <p:spPr/>
        <p:txBody>
          <a:bodyPr/>
          <a:lstStyle/>
          <a:p>
            <a:r>
              <a:rPr lang="en-US" altLang="en-US" smtClean="0">
                <a:solidFill>
                  <a:prstClr val="black"/>
                </a:solidFill>
              </a:rPr>
              <a:t>CH-I-</a:t>
            </a:r>
            <a:fld id="{3FB30F3C-053D-864C-B962-F2E761156877}" type="slidenum">
              <a:rPr lang="en-US" altLang="en-US" smtClean="0">
                <a:solidFill>
                  <a:prstClr val="black"/>
                </a:solidFill>
              </a:rPr>
              <a:pPr/>
              <a:t>25</a:t>
            </a:fld>
            <a:endParaRPr lang="en-US" altLang="en-US" dirty="0">
              <a:solidFill>
                <a:prstClr val="black"/>
              </a:solidFill>
            </a:endParaRPr>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26757" y="1052622"/>
            <a:ext cx="7327557" cy="1010093"/>
          </a:xfrm>
        </p:spPr>
        <p:txBody>
          <a:bodyPr/>
          <a:lstStyle/>
          <a:p>
            <a:r>
              <a:rPr lang="en-US" dirty="0" smtClean="0"/>
              <a:t>Cont….</a:t>
            </a:r>
            <a:endParaRPr lang="en-US" dirty="0"/>
          </a:p>
        </p:txBody>
      </p:sp>
      <p:sp>
        <p:nvSpPr>
          <p:cNvPr id="3" name="Content Placeholder 2"/>
          <p:cNvSpPr>
            <a:spLocks noGrp="1"/>
          </p:cNvSpPr>
          <p:nvPr>
            <p:ph idx="1"/>
          </p:nvPr>
        </p:nvSpPr>
        <p:spPr>
          <a:xfrm>
            <a:off x="766120" y="2466753"/>
            <a:ext cx="7488194" cy="3468380"/>
          </a:xfrm>
        </p:spPr>
        <p:txBody>
          <a:bodyPr>
            <a:normAutofit fontScale="92500" lnSpcReduction="10000"/>
          </a:bodyPr>
          <a:lstStyle/>
          <a:p>
            <a:pPr marL="514350" lvl="0" indent="-514350">
              <a:buFont typeface="+mj-lt"/>
              <a:buAutoNum type="arabicPeriod"/>
            </a:pPr>
            <a:r>
              <a:rPr lang="en-US" b="1" dirty="0" smtClean="0"/>
              <a:t>Knowing the person:</a:t>
            </a:r>
            <a:r>
              <a:rPr lang="en-US" dirty="0" smtClean="0"/>
              <a:t> is approaching their patients as </a:t>
            </a:r>
            <a:r>
              <a:rPr lang="en-US" b="1" dirty="0" smtClean="0"/>
              <a:t>persons</a:t>
            </a:r>
            <a:r>
              <a:rPr lang="en-US" dirty="0" smtClean="0"/>
              <a:t> and viewed their health issues and suffering from this vantage point.</a:t>
            </a:r>
          </a:p>
          <a:p>
            <a:pPr marL="514350" lvl="0" indent="-514350">
              <a:buFont typeface="+mj-lt"/>
              <a:buAutoNum type="arabicPeriod"/>
            </a:pPr>
            <a:r>
              <a:rPr lang="en-US" b="1" dirty="0" smtClean="0"/>
              <a:t>Person as priority</a:t>
            </a:r>
            <a:r>
              <a:rPr lang="en-US" dirty="0" smtClean="0"/>
              <a:t>:  ability to prioritize patient needs</a:t>
            </a:r>
          </a:p>
          <a:p>
            <a:pPr marL="514350" lvl="0" indent="-514350">
              <a:buFont typeface="+mj-lt"/>
              <a:buAutoNum type="arabicPeriod"/>
            </a:pPr>
            <a:r>
              <a:rPr lang="en-US" b="1" dirty="0" smtClean="0"/>
              <a:t>Beneficence</a:t>
            </a:r>
            <a:r>
              <a:rPr lang="en-US" dirty="0" smtClean="0"/>
              <a:t>: refers to health care providers desiring the best for the patient</a:t>
            </a:r>
            <a:endParaRPr lang="en-US" dirty="0"/>
          </a:p>
        </p:txBody>
      </p:sp>
      <p:sp>
        <p:nvSpPr>
          <p:cNvPr id="4" name="Date Placeholder 3"/>
          <p:cNvSpPr>
            <a:spLocks noGrp="1"/>
          </p:cNvSpPr>
          <p:nvPr>
            <p:ph type="dt" sz="half" idx="10"/>
          </p:nvPr>
        </p:nvSpPr>
        <p:spPr/>
        <p:txBody>
          <a:bodyPr/>
          <a:lstStyle/>
          <a:p>
            <a:fld id="{58888CBF-8E6A-FF4C-B61B-9224EAD071EB}" type="datetime1">
              <a:rPr lang="en-US" altLang="en-US" smtClean="0">
                <a:solidFill>
                  <a:prstClr val="black"/>
                </a:solidFill>
              </a:rPr>
              <a:pPr/>
              <a:t>29-Jun-17</a:t>
            </a:fld>
            <a:endParaRPr lang="en-US" altLang="en-US" dirty="0">
              <a:solidFill>
                <a:prstClr val="black"/>
              </a:solidFill>
            </a:endParaRPr>
          </a:p>
        </p:txBody>
      </p:sp>
      <p:sp>
        <p:nvSpPr>
          <p:cNvPr id="5" name="Footer Placeholder 4"/>
          <p:cNvSpPr>
            <a:spLocks noGrp="1"/>
          </p:cNvSpPr>
          <p:nvPr>
            <p:ph type="ftr" sz="quarter" idx="11"/>
          </p:nvPr>
        </p:nvSpPr>
        <p:spPr/>
        <p:txBody>
          <a:bodyPr/>
          <a:lstStyle/>
          <a:p>
            <a:r>
              <a:rPr lang="en-US" altLang="en-US" smtClean="0">
                <a:solidFill>
                  <a:prstClr val="black"/>
                </a:solidFill>
              </a:rPr>
              <a:t>National CRC training </a:t>
            </a:r>
            <a:endParaRPr lang="en-US" altLang="en-US" dirty="0">
              <a:solidFill>
                <a:prstClr val="black"/>
              </a:solidFill>
            </a:endParaRPr>
          </a:p>
        </p:txBody>
      </p:sp>
      <p:sp>
        <p:nvSpPr>
          <p:cNvPr id="6" name="Slide Number Placeholder 5"/>
          <p:cNvSpPr>
            <a:spLocks noGrp="1"/>
          </p:cNvSpPr>
          <p:nvPr>
            <p:ph type="sldNum" sz="quarter" idx="12"/>
          </p:nvPr>
        </p:nvSpPr>
        <p:spPr/>
        <p:txBody>
          <a:bodyPr/>
          <a:lstStyle/>
          <a:p>
            <a:r>
              <a:rPr lang="en-US" altLang="en-US" smtClean="0">
                <a:solidFill>
                  <a:prstClr val="black"/>
                </a:solidFill>
              </a:rPr>
              <a:t>CH-I-</a:t>
            </a:r>
            <a:fld id="{3FB30F3C-053D-864C-B962-F2E761156877}" type="slidenum">
              <a:rPr lang="en-US" altLang="en-US" smtClean="0">
                <a:solidFill>
                  <a:prstClr val="black"/>
                </a:solidFill>
              </a:rPr>
              <a:pPr/>
              <a:t>26</a:t>
            </a:fld>
            <a:endParaRPr lang="en-US" altLang="en-US" dirty="0">
              <a:solidFill>
                <a:prstClr val="black"/>
              </a:solidFill>
            </a:endParaRPr>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76866" y="1180213"/>
            <a:ext cx="7028020" cy="967563"/>
          </a:xfrm>
        </p:spPr>
        <p:txBody>
          <a:bodyPr/>
          <a:lstStyle/>
          <a:p>
            <a:pPr marL="742950" indent="-742950">
              <a:buFont typeface="+mj-lt"/>
              <a:buAutoNum type="arabicPeriod" startAt="4"/>
            </a:pPr>
            <a:r>
              <a:rPr lang="en-US" dirty="0" smtClean="0"/>
              <a:t>Seeking to Understand</a:t>
            </a:r>
            <a:endParaRPr lang="en-US" dirty="0"/>
          </a:p>
        </p:txBody>
      </p:sp>
      <p:sp>
        <p:nvSpPr>
          <p:cNvPr id="3" name="Content Placeholder 2"/>
          <p:cNvSpPr>
            <a:spLocks noGrp="1"/>
          </p:cNvSpPr>
          <p:nvPr>
            <p:ph idx="1"/>
          </p:nvPr>
        </p:nvSpPr>
        <p:spPr>
          <a:xfrm>
            <a:off x="877330" y="2349795"/>
            <a:ext cx="7469228" cy="3742661"/>
          </a:xfrm>
        </p:spPr>
        <p:txBody>
          <a:bodyPr>
            <a:normAutofit fontScale="92500" lnSpcReduction="10000"/>
          </a:bodyPr>
          <a:lstStyle/>
          <a:p>
            <a:r>
              <a:rPr lang="en-US" dirty="0" smtClean="0"/>
              <a:t>The extent providers attempt to understand the patient as a person and their unique needs to optimize the effect of compassion. </a:t>
            </a:r>
          </a:p>
          <a:p>
            <a:r>
              <a:rPr lang="en-US" dirty="0" smtClean="0"/>
              <a:t>Seeking to understand contained two themes within it: </a:t>
            </a:r>
          </a:p>
          <a:p>
            <a:pPr marL="514350" lvl="0" indent="-514350">
              <a:buFont typeface="+mj-lt"/>
              <a:buAutoNum type="arabicPeriod"/>
            </a:pPr>
            <a:r>
              <a:rPr lang="en-US" dirty="0" smtClean="0"/>
              <a:t>Seeking to Understand the Person.</a:t>
            </a:r>
          </a:p>
          <a:p>
            <a:pPr marL="514350" lvl="0" indent="-514350">
              <a:buFont typeface="+mj-lt"/>
              <a:buAutoNum type="arabicPeriod"/>
            </a:pPr>
            <a:r>
              <a:rPr lang="en-US" dirty="0" smtClean="0"/>
              <a:t>Seeking to Understand the Person’s Needs.</a:t>
            </a:r>
          </a:p>
          <a:p>
            <a:endParaRPr lang="en-US" dirty="0"/>
          </a:p>
        </p:txBody>
      </p:sp>
      <p:sp>
        <p:nvSpPr>
          <p:cNvPr id="4" name="Date Placeholder 3"/>
          <p:cNvSpPr>
            <a:spLocks noGrp="1"/>
          </p:cNvSpPr>
          <p:nvPr>
            <p:ph type="dt" sz="half" idx="10"/>
          </p:nvPr>
        </p:nvSpPr>
        <p:spPr/>
        <p:txBody>
          <a:bodyPr/>
          <a:lstStyle/>
          <a:p>
            <a:fld id="{58888CBF-8E6A-FF4C-B61B-9224EAD071EB}" type="datetime1">
              <a:rPr lang="en-US" altLang="en-US" smtClean="0">
                <a:solidFill>
                  <a:prstClr val="black"/>
                </a:solidFill>
              </a:rPr>
              <a:pPr/>
              <a:t>29-Jun-17</a:t>
            </a:fld>
            <a:endParaRPr lang="en-US" altLang="en-US" dirty="0">
              <a:solidFill>
                <a:prstClr val="black"/>
              </a:solidFill>
            </a:endParaRPr>
          </a:p>
        </p:txBody>
      </p:sp>
      <p:sp>
        <p:nvSpPr>
          <p:cNvPr id="5" name="Footer Placeholder 4"/>
          <p:cNvSpPr>
            <a:spLocks noGrp="1"/>
          </p:cNvSpPr>
          <p:nvPr>
            <p:ph type="ftr" sz="quarter" idx="11"/>
          </p:nvPr>
        </p:nvSpPr>
        <p:spPr/>
        <p:txBody>
          <a:bodyPr/>
          <a:lstStyle/>
          <a:p>
            <a:r>
              <a:rPr lang="en-US" altLang="en-US" dirty="0" smtClean="0">
                <a:solidFill>
                  <a:prstClr val="black"/>
                </a:solidFill>
              </a:rPr>
              <a:t>National CRC training </a:t>
            </a:r>
            <a:endParaRPr lang="en-US" altLang="en-US" dirty="0">
              <a:solidFill>
                <a:prstClr val="black"/>
              </a:solidFill>
            </a:endParaRPr>
          </a:p>
        </p:txBody>
      </p:sp>
      <p:sp>
        <p:nvSpPr>
          <p:cNvPr id="6" name="Slide Number Placeholder 5"/>
          <p:cNvSpPr>
            <a:spLocks noGrp="1"/>
          </p:cNvSpPr>
          <p:nvPr>
            <p:ph type="sldNum" sz="quarter" idx="12"/>
          </p:nvPr>
        </p:nvSpPr>
        <p:spPr/>
        <p:txBody>
          <a:bodyPr/>
          <a:lstStyle/>
          <a:p>
            <a:r>
              <a:rPr lang="en-US" altLang="en-US" smtClean="0">
                <a:solidFill>
                  <a:prstClr val="black"/>
                </a:solidFill>
              </a:rPr>
              <a:t>CH-I-</a:t>
            </a:r>
            <a:fld id="{3FB30F3C-053D-864C-B962-F2E761156877}" type="slidenum">
              <a:rPr lang="en-US" altLang="en-US" smtClean="0">
                <a:solidFill>
                  <a:prstClr val="black"/>
                </a:solidFill>
              </a:rPr>
              <a:pPr/>
              <a:t>27</a:t>
            </a:fld>
            <a:endParaRPr lang="en-US" altLang="en-US" dirty="0">
              <a:solidFill>
                <a:prstClr val="black"/>
              </a:solidFill>
            </a:endParaRPr>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Understanding game </a:t>
            </a:r>
            <a:endParaRPr lang="en-US" dirty="0"/>
          </a:p>
        </p:txBody>
      </p:sp>
      <p:sp>
        <p:nvSpPr>
          <p:cNvPr id="3" name="Content Placeholder 2"/>
          <p:cNvSpPr>
            <a:spLocks noGrp="1"/>
          </p:cNvSpPr>
          <p:nvPr>
            <p:ph idx="1"/>
          </p:nvPr>
        </p:nvSpPr>
        <p:spPr/>
        <p:txBody>
          <a:bodyPr/>
          <a:lstStyle/>
          <a:p>
            <a:endParaRPr lang="en-US" dirty="0"/>
          </a:p>
          <a:p>
            <a:endParaRPr lang="en-US" dirty="0"/>
          </a:p>
        </p:txBody>
      </p:sp>
      <p:sp>
        <p:nvSpPr>
          <p:cNvPr id="4" name="Date Placeholder 3"/>
          <p:cNvSpPr>
            <a:spLocks noGrp="1"/>
          </p:cNvSpPr>
          <p:nvPr>
            <p:ph type="dt" sz="half" idx="10"/>
          </p:nvPr>
        </p:nvSpPr>
        <p:spPr/>
        <p:txBody>
          <a:bodyPr/>
          <a:lstStyle/>
          <a:p>
            <a:fld id="{58888CBF-8E6A-FF4C-B61B-9224EAD071EB}" type="datetime1">
              <a:rPr lang="en-US" altLang="en-US" smtClean="0">
                <a:solidFill>
                  <a:prstClr val="black"/>
                </a:solidFill>
              </a:rPr>
              <a:pPr/>
              <a:t>29-Jun-17</a:t>
            </a:fld>
            <a:endParaRPr lang="en-US" altLang="en-US" dirty="0">
              <a:solidFill>
                <a:prstClr val="black"/>
              </a:solidFill>
            </a:endParaRPr>
          </a:p>
        </p:txBody>
      </p:sp>
      <p:sp>
        <p:nvSpPr>
          <p:cNvPr id="5" name="Footer Placeholder 4"/>
          <p:cNvSpPr>
            <a:spLocks noGrp="1"/>
          </p:cNvSpPr>
          <p:nvPr>
            <p:ph type="ftr" sz="quarter" idx="11"/>
          </p:nvPr>
        </p:nvSpPr>
        <p:spPr/>
        <p:txBody>
          <a:bodyPr/>
          <a:lstStyle/>
          <a:p>
            <a:r>
              <a:rPr lang="en-US" altLang="en-US" smtClean="0">
                <a:solidFill>
                  <a:prstClr val="black"/>
                </a:solidFill>
              </a:rPr>
              <a:t>National CRC training </a:t>
            </a:r>
            <a:endParaRPr lang="en-US" altLang="en-US" dirty="0">
              <a:solidFill>
                <a:prstClr val="black"/>
              </a:solidFill>
            </a:endParaRPr>
          </a:p>
        </p:txBody>
      </p:sp>
      <p:sp>
        <p:nvSpPr>
          <p:cNvPr id="6" name="Slide Number Placeholder 5"/>
          <p:cNvSpPr>
            <a:spLocks noGrp="1"/>
          </p:cNvSpPr>
          <p:nvPr>
            <p:ph type="sldNum" sz="quarter" idx="12"/>
          </p:nvPr>
        </p:nvSpPr>
        <p:spPr/>
        <p:txBody>
          <a:bodyPr/>
          <a:lstStyle/>
          <a:p>
            <a:r>
              <a:rPr lang="en-US" altLang="en-US" smtClean="0">
                <a:solidFill>
                  <a:prstClr val="black"/>
                </a:solidFill>
              </a:rPr>
              <a:t>CH-I-</a:t>
            </a:r>
            <a:fld id="{3FB30F3C-053D-864C-B962-F2E761156877}" type="slidenum">
              <a:rPr lang="en-US" altLang="en-US" smtClean="0">
                <a:solidFill>
                  <a:prstClr val="black"/>
                </a:solidFill>
              </a:rPr>
              <a:pPr/>
              <a:t>28</a:t>
            </a:fld>
            <a:endParaRPr lang="en-US" altLang="en-US" dirty="0">
              <a:solidFill>
                <a:prstClr val="black"/>
              </a:solidFill>
            </a:endParaRPr>
          </a:p>
        </p:txBody>
      </p:sp>
    </p:spTree>
    <p:extLst>
      <p:ext uri="{BB962C8B-B14F-4D97-AF65-F5344CB8AC3E}">
        <p14:creationId xmlns:p14="http://schemas.microsoft.com/office/powerpoint/2010/main" val="391329356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26757" y="1030779"/>
            <a:ext cx="7414053" cy="1159528"/>
          </a:xfrm>
        </p:spPr>
        <p:txBody>
          <a:bodyPr/>
          <a:lstStyle/>
          <a:p>
            <a:pPr marL="742950" indent="-742950">
              <a:buFont typeface="+mj-lt"/>
              <a:buAutoNum type="arabicPeriod" startAt="5"/>
            </a:pPr>
            <a:r>
              <a:rPr lang="en-US" dirty="0" smtClean="0"/>
              <a:t>Relational Communicating</a:t>
            </a:r>
            <a:endParaRPr lang="en-US" dirty="0"/>
          </a:p>
        </p:txBody>
      </p:sp>
      <p:sp>
        <p:nvSpPr>
          <p:cNvPr id="3" name="Content Placeholder 2"/>
          <p:cNvSpPr>
            <a:spLocks noGrp="1"/>
          </p:cNvSpPr>
          <p:nvPr>
            <p:ph idx="1"/>
          </p:nvPr>
        </p:nvSpPr>
        <p:spPr>
          <a:xfrm>
            <a:off x="926757" y="2371060"/>
            <a:ext cx="7587047" cy="3721396"/>
          </a:xfrm>
        </p:spPr>
        <p:txBody>
          <a:bodyPr>
            <a:normAutofit/>
          </a:bodyPr>
          <a:lstStyle/>
          <a:p>
            <a:r>
              <a:rPr lang="en-US" sz="2800" dirty="0" smtClean="0"/>
              <a:t>It is mediated through verbal and nonverbal communication conveyed through health care provider and  the person in suffering.</a:t>
            </a:r>
          </a:p>
          <a:p>
            <a:r>
              <a:rPr lang="en-US" sz="2800" dirty="0" smtClean="0"/>
              <a:t>Relational communicating contain four  themes:</a:t>
            </a:r>
          </a:p>
          <a:p>
            <a:pPr marL="457200" indent="-457200">
              <a:buFont typeface="+mj-lt"/>
              <a:buAutoNum type="arabicPeriod"/>
            </a:pPr>
            <a:r>
              <a:rPr lang="en-US" sz="2800" b="1" dirty="0" smtClean="0"/>
              <a:t>Demeanour</a:t>
            </a:r>
            <a:r>
              <a:rPr lang="en-US" sz="2800" dirty="0" smtClean="0"/>
              <a:t>:  is way of nonverbal communication such as body language as initial indicators of compassion- based communication. </a:t>
            </a:r>
            <a:endParaRPr lang="en-US" sz="2400" dirty="0" smtClean="0"/>
          </a:p>
          <a:p>
            <a:endParaRPr lang="en-US" sz="2400" dirty="0" smtClean="0"/>
          </a:p>
          <a:p>
            <a:endParaRPr lang="en-US" sz="2400" dirty="0"/>
          </a:p>
        </p:txBody>
      </p:sp>
      <p:sp>
        <p:nvSpPr>
          <p:cNvPr id="4" name="Date Placeholder 3"/>
          <p:cNvSpPr>
            <a:spLocks noGrp="1"/>
          </p:cNvSpPr>
          <p:nvPr>
            <p:ph type="dt" sz="half" idx="10"/>
          </p:nvPr>
        </p:nvSpPr>
        <p:spPr/>
        <p:txBody>
          <a:bodyPr/>
          <a:lstStyle/>
          <a:p>
            <a:fld id="{58888CBF-8E6A-FF4C-B61B-9224EAD071EB}" type="datetime1">
              <a:rPr lang="en-US" altLang="en-US" smtClean="0">
                <a:solidFill>
                  <a:prstClr val="black"/>
                </a:solidFill>
              </a:rPr>
              <a:pPr/>
              <a:t>29-Jun-17</a:t>
            </a:fld>
            <a:endParaRPr lang="en-US" altLang="en-US" dirty="0">
              <a:solidFill>
                <a:prstClr val="black"/>
              </a:solidFill>
            </a:endParaRPr>
          </a:p>
        </p:txBody>
      </p:sp>
      <p:sp>
        <p:nvSpPr>
          <p:cNvPr id="5" name="Footer Placeholder 4"/>
          <p:cNvSpPr>
            <a:spLocks noGrp="1"/>
          </p:cNvSpPr>
          <p:nvPr>
            <p:ph type="ftr" sz="quarter" idx="11"/>
          </p:nvPr>
        </p:nvSpPr>
        <p:spPr/>
        <p:txBody>
          <a:bodyPr/>
          <a:lstStyle/>
          <a:p>
            <a:r>
              <a:rPr lang="en-US" altLang="en-US" smtClean="0">
                <a:solidFill>
                  <a:prstClr val="black"/>
                </a:solidFill>
              </a:rPr>
              <a:t>National CRC training </a:t>
            </a:r>
            <a:endParaRPr lang="en-US" altLang="en-US" dirty="0">
              <a:solidFill>
                <a:prstClr val="black"/>
              </a:solidFill>
            </a:endParaRPr>
          </a:p>
        </p:txBody>
      </p:sp>
      <p:sp>
        <p:nvSpPr>
          <p:cNvPr id="6" name="Slide Number Placeholder 5"/>
          <p:cNvSpPr>
            <a:spLocks noGrp="1"/>
          </p:cNvSpPr>
          <p:nvPr>
            <p:ph type="sldNum" sz="quarter" idx="12"/>
          </p:nvPr>
        </p:nvSpPr>
        <p:spPr/>
        <p:txBody>
          <a:bodyPr/>
          <a:lstStyle/>
          <a:p>
            <a:r>
              <a:rPr lang="en-US" altLang="en-US" smtClean="0">
                <a:solidFill>
                  <a:prstClr val="black"/>
                </a:solidFill>
              </a:rPr>
              <a:t>CH-I-</a:t>
            </a:r>
            <a:fld id="{3FB30F3C-053D-864C-B962-F2E761156877}" type="slidenum">
              <a:rPr lang="en-US" altLang="en-US" smtClean="0">
                <a:solidFill>
                  <a:prstClr val="black"/>
                </a:solidFill>
              </a:rPr>
              <a:pPr/>
              <a:t>29</a:t>
            </a:fld>
            <a:endParaRPr lang="en-US" altLang="en-US" dirty="0">
              <a:solidFill>
                <a:prstClr val="black"/>
              </a:solidFill>
            </a:endParaRPr>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76866" y="1030777"/>
            <a:ext cx="6798734" cy="936245"/>
          </a:xfrm>
        </p:spPr>
        <p:txBody>
          <a:bodyPr/>
          <a:lstStyle/>
          <a:p>
            <a:r>
              <a:rPr lang="en-US" dirty="0" smtClean="0"/>
              <a:t>Cont….. </a:t>
            </a:r>
            <a:endParaRPr lang="en-US" dirty="0"/>
          </a:p>
        </p:txBody>
      </p:sp>
      <p:sp>
        <p:nvSpPr>
          <p:cNvPr id="3" name="Content Placeholder 2"/>
          <p:cNvSpPr>
            <a:spLocks noGrp="1"/>
          </p:cNvSpPr>
          <p:nvPr>
            <p:ph idx="1"/>
          </p:nvPr>
        </p:nvSpPr>
        <p:spPr>
          <a:xfrm>
            <a:off x="840259" y="2392326"/>
            <a:ext cx="7562336" cy="3542807"/>
          </a:xfrm>
        </p:spPr>
        <p:txBody>
          <a:bodyPr>
            <a:normAutofit fontScale="92500" lnSpcReduction="20000"/>
          </a:bodyPr>
          <a:lstStyle/>
          <a:p>
            <a:pPr marL="514350" indent="-514350">
              <a:buFont typeface="+mj-lt"/>
              <a:buAutoNum type="arabicPeriod" startAt="2"/>
            </a:pPr>
            <a:r>
              <a:rPr lang="en-US" b="1" dirty="0" smtClean="0"/>
              <a:t>Affect</a:t>
            </a:r>
            <a:r>
              <a:rPr lang="en-US" dirty="0" smtClean="0"/>
              <a:t>: Providers actively resonate with their patients’ emotions and the influence that their virtues in this process.</a:t>
            </a:r>
          </a:p>
          <a:p>
            <a:pPr marL="514350" lvl="0" indent="-514350">
              <a:buFont typeface="+mj-lt"/>
              <a:buAutoNum type="arabicPeriod" startAt="2"/>
            </a:pPr>
            <a:r>
              <a:rPr lang="en-US" b="1" dirty="0" smtClean="0"/>
              <a:t>Behaviors</a:t>
            </a:r>
            <a:r>
              <a:rPr lang="en-US" dirty="0" smtClean="0"/>
              <a:t>: refers to physical displays of caring, and listening and supportive words.</a:t>
            </a:r>
          </a:p>
          <a:p>
            <a:pPr marL="514350" indent="-514350">
              <a:buFont typeface="+mj-lt"/>
              <a:buAutoNum type="arabicPeriod" startAt="2"/>
            </a:pPr>
            <a:r>
              <a:rPr lang="en-US" b="1" dirty="0" smtClean="0"/>
              <a:t>Engagement</a:t>
            </a:r>
            <a:r>
              <a:rPr lang="en-US" dirty="0" smtClean="0"/>
              <a:t>: the degree to which patients feel that health care providers are actively present in the clinical encounter. </a:t>
            </a:r>
          </a:p>
          <a:p>
            <a:pPr marL="514350" lvl="0" indent="-514350">
              <a:buFont typeface="+mj-lt"/>
              <a:buAutoNum type="arabicPeriod" startAt="2"/>
            </a:pPr>
            <a:endParaRPr lang="en-GB" dirty="0" smtClean="0"/>
          </a:p>
          <a:p>
            <a:pPr marL="514350" indent="-514350">
              <a:buNone/>
            </a:pPr>
            <a:endParaRPr lang="en-US" dirty="0" smtClean="0"/>
          </a:p>
          <a:p>
            <a:pPr lvl="0">
              <a:buFont typeface="Wingdings" pitchFamily="2" charset="2"/>
              <a:buChar char="v"/>
            </a:pPr>
            <a:endParaRPr lang="en-US" dirty="0" smtClean="0"/>
          </a:p>
          <a:p>
            <a:endParaRPr lang="en-US" dirty="0"/>
          </a:p>
        </p:txBody>
      </p:sp>
      <p:sp>
        <p:nvSpPr>
          <p:cNvPr id="4" name="Date Placeholder 3"/>
          <p:cNvSpPr>
            <a:spLocks noGrp="1"/>
          </p:cNvSpPr>
          <p:nvPr>
            <p:ph type="dt" sz="half" idx="10"/>
          </p:nvPr>
        </p:nvSpPr>
        <p:spPr/>
        <p:txBody>
          <a:bodyPr/>
          <a:lstStyle/>
          <a:p>
            <a:fld id="{58888CBF-8E6A-FF4C-B61B-9224EAD071EB}" type="datetime1">
              <a:rPr lang="en-US" altLang="en-US" smtClean="0">
                <a:solidFill>
                  <a:prstClr val="black"/>
                </a:solidFill>
              </a:rPr>
              <a:pPr/>
              <a:t>29-Jun-17</a:t>
            </a:fld>
            <a:endParaRPr lang="en-US" altLang="en-US" dirty="0">
              <a:solidFill>
                <a:prstClr val="black"/>
              </a:solidFill>
            </a:endParaRPr>
          </a:p>
        </p:txBody>
      </p:sp>
      <p:sp>
        <p:nvSpPr>
          <p:cNvPr id="5" name="Footer Placeholder 4"/>
          <p:cNvSpPr>
            <a:spLocks noGrp="1"/>
          </p:cNvSpPr>
          <p:nvPr>
            <p:ph type="ftr" sz="quarter" idx="11"/>
          </p:nvPr>
        </p:nvSpPr>
        <p:spPr/>
        <p:txBody>
          <a:bodyPr/>
          <a:lstStyle/>
          <a:p>
            <a:r>
              <a:rPr lang="en-US" altLang="en-US" smtClean="0">
                <a:solidFill>
                  <a:prstClr val="black"/>
                </a:solidFill>
              </a:rPr>
              <a:t>National CRC training </a:t>
            </a:r>
            <a:endParaRPr lang="en-US" altLang="en-US" dirty="0">
              <a:solidFill>
                <a:prstClr val="black"/>
              </a:solidFill>
            </a:endParaRPr>
          </a:p>
        </p:txBody>
      </p:sp>
      <p:sp>
        <p:nvSpPr>
          <p:cNvPr id="6" name="Slide Number Placeholder 5"/>
          <p:cNvSpPr>
            <a:spLocks noGrp="1"/>
          </p:cNvSpPr>
          <p:nvPr>
            <p:ph type="sldNum" sz="quarter" idx="12"/>
          </p:nvPr>
        </p:nvSpPr>
        <p:spPr/>
        <p:txBody>
          <a:bodyPr/>
          <a:lstStyle/>
          <a:p>
            <a:r>
              <a:rPr lang="en-US" altLang="en-US" smtClean="0">
                <a:solidFill>
                  <a:prstClr val="black"/>
                </a:solidFill>
              </a:rPr>
              <a:t>CH-I-</a:t>
            </a:r>
            <a:fld id="{3FB30F3C-053D-864C-B962-F2E761156877}" type="slidenum">
              <a:rPr lang="en-US" altLang="en-US" smtClean="0">
                <a:solidFill>
                  <a:prstClr val="black"/>
                </a:solidFill>
              </a:rPr>
              <a:pPr/>
              <a:t>30</a:t>
            </a:fld>
            <a:endParaRPr lang="en-US" altLang="en-US" dirty="0">
              <a:solidFill>
                <a:prstClr val="black"/>
              </a:solidFill>
            </a:endParaRPr>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Role Play on Rational Communication</a:t>
            </a:r>
            <a:endParaRPr lang="en-US" dirty="0"/>
          </a:p>
        </p:txBody>
      </p:sp>
      <p:sp>
        <p:nvSpPr>
          <p:cNvPr id="3" name="Content Placeholder 2"/>
          <p:cNvSpPr>
            <a:spLocks noGrp="1"/>
          </p:cNvSpPr>
          <p:nvPr>
            <p:ph idx="1"/>
          </p:nvPr>
        </p:nvSpPr>
        <p:spPr/>
        <p:txBody>
          <a:bodyPr/>
          <a:lstStyle/>
          <a:p>
            <a:r>
              <a:rPr lang="en-US" dirty="0" smtClean="0"/>
              <a:t>Selected for teach-back sessions in the </a:t>
            </a:r>
            <a:r>
              <a:rPr lang="en-US" dirty="0" err="1" smtClean="0"/>
              <a:t>ToT</a:t>
            </a:r>
            <a:r>
              <a:rPr lang="en-US" dirty="0" smtClean="0"/>
              <a:t> training</a:t>
            </a:r>
            <a:endParaRPr lang="en-US" dirty="0"/>
          </a:p>
        </p:txBody>
      </p:sp>
      <p:sp>
        <p:nvSpPr>
          <p:cNvPr id="4" name="Date Placeholder 3"/>
          <p:cNvSpPr>
            <a:spLocks noGrp="1"/>
          </p:cNvSpPr>
          <p:nvPr>
            <p:ph type="dt" sz="half" idx="10"/>
          </p:nvPr>
        </p:nvSpPr>
        <p:spPr/>
        <p:txBody>
          <a:bodyPr/>
          <a:lstStyle/>
          <a:p>
            <a:fld id="{58888CBF-8E6A-FF4C-B61B-9224EAD071EB}" type="datetime1">
              <a:rPr lang="en-US" altLang="en-US" smtClean="0">
                <a:solidFill>
                  <a:prstClr val="black"/>
                </a:solidFill>
              </a:rPr>
              <a:pPr/>
              <a:t>29-Jun-17</a:t>
            </a:fld>
            <a:endParaRPr lang="en-US" altLang="en-US" dirty="0">
              <a:solidFill>
                <a:prstClr val="black"/>
              </a:solidFill>
            </a:endParaRPr>
          </a:p>
        </p:txBody>
      </p:sp>
      <p:sp>
        <p:nvSpPr>
          <p:cNvPr id="5" name="Footer Placeholder 4"/>
          <p:cNvSpPr>
            <a:spLocks noGrp="1"/>
          </p:cNvSpPr>
          <p:nvPr>
            <p:ph type="ftr" sz="quarter" idx="11"/>
          </p:nvPr>
        </p:nvSpPr>
        <p:spPr/>
        <p:txBody>
          <a:bodyPr/>
          <a:lstStyle/>
          <a:p>
            <a:r>
              <a:rPr lang="en-US" altLang="en-US" smtClean="0">
                <a:solidFill>
                  <a:prstClr val="black"/>
                </a:solidFill>
              </a:rPr>
              <a:t>National CRC training </a:t>
            </a:r>
            <a:endParaRPr lang="en-US" altLang="en-US" dirty="0">
              <a:solidFill>
                <a:prstClr val="black"/>
              </a:solidFill>
            </a:endParaRPr>
          </a:p>
        </p:txBody>
      </p:sp>
      <p:sp>
        <p:nvSpPr>
          <p:cNvPr id="6" name="Slide Number Placeholder 5"/>
          <p:cNvSpPr>
            <a:spLocks noGrp="1"/>
          </p:cNvSpPr>
          <p:nvPr>
            <p:ph type="sldNum" sz="quarter" idx="12"/>
          </p:nvPr>
        </p:nvSpPr>
        <p:spPr/>
        <p:txBody>
          <a:bodyPr/>
          <a:lstStyle/>
          <a:p>
            <a:r>
              <a:rPr lang="en-US" altLang="en-US" smtClean="0">
                <a:solidFill>
                  <a:prstClr val="black"/>
                </a:solidFill>
              </a:rPr>
              <a:t>CH-I-</a:t>
            </a:r>
            <a:fld id="{3FB30F3C-053D-864C-B962-F2E761156877}" type="slidenum">
              <a:rPr lang="en-US" altLang="en-US" smtClean="0">
                <a:solidFill>
                  <a:prstClr val="black"/>
                </a:solidFill>
              </a:rPr>
              <a:pPr/>
              <a:t>31</a:t>
            </a:fld>
            <a:endParaRPr lang="en-US" altLang="en-US" dirty="0">
              <a:solidFill>
                <a:prstClr val="black"/>
              </a:solidFill>
            </a:endParaRPr>
          </a:p>
        </p:txBody>
      </p:sp>
    </p:spTree>
    <p:extLst>
      <p:ext uri="{BB962C8B-B14F-4D97-AF65-F5344CB8AC3E}">
        <p14:creationId xmlns:p14="http://schemas.microsoft.com/office/powerpoint/2010/main" val="892353307"/>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89686" y="1030778"/>
            <a:ext cx="7364628" cy="1021306"/>
          </a:xfrm>
        </p:spPr>
        <p:txBody>
          <a:bodyPr/>
          <a:lstStyle/>
          <a:p>
            <a:pPr marL="742950" indent="-742950">
              <a:buFont typeface="+mj-lt"/>
              <a:buAutoNum type="arabicPeriod" startAt="6"/>
            </a:pPr>
            <a:r>
              <a:rPr lang="en-US" dirty="0" smtClean="0"/>
              <a:t>Attending to Needs</a:t>
            </a:r>
            <a:endParaRPr lang="en-US" dirty="0"/>
          </a:p>
        </p:txBody>
      </p:sp>
      <p:sp>
        <p:nvSpPr>
          <p:cNvPr id="3" name="Content Placeholder 2"/>
          <p:cNvSpPr>
            <a:spLocks noGrp="1"/>
          </p:cNvSpPr>
          <p:nvPr>
            <p:ph idx="1"/>
          </p:nvPr>
        </p:nvSpPr>
        <p:spPr>
          <a:xfrm>
            <a:off x="648586" y="2339163"/>
            <a:ext cx="7778721" cy="3621370"/>
          </a:xfrm>
        </p:spPr>
        <p:txBody>
          <a:bodyPr>
            <a:normAutofit fontScale="62500" lnSpcReduction="20000"/>
          </a:bodyPr>
          <a:lstStyle/>
          <a:p>
            <a:pPr>
              <a:lnSpc>
                <a:spcPct val="120000"/>
              </a:lnSpc>
            </a:pPr>
            <a:r>
              <a:rPr lang="en-US" sz="4700" dirty="0" smtClean="0"/>
              <a:t>Is a timely and receptive desire to actively engage in and address a person’s multi-factorial suffering.</a:t>
            </a:r>
          </a:p>
          <a:p>
            <a:pPr>
              <a:lnSpc>
                <a:spcPct val="120000"/>
              </a:lnSpc>
            </a:pPr>
            <a:r>
              <a:rPr lang="en-US" sz="4700" dirty="0" smtClean="0"/>
              <a:t>Attending to needs had three interrelated themes: </a:t>
            </a:r>
          </a:p>
          <a:p>
            <a:pPr marL="446088" lvl="0" indent="-360363">
              <a:lnSpc>
                <a:spcPct val="120000"/>
              </a:lnSpc>
              <a:buFont typeface="+mj-lt"/>
              <a:buAutoNum type="arabicPeriod"/>
            </a:pPr>
            <a:r>
              <a:rPr lang="en-US" sz="4700" b="1" dirty="0" smtClean="0"/>
              <a:t>Compassion-Related Needs:</a:t>
            </a:r>
            <a:r>
              <a:rPr lang="en-US" sz="4700" dirty="0" smtClean="0"/>
              <a:t> providers willingness to attend to a patient’s immediate needs.</a:t>
            </a:r>
          </a:p>
        </p:txBody>
      </p:sp>
      <p:sp>
        <p:nvSpPr>
          <p:cNvPr id="4" name="Date Placeholder 3"/>
          <p:cNvSpPr>
            <a:spLocks noGrp="1"/>
          </p:cNvSpPr>
          <p:nvPr>
            <p:ph type="dt" sz="half" idx="10"/>
          </p:nvPr>
        </p:nvSpPr>
        <p:spPr/>
        <p:txBody>
          <a:bodyPr/>
          <a:lstStyle/>
          <a:p>
            <a:fld id="{58888CBF-8E6A-FF4C-B61B-9224EAD071EB}" type="datetime1">
              <a:rPr lang="en-US" altLang="en-US" smtClean="0">
                <a:solidFill>
                  <a:prstClr val="black"/>
                </a:solidFill>
              </a:rPr>
              <a:pPr/>
              <a:t>29-Jun-17</a:t>
            </a:fld>
            <a:endParaRPr lang="en-US" altLang="en-US" dirty="0">
              <a:solidFill>
                <a:prstClr val="black"/>
              </a:solidFill>
            </a:endParaRPr>
          </a:p>
        </p:txBody>
      </p:sp>
      <p:sp>
        <p:nvSpPr>
          <p:cNvPr id="5" name="Footer Placeholder 4"/>
          <p:cNvSpPr>
            <a:spLocks noGrp="1"/>
          </p:cNvSpPr>
          <p:nvPr>
            <p:ph type="ftr" sz="quarter" idx="11"/>
          </p:nvPr>
        </p:nvSpPr>
        <p:spPr/>
        <p:txBody>
          <a:bodyPr/>
          <a:lstStyle/>
          <a:p>
            <a:r>
              <a:rPr lang="en-US" altLang="en-US" smtClean="0">
                <a:solidFill>
                  <a:prstClr val="black"/>
                </a:solidFill>
              </a:rPr>
              <a:t>National CRC training </a:t>
            </a:r>
            <a:endParaRPr lang="en-US" altLang="en-US" dirty="0">
              <a:solidFill>
                <a:prstClr val="black"/>
              </a:solidFill>
            </a:endParaRPr>
          </a:p>
        </p:txBody>
      </p:sp>
      <p:sp>
        <p:nvSpPr>
          <p:cNvPr id="6" name="Slide Number Placeholder 5"/>
          <p:cNvSpPr>
            <a:spLocks noGrp="1"/>
          </p:cNvSpPr>
          <p:nvPr>
            <p:ph type="sldNum" sz="quarter" idx="12"/>
          </p:nvPr>
        </p:nvSpPr>
        <p:spPr/>
        <p:txBody>
          <a:bodyPr/>
          <a:lstStyle/>
          <a:p>
            <a:r>
              <a:rPr lang="en-US" altLang="en-US" smtClean="0">
                <a:solidFill>
                  <a:prstClr val="black"/>
                </a:solidFill>
              </a:rPr>
              <a:t>CH-I-</a:t>
            </a:r>
            <a:fld id="{3FB30F3C-053D-864C-B962-F2E761156877}" type="slidenum">
              <a:rPr lang="en-US" altLang="en-US" smtClean="0">
                <a:solidFill>
                  <a:prstClr val="black"/>
                </a:solidFill>
              </a:rPr>
              <a:pPr/>
              <a:t>32</a:t>
            </a:fld>
            <a:endParaRPr lang="en-US" altLang="en-US" dirty="0">
              <a:solidFill>
                <a:prstClr val="black"/>
              </a:solidFill>
            </a:endParaRPr>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76866" y="1158949"/>
            <a:ext cx="6798734" cy="1212111"/>
          </a:xfrm>
        </p:spPr>
        <p:txBody>
          <a:bodyPr/>
          <a:lstStyle/>
          <a:p>
            <a:r>
              <a:rPr lang="en-US" dirty="0" smtClean="0"/>
              <a:t>Cont….</a:t>
            </a:r>
            <a:endParaRPr lang="en-US" dirty="0"/>
          </a:p>
        </p:txBody>
      </p:sp>
      <p:sp>
        <p:nvSpPr>
          <p:cNvPr id="3" name="Content Placeholder 2"/>
          <p:cNvSpPr>
            <a:spLocks noGrp="1"/>
          </p:cNvSpPr>
          <p:nvPr>
            <p:ph idx="1"/>
          </p:nvPr>
        </p:nvSpPr>
        <p:spPr>
          <a:xfrm>
            <a:off x="790832" y="2371060"/>
            <a:ext cx="7661189" cy="3564072"/>
          </a:xfrm>
        </p:spPr>
        <p:txBody>
          <a:bodyPr>
            <a:normAutofit/>
          </a:bodyPr>
          <a:lstStyle/>
          <a:p>
            <a:pPr marL="514350" indent="-514350">
              <a:buFont typeface="+mj-lt"/>
              <a:buAutoNum type="arabicPeriod" startAt="2"/>
            </a:pPr>
            <a:r>
              <a:rPr lang="en-US" b="1" dirty="0" smtClean="0"/>
              <a:t>Timely</a:t>
            </a:r>
            <a:r>
              <a:rPr lang="en-US" dirty="0" smtClean="0"/>
              <a:t>: addressing </a:t>
            </a:r>
            <a:r>
              <a:rPr lang="en-US" sz="3600" dirty="0" smtClean="0"/>
              <a:t>suffering</a:t>
            </a:r>
            <a:r>
              <a:rPr lang="en-US" dirty="0" smtClean="0"/>
              <a:t> in a ‘‘timely’’ manner. </a:t>
            </a:r>
            <a:endParaRPr lang="en-US" b="1" dirty="0" smtClean="0"/>
          </a:p>
          <a:p>
            <a:pPr marL="514350" lvl="0" indent="-514350">
              <a:buFont typeface="+mj-lt"/>
              <a:buAutoNum type="arabicPeriod" startAt="2"/>
            </a:pPr>
            <a:r>
              <a:rPr lang="en-US" b="1" dirty="0" smtClean="0"/>
              <a:t>Action: </a:t>
            </a:r>
            <a:r>
              <a:rPr lang="en-US" dirty="0" smtClean="0"/>
              <a:t> refer to the initiation and engagement of a dynamic and tangible process aimed at alleviating suffering. </a:t>
            </a:r>
          </a:p>
          <a:p>
            <a:endParaRPr lang="en-US" dirty="0"/>
          </a:p>
        </p:txBody>
      </p:sp>
      <p:sp>
        <p:nvSpPr>
          <p:cNvPr id="4" name="Date Placeholder 3"/>
          <p:cNvSpPr>
            <a:spLocks noGrp="1"/>
          </p:cNvSpPr>
          <p:nvPr>
            <p:ph type="dt" sz="half" idx="10"/>
          </p:nvPr>
        </p:nvSpPr>
        <p:spPr/>
        <p:txBody>
          <a:bodyPr/>
          <a:lstStyle/>
          <a:p>
            <a:fld id="{58888CBF-8E6A-FF4C-B61B-9224EAD071EB}" type="datetime1">
              <a:rPr lang="en-US" altLang="en-US" smtClean="0">
                <a:solidFill>
                  <a:prstClr val="black"/>
                </a:solidFill>
              </a:rPr>
              <a:pPr/>
              <a:t>29-Jun-17</a:t>
            </a:fld>
            <a:endParaRPr lang="en-US" altLang="en-US" dirty="0">
              <a:solidFill>
                <a:prstClr val="black"/>
              </a:solidFill>
            </a:endParaRPr>
          </a:p>
        </p:txBody>
      </p:sp>
      <p:sp>
        <p:nvSpPr>
          <p:cNvPr id="5" name="Footer Placeholder 4"/>
          <p:cNvSpPr>
            <a:spLocks noGrp="1"/>
          </p:cNvSpPr>
          <p:nvPr>
            <p:ph type="ftr" sz="quarter" idx="11"/>
          </p:nvPr>
        </p:nvSpPr>
        <p:spPr/>
        <p:txBody>
          <a:bodyPr/>
          <a:lstStyle/>
          <a:p>
            <a:r>
              <a:rPr lang="en-US" altLang="en-US" smtClean="0">
                <a:solidFill>
                  <a:prstClr val="black"/>
                </a:solidFill>
              </a:rPr>
              <a:t>National CRC training </a:t>
            </a:r>
            <a:endParaRPr lang="en-US" altLang="en-US" dirty="0">
              <a:solidFill>
                <a:prstClr val="black"/>
              </a:solidFill>
            </a:endParaRPr>
          </a:p>
        </p:txBody>
      </p:sp>
      <p:sp>
        <p:nvSpPr>
          <p:cNvPr id="6" name="Slide Number Placeholder 5"/>
          <p:cNvSpPr>
            <a:spLocks noGrp="1"/>
          </p:cNvSpPr>
          <p:nvPr>
            <p:ph type="sldNum" sz="quarter" idx="12"/>
          </p:nvPr>
        </p:nvSpPr>
        <p:spPr/>
        <p:txBody>
          <a:bodyPr/>
          <a:lstStyle/>
          <a:p>
            <a:r>
              <a:rPr lang="en-US" altLang="en-US" smtClean="0">
                <a:solidFill>
                  <a:prstClr val="black"/>
                </a:solidFill>
              </a:rPr>
              <a:t>CH-I-</a:t>
            </a:r>
            <a:fld id="{3FB30F3C-053D-864C-B962-F2E761156877}" type="slidenum">
              <a:rPr lang="en-US" altLang="en-US" smtClean="0">
                <a:solidFill>
                  <a:prstClr val="black"/>
                </a:solidFill>
              </a:rPr>
              <a:pPr/>
              <a:t>33</a:t>
            </a:fld>
            <a:endParaRPr lang="en-US" altLang="en-US" dirty="0">
              <a:solidFill>
                <a:prstClr val="black"/>
              </a:solidFill>
            </a:endParaRPr>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Case Study on Attending to needs</a:t>
            </a:r>
            <a:endParaRPr lang="en-US" dirty="0"/>
          </a:p>
        </p:txBody>
      </p:sp>
      <p:sp>
        <p:nvSpPr>
          <p:cNvPr id="3" name="Content Placeholder 2"/>
          <p:cNvSpPr>
            <a:spLocks noGrp="1"/>
          </p:cNvSpPr>
          <p:nvPr>
            <p:ph idx="1"/>
          </p:nvPr>
        </p:nvSpPr>
        <p:spPr/>
        <p:txBody>
          <a:bodyPr/>
          <a:lstStyle/>
          <a:p>
            <a:r>
              <a:rPr lang="en-US" dirty="0" smtClean="0"/>
              <a:t>Discuss the case in your small group and answer the follow up questions</a:t>
            </a:r>
          </a:p>
          <a:p>
            <a:r>
              <a:rPr lang="en-US" dirty="0" smtClean="0"/>
              <a:t>Time Allowed 30 Minutes</a:t>
            </a:r>
            <a:endParaRPr lang="en-US" dirty="0"/>
          </a:p>
        </p:txBody>
      </p:sp>
      <p:sp>
        <p:nvSpPr>
          <p:cNvPr id="4" name="Date Placeholder 3"/>
          <p:cNvSpPr>
            <a:spLocks noGrp="1"/>
          </p:cNvSpPr>
          <p:nvPr>
            <p:ph type="dt" sz="half" idx="10"/>
          </p:nvPr>
        </p:nvSpPr>
        <p:spPr/>
        <p:txBody>
          <a:bodyPr/>
          <a:lstStyle/>
          <a:p>
            <a:fld id="{58888CBF-8E6A-FF4C-B61B-9224EAD071EB}" type="datetime1">
              <a:rPr lang="en-US" altLang="en-US" smtClean="0">
                <a:solidFill>
                  <a:prstClr val="black"/>
                </a:solidFill>
              </a:rPr>
              <a:pPr/>
              <a:t>29-Jun-17</a:t>
            </a:fld>
            <a:endParaRPr lang="en-US" altLang="en-US" dirty="0">
              <a:solidFill>
                <a:prstClr val="black"/>
              </a:solidFill>
            </a:endParaRPr>
          </a:p>
        </p:txBody>
      </p:sp>
      <p:sp>
        <p:nvSpPr>
          <p:cNvPr id="5" name="Footer Placeholder 4"/>
          <p:cNvSpPr>
            <a:spLocks noGrp="1"/>
          </p:cNvSpPr>
          <p:nvPr>
            <p:ph type="ftr" sz="quarter" idx="11"/>
          </p:nvPr>
        </p:nvSpPr>
        <p:spPr/>
        <p:txBody>
          <a:bodyPr/>
          <a:lstStyle/>
          <a:p>
            <a:r>
              <a:rPr lang="en-US" altLang="en-US" smtClean="0">
                <a:solidFill>
                  <a:prstClr val="black"/>
                </a:solidFill>
              </a:rPr>
              <a:t>National CRC training </a:t>
            </a:r>
            <a:endParaRPr lang="en-US" altLang="en-US" dirty="0">
              <a:solidFill>
                <a:prstClr val="black"/>
              </a:solidFill>
            </a:endParaRPr>
          </a:p>
        </p:txBody>
      </p:sp>
      <p:sp>
        <p:nvSpPr>
          <p:cNvPr id="6" name="Slide Number Placeholder 5"/>
          <p:cNvSpPr>
            <a:spLocks noGrp="1"/>
          </p:cNvSpPr>
          <p:nvPr>
            <p:ph type="sldNum" sz="quarter" idx="12"/>
          </p:nvPr>
        </p:nvSpPr>
        <p:spPr/>
        <p:txBody>
          <a:bodyPr/>
          <a:lstStyle/>
          <a:p>
            <a:r>
              <a:rPr lang="en-US" altLang="en-US" smtClean="0">
                <a:solidFill>
                  <a:prstClr val="black"/>
                </a:solidFill>
              </a:rPr>
              <a:t>CH-I-</a:t>
            </a:r>
            <a:fld id="{3FB30F3C-053D-864C-B962-F2E761156877}" type="slidenum">
              <a:rPr lang="en-US" altLang="en-US" smtClean="0">
                <a:solidFill>
                  <a:prstClr val="black"/>
                </a:solidFill>
              </a:rPr>
              <a:pPr/>
              <a:t>34</a:t>
            </a:fld>
            <a:endParaRPr lang="en-US" altLang="en-US" dirty="0">
              <a:solidFill>
                <a:prstClr val="black"/>
              </a:solidFill>
            </a:endParaRPr>
          </a:p>
        </p:txBody>
      </p:sp>
    </p:spTree>
    <p:extLst>
      <p:ext uri="{BB962C8B-B14F-4D97-AF65-F5344CB8AC3E}">
        <p14:creationId xmlns:p14="http://schemas.microsoft.com/office/powerpoint/2010/main" val="1976375171"/>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76866" y="1030778"/>
            <a:ext cx="7114518" cy="1223324"/>
          </a:xfrm>
        </p:spPr>
        <p:txBody>
          <a:bodyPr/>
          <a:lstStyle/>
          <a:p>
            <a:pPr marL="514350" indent="-514350">
              <a:buFont typeface="+mj-lt"/>
              <a:buAutoNum type="arabicPeriod" startAt="7"/>
            </a:pPr>
            <a:r>
              <a:rPr lang="en-US" sz="4000" dirty="0" smtClean="0"/>
              <a:t>Patient-Reported</a:t>
            </a:r>
            <a:r>
              <a:rPr lang="en-US" sz="5400" dirty="0" smtClean="0"/>
              <a:t> </a:t>
            </a:r>
            <a:r>
              <a:rPr lang="en-US" sz="4000" dirty="0" smtClean="0"/>
              <a:t>Outcomes</a:t>
            </a:r>
            <a:endParaRPr lang="en-US" sz="4000" dirty="0"/>
          </a:p>
        </p:txBody>
      </p:sp>
      <p:sp>
        <p:nvSpPr>
          <p:cNvPr id="3" name="Content Placeholder 2"/>
          <p:cNvSpPr>
            <a:spLocks noGrp="1"/>
          </p:cNvSpPr>
          <p:nvPr>
            <p:ph idx="1"/>
          </p:nvPr>
        </p:nvSpPr>
        <p:spPr>
          <a:xfrm>
            <a:off x="766119" y="2402958"/>
            <a:ext cx="7673546" cy="3532175"/>
          </a:xfrm>
        </p:spPr>
        <p:txBody>
          <a:bodyPr>
            <a:normAutofit fontScale="92500" lnSpcReduction="10000"/>
          </a:bodyPr>
          <a:lstStyle/>
          <a:p>
            <a:r>
              <a:rPr lang="en-US" dirty="0" smtClean="0"/>
              <a:t>The effect of compassion on suffering, patient well-being, and care.</a:t>
            </a:r>
            <a:r>
              <a:rPr lang="en-US" b="1" dirty="0" smtClean="0"/>
              <a:t> </a:t>
            </a:r>
            <a:endParaRPr lang="en-US" dirty="0" smtClean="0"/>
          </a:p>
          <a:p>
            <a:pPr lvl="0"/>
            <a:r>
              <a:rPr lang="en-US" dirty="0" smtClean="0"/>
              <a:t>In research, although some patients felt that compassion directly improved health outcomes, most felt it primarily enhanced their wellbeing and the quality of their relationship with their health care providers.</a:t>
            </a:r>
          </a:p>
          <a:p>
            <a:endParaRPr lang="en-US" dirty="0" smtClean="0"/>
          </a:p>
          <a:p>
            <a:endParaRPr lang="en-US" dirty="0"/>
          </a:p>
        </p:txBody>
      </p:sp>
      <p:sp>
        <p:nvSpPr>
          <p:cNvPr id="4" name="Date Placeholder 3"/>
          <p:cNvSpPr>
            <a:spLocks noGrp="1"/>
          </p:cNvSpPr>
          <p:nvPr>
            <p:ph type="dt" sz="half" idx="10"/>
          </p:nvPr>
        </p:nvSpPr>
        <p:spPr/>
        <p:txBody>
          <a:bodyPr/>
          <a:lstStyle/>
          <a:p>
            <a:fld id="{58888CBF-8E6A-FF4C-B61B-9224EAD071EB}" type="datetime1">
              <a:rPr lang="en-US" altLang="en-US" smtClean="0">
                <a:solidFill>
                  <a:prstClr val="black"/>
                </a:solidFill>
              </a:rPr>
              <a:pPr/>
              <a:t>29-Jun-17</a:t>
            </a:fld>
            <a:endParaRPr lang="en-US" altLang="en-US" dirty="0">
              <a:solidFill>
                <a:prstClr val="black"/>
              </a:solidFill>
            </a:endParaRPr>
          </a:p>
        </p:txBody>
      </p:sp>
      <p:sp>
        <p:nvSpPr>
          <p:cNvPr id="5" name="Footer Placeholder 4"/>
          <p:cNvSpPr>
            <a:spLocks noGrp="1"/>
          </p:cNvSpPr>
          <p:nvPr>
            <p:ph type="ftr" sz="quarter" idx="11"/>
          </p:nvPr>
        </p:nvSpPr>
        <p:spPr/>
        <p:txBody>
          <a:bodyPr/>
          <a:lstStyle/>
          <a:p>
            <a:r>
              <a:rPr lang="en-US" altLang="en-US" smtClean="0">
                <a:solidFill>
                  <a:prstClr val="black"/>
                </a:solidFill>
              </a:rPr>
              <a:t>National CRC training </a:t>
            </a:r>
            <a:endParaRPr lang="en-US" altLang="en-US" dirty="0">
              <a:solidFill>
                <a:prstClr val="black"/>
              </a:solidFill>
            </a:endParaRPr>
          </a:p>
        </p:txBody>
      </p:sp>
      <p:sp>
        <p:nvSpPr>
          <p:cNvPr id="6" name="Slide Number Placeholder 5"/>
          <p:cNvSpPr>
            <a:spLocks noGrp="1"/>
          </p:cNvSpPr>
          <p:nvPr>
            <p:ph type="sldNum" sz="quarter" idx="12"/>
          </p:nvPr>
        </p:nvSpPr>
        <p:spPr/>
        <p:txBody>
          <a:bodyPr/>
          <a:lstStyle/>
          <a:p>
            <a:r>
              <a:rPr lang="en-US" altLang="en-US" smtClean="0">
                <a:solidFill>
                  <a:prstClr val="black"/>
                </a:solidFill>
              </a:rPr>
              <a:t>CH-I-</a:t>
            </a:r>
            <a:fld id="{3FB30F3C-053D-864C-B962-F2E761156877}" type="slidenum">
              <a:rPr lang="en-US" altLang="en-US" smtClean="0">
                <a:solidFill>
                  <a:prstClr val="black"/>
                </a:solidFill>
              </a:rPr>
              <a:pPr/>
              <a:t>35</a:t>
            </a:fld>
            <a:endParaRPr lang="en-US" altLang="en-US" dirty="0">
              <a:solidFill>
                <a:prstClr val="black"/>
              </a:solidFill>
            </a:endParaRPr>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a:xfrm>
            <a:off x="1278465" y="1035932"/>
            <a:ext cx="6595534" cy="1822514"/>
          </a:xfrm>
        </p:spPr>
        <p:txBody>
          <a:bodyPr>
            <a:normAutofit/>
          </a:bodyPr>
          <a:lstStyle/>
          <a:p>
            <a:r>
              <a:rPr lang="en-US" sz="4400" b="1" dirty="0" smtClean="0"/>
              <a:t>Session three</a:t>
            </a:r>
            <a:endParaRPr lang="en-US" sz="4400" b="1" dirty="0"/>
          </a:p>
        </p:txBody>
      </p:sp>
      <p:sp>
        <p:nvSpPr>
          <p:cNvPr id="9" name="Text Placeholder 8"/>
          <p:cNvSpPr>
            <a:spLocks noGrp="1"/>
          </p:cNvSpPr>
          <p:nvPr>
            <p:ph type="body" idx="1"/>
          </p:nvPr>
        </p:nvSpPr>
        <p:spPr>
          <a:xfrm>
            <a:off x="1176865" y="3604436"/>
            <a:ext cx="6595534" cy="2227953"/>
          </a:xfrm>
        </p:spPr>
        <p:txBody>
          <a:bodyPr/>
          <a:lstStyle/>
          <a:p>
            <a:r>
              <a:rPr lang="en-US" dirty="0" smtClean="0"/>
              <a:t> </a:t>
            </a:r>
            <a:r>
              <a:rPr lang="en-US" sz="4000" b="1" dirty="0" smtClean="0"/>
              <a:t>Principles of compassionate care </a:t>
            </a:r>
            <a:endParaRPr lang="en-US" sz="4000" b="1" dirty="0"/>
          </a:p>
        </p:txBody>
      </p:sp>
      <p:sp>
        <p:nvSpPr>
          <p:cNvPr id="4" name="Date Placeholder 3"/>
          <p:cNvSpPr>
            <a:spLocks noGrp="1"/>
          </p:cNvSpPr>
          <p:nvPr>
            <p:ph type="dt" sz="half" idx="10"/>
          </p:nvPr>
        </p:nvSpPr>
        <p:spPr/>
        <p:txBody>
          <a:bodyPr/>
          <a:lstStyle/>
          <a:p>
            <a:fld id="{58888CBF-8E6A-FF4C-B61B-9224EAD071EB}" type="datetime1">
              <a:rPr lang="en-US" altLang="en-US" smtClean="0">
                <a:solidFill>
                  <a:prstClr val="black"/>
                </a:solidFill>
              </a:rPr>
              <a:pPr/>
              <a:t>29-Jun-17</a:t>
            </a:fld>
            <a:endParaRPr lang="en-US" altLang="en-US" dirty="0">
              <a:solidFill>
                <a:prstClr val="black"/>
              </a:solidFill>
            </a:endParaRPr>
          </a:p>
        </p:txBody>
      </p:sp>
      <p:sp>
        <p:nvSpPr>
          <p:cNvPr id="5" name="Footer Placeholder 4"/>
          <p:cNvSpPr>
            <a:spLocks noGrp="1"/>
          </p:cNvSpPr>
          <p:nvPr>
            <p:ph type="ftr" sz="quarter" idx="11"/>
          </p:nvPr>
        </p:nvSpPr>
        <p:spPr/>
        <p:txBody>
          <a:bodyPr/>
          <a:lstStyle/>
          <a:p>
            <a:r>
              <a:rPr lang="en-US" altLang="en-US" smtClean="0">
                <a:solidFill>
                  <a:prstClr val="black"/>
                </a:solidFill>
              </a:rPr>
              <a:t>National CRC training </a:t>
            </a:r>
            <a:endParaRPr lang="en-US" altLang="en-US" dirty="0">
              <a:solidFill>
                <a:prstClr val="black"/>
              </a:solidFill>
            </a:endParaRPr>
          </a:p>
        </p:txBody>
      </p:sp>
      <p:sp>
        <p:nvSpPr>
          <p:cNvPr id="6" name="Slide Number Placeholder 5"/>
          <p:cNvSpPr>
            <a:spLocks noGrp="1"/>
          </p:cNvSpPr>
          <p:nvPr>
            <p:ph type="sldNum" sz="quarter" idx="12"/>
          </p:nvPr>
        </p:nvSpPr>
        <p:spPr/>
        <p:txBody>
          <a:bodyPr/>
          <a:lstStyle/>
          <a:p>
            <a:r>
              <a:rPr lang="en-US" altLang="en-US" smtClean="0">
                <a:solidFill>
                  <a:prstClr val="black"/>
                </a:solidFill>
              </a:rPr>
              <a:t>CH-I-</a:t>
            </a:r>
            <a:fld id="{3FB30F3C-053D-864C-B962-F2E761156877}" type="slidenum">
              <a:rPr lang="en-US" altLang="en-US" smtClean="0">
                <a:solidFill>
                  <a:prstClr val="black"/>
                </a:solidFill>
              </a:rPr>
              <a:pPr/>
              <a:t>36</a:t>
            </a:fld>
            <a:endParaRPr lang="en-US" altLang="en-US" dirty="0">
              <a:solidFill>
                <a:prstClr val="black"/>
              </a:solidFill>
            </a:endParaRPr>
          </a:p>
        </p:txBody>
      </p:sp>
    </p:spTree>
    <p:extLst>
      <p:ext uri="{BB962C8B-B14F-4D97-AF65-F5344CB8AC3E}">
        <p14:creationId xmlns:p14="http://schemas.microsoft.com/office/powerpoint/2010/main" val="2128120191"/>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29340" y="1030778"/>
            <a:ext cx="7146260" cy="1188426"/>
          </a:xfrm>
        </p:spPr>
        <p:txBody>
          <a:bodyPr/>
          <a:lstStyle/>
          <a:p>
            <a:r>
              <a:rPr lang="en-US" dirty="0" smtClean="0"/>
              <a:t>Brain storming on principles of compassionate care </a:t>
            </a:r>
            <a:endParaRPr lang="en-US" dirty="0"/>
          </a:p>
        </p:txBody>
      </p:sp>
      <p:sp>
        <p:nvSpPr>
          <p:cNvPr id="3" name="Content Placeholder 2"/>
          <p:cNvSpPr>
            <a:spLocks noGrp="1"/>
          </p:cNvSpPr>
          <p:nvPr>
            <p:ph idx="1"/>
          </p:nvPr>
        </p:nvSpPr>
        <p:spPr>
          <a:xfrm>
            <a:off x="829340" y="2490135"/>
            <a:ext cx="7570381" cy="3444997"/>
          </a:xfrm>
        </p:spPr>
        <p:txBody>
          <a:bodyPr/>
          <a:lstStyle/>
          <a:p>
            <a:pPr marL="109728" lvl="0" indent="0" defTabSz="914400">
              <a:spcBef>
                <a:spcPts val="400"/>
              </a:spcBef>
              <a:spcAft>
                <a:spcPts val="0"/>
              </a:spcAft>
              <a:buClr>
                <a:srgbClr val="2DA2BF"/>
              </a:buClr>
              <a:buSzPct val="68000"/>
              <a:buNone/>
            </a:pPr>
            <a:r>
              <a:rPr lang="en-US" dirty="0">
                <a:solidFill>
                  <a:prstClr val="black"/>
                </a:solidFill>
                <a:latin typeface="+mj-lt"/>
              </a:rPr>
              <a:t>What are the principles of </a:t>
            </a:r>
            <a:r>
              <a:rPr lang="en-US" dirty="0" smtClean="0">
                <a:solidFill>
                  <a:prstClr val="black"/>
                </a:solidFill>
                <a:latin typeface="+mj-lt"/>
              </a:rPr>
              <a:t>compassionate care? </a:t>
            </a:r>
            <a:endParaRPr lang="en-US" dirty="0">
              <a:solidFill>
                <a:prstClr val="black"/>
              </a:solidFill>
              <a:latin typeface="+mj-lt"/>
            </a:endParaRPr>
          </a:p>
          <a:p>
            <a:pPr marL="0" indent="0">
              <a:buNone/>
            </a:pPr>
            <a:r>
              <a:rPr lang="en-US" i="1" dirty="0" smtClean="0">
                <a:latin typeface="+mj-lt"/>
              </a:rPr>
              <a:t> </a:t>
            </a:r>
            <a:endParaRPr lang="en-US" i="1" dirty="0">
              <a:latin typeface="+mj-lt"/>
            </a:endParaRPr>
          </a:p>
        </p:txBody>
      </p:sp>
      <p:sp>
        <p:nvSpPr>
          <p:cNvPr id="4" name="Date Placeholder 3"/>
          <p:cNvSpPr>
            <a:spLocks noGrp="1"/>
          </p:cNvSpPr>
          <p:nvPr>
            <p:ph type="dt" sz="half" idx="10"/>
          </p:nvPr>
        </p:nvSpPr>
        <p:spPr/>
        <p:txBody>
          <a:bodyPr/>
          <a:lstStyle/>
          <a:p>
            <a:fld id="{58888CBF-8E6A-FF4C-B61B-9224EAD071EB}" type="datetime1">
              <a:rPr lang="en-US" altLang="en-US" smtClean="0">
                <a:solidFill>
                  <a:prstClr val="black"/>
                </a:solidFill>
              </a:rPr>
              <a:pPr/>
              <a:t>29-Jun-17</a:t>
            </a:fld>
            <a:endParaRPr lang="en-US" altLang="en-US" dirty="0">
              <a:solidFill>
                <a:prstClr val="black"/>
              </a:solidFill>
            </a:endParaRPr>
          </a:p>
        </p:txBody>
      </p:sp>
      <p:sp>
        <p:nvSpPr>
          <p:cNvPr id="5" name="Footer Placeholder 4"/>
          <p:cNvSpPr>
            <a:spLocks noGrp="1"/>
          </p:cNvSpPr>
          <p:nvPr>
            <p:ph type="ftr" sz="quarter" idx="11"/>
          </p:nvPr>
        </p:nvSpPr>
        <p:spPr/>
        <p:txBody>
          <a:bodyPr/>
          <a:lstStyle/>
          <a:p>
            <a:r>
              <a:rPr lang="en-US" altLang="en-US" smtClean="0">
                <a:solidFill>
                  <a:prstClr val="black"/>
                </a:solidFill>
              </a:rPr>
              <a:t>National CRC training </a:t>
            </a:r>
            <a:endParaRPr lang="en-US" altLang="en-US" dirty="0">
              <a:solidFill>
                <a:prstClr val="black"/>
              </a:solidFill>
            </a:endParaRPr>
          </a:p>
        </p:txBody>
      </p:sp>
      <p:sp>
        <p:nvSpPr>
          <p:cNvPr id="6" name="Slide Number Placeholder 5"/>
          <p:cNvSpPr>
            <a:spLocks noGrp="1"/>
          </p:cNvSpPr>
          <p:nvPr>
            <p:ph type="sldNum" sz="quarter" idx="12"/>
          </p:nvPr>
        </p:nvSpPr>
        <p:spPr/>
        <p:txBody>
          <a:bodyPr/>
          <a:lstStyle/>
          <a:p>
            <a:r>
              <a:rPr lang="en-US" altLang="en-US" smtClean="0">
                <a:solidFill>
                  <a:prstClr val="black"/>
                </a:solidFill>
              </a:rPr>
              <a:t>CH-I-</a:t>
            </a:r>
            <a:fld id="{3FB30F3C-053D-864C-B962-F2E761156877}" type="slidenum">
              <a:rPr lang="en-US" altLang="en-US" smtClean="0">
                <a:solidFill>
                  <a:prstClr val="black"/>
                </a:solidFill>
              </a:rPr>
              <a:pPr/>
              <a:t>37</a:t>
            </a:fld>
            <a:endParaRPr lang="en-US" altLang="en-US" dirty="0">
              <a:solidFill>
                <a:prstClr val="black"/>
              </a:solidFill>
            </a:endParaRPr>
          </a:p>
        </p:txBody>
      </p:sp>
    </p:spTree>
    <p:extLst>
      <p:ext uri="{BB962C8B-B14F-4D97-AF65-F5344CB8AC3E}">
        <p14:creationId xmlns:p14="http://schemas.microsoft.com/office/powerpoint/2010/main" val="1961161486"/>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Session Objective</a:t>
            </a:r>
            <a:endParaRPr lang="en-US" dirty="0"/>
          </a:p>
        </p:txBody>
      </p:sp>
      <p:sp>
        <p:nvSpPr>
          <p:cNvPr id="3" name="Content Placeholder 2"/>
          <p:cNvSpPr>
            <a:spLocks noGrp="1"/>
          </p:cNvSpPr>
          <p:nvPr>
            <p:ph idx="1"/>
          </p:nvPr>
        </p:nvSpPr>
        <p:spPr>
          <a:xfrm>
            <a:off x="840260" y="2490135"/>
            <a:ext cx="7414054" cy="3444997"/>
          </a:xfrm>
        </p:spPr>
        <p:txBody>
          <a:bodyPr>
            <a:normAutofit/>
          </a:bodyPr>
          <a:lstStyle/>
          <a:p>
            <a:pPr marL="365760" lvl="0" indent="-256032" defTabSz="914400">
              <a:spcBef>
                <a:spcPts val="400"/>
              </a:spcBef>
              <a:spcAft>
                <a:spcPts val="0"/>
              </a:spcAft>
              <a:buClr>
                <a:srgbClr val="2DA2BF"/>
              </a:buClr>
              <a:buSzPct val="68000"/>
              <a:buNone/>
            </a:pPr>
            <a:r>
              <a:rPr lang="en-US" dirty="0">
                <a:solidFill>
                  <a:prstClr val="black"/>
                </a:solidFill>
                <a:latin typeface="+mj-lt"/>
              </a:rPr>
              <a:t>At the end of this </a:t>
            </a:r>
            <a:r>
              <a:rPr lang="en-US" dirty="0" smtClean="0">
                <a:solidFill>
                  <a:prstClr val="black"/>
                </a:solidFill>
                <a:latin typeface="+mj-lt"/>
              </a:rPr>
              <a:t>session, participants </a:t>
            </a:r>
            <a:r>
              <a:rPr lang="en-US" dirty="0">
                <a:solidFill>
                  <a:prstClr val="black"/>
                </a:solidFill>
                <a:latin typeface="+mj-lt"/>
              </a:rPr>
              <a:t>will be able to:</a:t>
            </a:r>
          </a:p>
          <a:p>
            <a:pPr marL="365760" lvl="0" indent="-256032" defTabSz="914400">
              <a:spcBef>
                <a:spcPts val="400"/>
              </a:spcBef>
              <a:spcAft>
                <a:spcPts val="0"/>
              </a:spcAft>
              <a:buSzPct val="68000"/>
              <a:buFont typeface="Arial" pitchFamily="34" charset="0"/>
              <a:buChar char="•"/>
            </a:pPr>
            <a:r>
              <a:rPr lang="en-US" dirty="0">
                <a:solidFill>
                  <a:prstClr val="black"/>
                </a:solidFill>
                <a:latin typeface="+mj-lt"/>
              </a:rPr>
              <a:t>List  principles of compassionate care </a:t>
            </a:r>
          </a:p>
          <a:p>
            <a:pPr marL="365760" lvl="0" indent="-256032" defTabSz="914400">
              <a:spcBef>
                <a:spcPts val="400"/>
              </a:spcBef>
              <a:spcAft>
                <a:spcPts val="0"/>
              </a:spcAft>
              <a:buSzPct val="68000"/>
              <a:buFont typeface="Arial" pitchFamily="34" charset="0"/>
              <a:buChar char="•"/>
            </a:pPr>
            <a:r>
              <a:rPr lang="en-US" dirty="0">
                <a:solidFill>
                  <a:prstClr val="black"/>
                </a:solidFill>
                <a:latin typeface="+mj-lt"/>
              </a:rPr>
              <a:t>Discuss principles of compassionate care</a:t>
            </a:r>
          </a:p>
          <a:p>
            <a:pPr marL="365760" lvl="0" indent="-256032" defTabSz="914400">
              <a:spcBef>
                <a:spcPts val="400"/>
              </a:spcBef>
              <a:spcAft>
                <a:spcPts val="0"/>
              </a:spcAft>
              <a:buSzPct val="68000"/>
              <a:buFont typeface="Arial" pitchFamily="34" charset="0"/>
              <a:buChar char="•"/>
            </a:pPr>
            <a:r>
              <a:rPr lang="en-US" dirty="0">
                <a:solidFill>
                  <a:prstClr val="black"/>
                </a:solidFill>
                <a:latin typeface="+mj-lt"/>
              </a:rPr>
              <a:t>Apply principles of compassionate care </a:t>
            </a:r>
          </a:p>
          <a:p>
            <a:endParaRPr lang="en-US" i="1" dirty="0"/>
          </a:p>
        </p:txBody>
      </p:sp>
      <p:sp>
        <p:nvSpPr>
          <p:cNvPr id="4" name="Date Placeholder 3"/>
          <p:cNvSpPr>
            <a:spLocks noGrp="1"/>
          </p:cNvSpPr>
          <p:nvPr>
            <p:ph type="dt" sz="half" idx="10"/>
          </p:nvPr>
        </p:nvSpPr>
        <p:spPr/>
        <p:txBody>
          <a:bodyPr/>
          <a:lstStyle/>
          <a:p>
            <a:fld id="{58888CBF-8E6A-FF4C-B61B-9224EAD071EB}" type="datetime1">
              <a:rPr lang="en-US" altLang="en-US" smtClean="0">
                <a:solidFill>
                  <a:prstClr val="black"/>
                </a:solidFill>
              </a:rPr>
              <a:pPr/>
              <a:t>29-Jun-17</a:t>
            </a:fld>
            <a:endParaRPr lang="en-US" altLang="en-US" dirty="0">
              <a:solidFill>
                <a:prstClr val="black"/>
              </a:solidFill>
            </a:endParaRPr>
          </a:p>
        </p:txBody>
      </p:sp>
      <p:sp>
        <p:nvSpPr>
          <p:cNvPr id="5" name="Footer Placeholder 4"/>
          <p:cNvSpPr>
            <a:spLocks noGrp="1"/>
          </p:cNvSpPr>
          <p:nvPr>
            <p:ph type="ftr" sz="quarter" idx="11"/>
          </p:nvPr>
        </p:nvSpPr>
        <p:spPr/>
        <p:txBody>
          <a:bodyPr/>
          <a:lstStyle/>
          <a:p>
            <a:r>
              <a:rPr lang="en-US" altLang="en-US" smtClean="0">
                <a:solidFill>
                  <a:prstClr val="black"/>
                </a:solidFill>
              </a:rPr>
              <a:t>National CRC training </a:t>
            </a:r>
            <a:endParaRPr lang="en-US" altLang="en-US" dirty="0">
              <a:solidFill>
                <a:prstClr val="black"/>
              </a:solidFill>
            </a:endParaRPr>
          </a:p>
        </p:txBody>
      </p:sp>
      <p:sp>
        <p:nvSpPr>
          <p:cNvPr id="6" name="Slide Number Placeholder 5"/>
          <p:cNvSpPr>
            <a:spLocks noGrp="1"/>
          </p:cNvSpPr>
          <p:nvPr>
            <p:ph type="sldNum" sz="quarter" idx="12"/>
          </p:nvPr>
        </p:nvSpPr>
        <p:spPr/>
        <p:txBody>
          <a:bodyPr/>
          <a:lstStyle/>
          <a:p>
            <a:r>
              <a:rPr lang="en-US" altLang="en-US" smtClean="0">
                <a:solidFill>
                  <a:prstClr val="black"/>
                </a:solidFill>
              </a:rPr>
              <a:t>CH-I-</a:t>
            </a:r>
            <a:fld id="{3FB30F3C-053D-864C-B962-F2E761156877}" type="slidenum">
              <a:rPr lang="en-US" altLang="en-US" smtClean="0">
                <a:solidFill>
                  <a:prstClr val="black"/>
                </a:solidFill>
              </a:rPr>
              <a:pPr/>
              <a:t>38</a:t>
            </a:fld>
            <a:endParaRPr lang="en-US" altLang="en-US" dirty="0">
              <a:solidFill>
                <a:prstClr val="black"/>
              </a:solidFill>
            </a:endParaRPr>
          </a:p>
        </p:txBody>
      </p:sp>
    </p:spTree>
    <p:extLst>
      <p:ext uri="{BB962C8B-B14F-4D97-AF65-F5344CB8AC3E}">
        <p14:creationId xmlns:p14="http://schemas.microsoft.com/office/powerpoint/2010/main" val="1956714551"/>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9219" y="1030778"/>
            <a:ext cx="7669234" cy="1188426"/>
          </a:xfrm>
        </p:spPr>
        <p:txBody>
          <a:bodyPr/>
          <a:lstStyle/>
          <a:p>
            <a:r>
              <a:rPr lang="en-US" dirty="0" smtClean="0"/>
              <a:t>Principles of compassionate care </a:t>
            </a:r>
            <a:endParaRPr lang="en-US" dirty="0"/>
          </a:p>
        </p:txBody>
      </p:sp>
      <p:sp>
        <p:nvSpPr>
          <p:cNvPr id="3" name="Content Placeholder 2"/>
          <p:cNvSpPr>
            <a:spLocks noGrp="1"/>
          </p:cNvSpPr>
          <p:nvPr>
            <p:ph idx="1"/>
          </p:nvPr>
        </p:nvSpPr>
        <p:spPr>
          <a:xfrm>
            <a:off x="1176864" y="2381693"/>
            <a:ext cx="7151589" cy="3553440"/>
          </a:xfrm>
        </p:spPr>
        <p:txBody>
          <a:bodyPr>
            <a:normAutofit/>
          </a:bodyPr>
          <a:lstStyle/>
          <a:p>
            <a:pPr marL="624078" lvl="0" indent="-514350" defTabSz="914400">
              <a:spcBef>
                <a:spcPts val="400"/>
              </a:spcBef>
              <a:spcAft>
                <a:spcPts val="0"/>
              </a:spcAft>
              <a:buSzPct val="68000"/>
              <a:buFont typeface="+mj-lt"/>
              <a:buAutoNum type="arabicPeriod"/>
            </a:pPr>
            <a:r>
              <a:rPr lang="en-US" b="1" dirty="0" smtClean="0">
                <a:solidFill>
                  <a:schemeClr val="tx1"/>
                </a:solidFill>
                <a:latin typeface="+mj-lt"/>
              </a:rPr>
              <a:t>Attention :</a:t>
            </a:r>
            <a:r>
              <a:rPr lang="en-US" dirty="0" smtClean="0">
                <a:solidFill>
                  <a:prstClr val="black"/>
                </a:solidFill>
                <a:latin typeface="+mj-lt"/>
              </a:rPr>
              <a:t>is </a:t>
            </a:r>
            <a:r>
              <a:rPr lang="en-US" dirty="0">
                <a:solidFill>
                  <a:prstClr val="black"/>
                </a:solidFill>
                <a:latin typeface="+mj-lt"/>
              </a:rPr>
              <a:t>the principle of where you put your focus – your undivided attention breaths life into whatever you focus on. It is the quality of your awareness that picks up the signals of what really matters</a:t>
            </a:r>
            <a:r>
              <a:rPr lang="en-US" b="1" dirty="0">
                <a:solidFill>
                  <a:prstClr val="black"/>
                </a:solidFill>
                <a:latin typeface="+mj-lt"/>
              </a:rPr>
              <a:t>. </a:t>
            </a:r>
            <a:endParaRPr lang="en-US" sz="3200" b="1" dirty="0">
              <a:solidFill>
                <a:prstClr val="black"/>
              </a:solidFill>
              <a:latin typeface="+mj-lt"/>
            </a:endParaRPr>
          </a:p>
          <a:p>
            <a:endParaRPr lang="en-US" dirty="0"/>
          </a:p>
        </p:txBody>
      </p:sp>
      <p:sp>
        <p:nvSpPr>
          <p:cNvPr id="4" name="Date Placeholder 3"/>
          <p:cNvSpPr>
            <a:spLocks noGrp="1"/>
          </p:cNvSpPr>
          <p:nvPr>
            <p:ph type="dt" sz="half" idx="10"/>
          </p:nvPr>
        </p:nvSpPr>
        <p:spPr/>
        <p:txBody>
          <a:bodyPr/>
          <a:lstStyle/>
          <a:p>
            <a:fld id="{58888CBF-8E6A-FF4C-B61B-9224EAD071EB}" type="datetime1">
              <a:rPr lang="en-US" altLang="en-US" smtClean="0">
                <a:solidFill>
                  <a:prstClr val="black"/>
                </a:solidFill>
              </a:rPr>
              <a:pPr/>
              <a:t>29-Jun-17</a:t>
            </a:fld>
            <a:endParaRPr lang="en-US" altLang="en-US" dirty="0">
              <a:solidFill>
                <a:prstClr val="black"/>
              </a:solidFill>
            </a:endParaRPr>
          </a:p>
        </p:txBody>
      </p:sp>
      <p:sp>
        <p:nvSpPr>
          <p:cNvPr id="5" name="Footer Placeholder 4"/>
          <p:cNvSpPr>
            <a:spLocks noGrp="1"/>
          </p:cNvSpPr>
          <p:nvPr>
            <p:ph type="ftr" sz="quarter" idx="11"/>
          </p:nvPr>
        </p:nvSpPr>
        <p:spPr/>
        <p:txBody>
          <a:bodyPr/>
          <a:lstStyle/>
          <a:p>
            <a:r>
              <a:rPr lang="en-US" altLang="en-US" smtClean="0">
                <a:solidFill>
                  <a:prstClr val="black"/>
                </a:solidFill>
              </a:rPr>
              <a:t>National CRC training </a:t>
            </a:r>
            <a:endParaRPr lang="en-US" altLang="en-US" dirty="0">
              <a:solidFill>
                <a:prstClr val="black"/>
              </a:solidFill>
            </a:endParaRPr>
          </a:p>
        </p:txBody>
      </p:sp>
      <p:sp>
        <p:nvSpPr>
          <p:cNvPr id="6" name="Slide Number Placeholder 5"/>
          <p:cNvSpPr>
            <a:spLocks noGrp="1"/>
          </p:cNvSpPr>
          <p:nvPr>
            <p:ph type="sldNum" sz="quarter" idx="12"/>
          </p:nvPr>
        </p:nvSpPr>
        <p:spPr/>
        <p:txBody>
          <a:bodyPr/>
          <a:lstStyle/>
          <a:p>
            <a:r>
              <a:rPr lang="en-US" altLang="en-US" smtClean="0">
                <a:solidFill>
                  <a:prstClr val="black"/>
                </a:solidFill>
              </a:rPr>
              <a:t>CH-I-</a:t>
            </a:r>
            <a:fld id="{3FB30F3C-053D-864C-B962-F2E761156877}" type="slidenum">
              <a:rPr lang="en-US" altLang="en-US" smtClean="0">
                <a:solidFill>
                  <a:prstClr val="black"/>
                </a:solidFill>
              </a:rPr>
              <a:pPr/>
              <a:t>39</a:t>
            </a:fld>
            <a:endParaRPr lang="en-US" altLang="en-US" dirty="0">
              <a:solidFill>
                <a:prstClr val="black"/>
              </a:solidFill>
            </a:endParaRPr>
          </a:p>
        </p:txBody>
      </p:sp>
    </p:spTree>
    <p:extLst>
      <p:ext uri="{BB962C8B-B14F-4D97-AF65-F5344CB8AC3E}">
        <p14:creationId xmlns:p14="http://schemas.microsoft.com/office/powerpoint/2010/main" val="1681505308"/>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Cont…</a:t>
            </a:r>
            <a:endParaRPr lang="en-US" dirty="0"/>
          </a:p>
        </p:txBody>
      </p:sp>
      <p:sp>
        <p:nvSpPr>
          <p:cNvPr id="3" name="Content Placeholder 2"/>
          <p:cNvSpPr>
            <a:spLocks noGrp="1"/>
          </p:cNvSpPr>
          <p:nvPr>
            <p:ph idx="1"/>
          </p:nvPr>
        </p:nvSpPr>
        <p:spPr>
          <a:xfrm>
            <a:off x="818707" y="2490135"/>
            <a:ext cx="7432158" cy="3444997"/>
          </a:xfrm>
        </p:spPr>
        <p:txBody>
          <a:bodyPr>
            <a:normAutofit/>
          </a:bodyPr>
          <a:lstStyle/>
          <a:p>
            <a:pPr marL="624078" lvl="0" indent="-514350" defTabSz="914400">
              <a:spcBef>
                <a:spcPts val="400"/>
              </a:spcBef>
              <a:spcAft>
                <a:spcPts val="0"/>
              </a:spcAft>
              <a:buSzPct val="68000"/>
              <a:buFont typeface="+mj-lt"/>
              <a:buAutoNum type="arabicPeriod" startAt="2"/>
            </a:pPr>
            <a:r>
              <a:rPr lang="en-US" b="1" dirty="0">
                <a:solidFill>
                  <a:schemeClr val="tx1"/>
                </a:solidFill>
              </a:rPr>
              <a:t>Acknowledgement </a:t>
            </a:r>
            <a:r>
              <a:rPr lang="en-US" dirty="0" smtClean="0">
                <a:solidFill>
                  <a:schemeClr val="tx1"/>
                </a:solidFill>
              </a:rPr>
              <a:t>: </a:t>
            </a:r>
            <a:r>
              <a:rPr lang="en-US" dirty="0" smtClean="0">
                <a:solidFill>
                  <a:prstClr val="black"/>
                </a:solidFill>
              </a:rPr>
              <a:t>is what </a:t>
            </a:r>
            <a:r>
              <a:rPr lang="en-US" dirty="0">
                <a:solidFill>
                  <a:prstClr val="black"/>
                </a:solidFill>
              </a:rPr>
              <a:t>you give voice </a:t>
            </a:r>
            <a:r>
              <a:rPr lang="en-US" dirty="0" smtClean="0">
                <a:solidFill>
                  <a:prstClr val="black"/>
                </a:solidFill>
              </a:rPr>
              <a:t>to, we affirm </a:t>
            </a:r>
            <a:r>
              <a:rPr lang="en-US" dirty="0">
                <a:solidFill>
                  <a:prstClr val="black"/>
                </a:solidFill>
              </a:rPr>
              <a:t>– your faithful report of what you have witnessed – to literally confess the knowledge you gained by paying attention</a:t>
            </a:r>
            <a:r>
              <a:rPr lang="en-US" dirty="0" smtClean="0">
                <a:solidFill>
                  <a:prstClr val="black"/>
                </a:solidFill>
              </a:rPr>
              <a:t>.</a:t>
            </a:r>
            <a:endParaRPr lang="en-US" dirty="0">
              <a:solidFill>
                <a:prstClr val="black"/>
              </a:solidFill>
            </a:endParaRPr>
          </a:p>
          <a:p>
            <a:pPr marL="621792" lvl="1" indent="-228600" defTabSz="914400">
              <a:spcBef>
                <a:spcPts val="324"/>
              </a:spcBef>
              <a:spcAft>
                <a:spcPts val="0"/>
              </a:spcAft>
              <a:buSzTx/>
              <a:buNone/>
            </a:pPr>
            <a:endParaRPr lang="en-US" sz="3200" dirty="0">
              <a:solidFill>
                <a:prstClr val="black"/>
              </a:solidFill>
            </a:endParaRPr>
          </a:p>
          <a:p>
            <a:endParaRPr lang="en-US" dirty="0"/>
          </a:p>
        </p:txBody>
      </p:sp>
      <p:sp>
        <p:nvSpPr>
          <p:cNvPr id="4" name="Date Placeholder 3"/>
          <p:cNvSpPr>
            <a:spLocks noGrp="1"/>
          </p:cNvSpPr>
          <p:nvPr>
            <p:ph type="dt" sz="half" idx="10"/>
          </p:nvPr>
        </p:nvSpPr>
        <p:spPr/>
        <p:txBody>
          <a:bodyPr/>
          <a:lstStyle/>
          <a:p>
            <a:fld id="{58888CBF-8E6A-FF4C-B61B-9224EAD071EB}" type="datetime1">
              <a:rPr lang="en-US" altLang="en-US" smtClean="0">
                <a:solidFill>
                  <a:prstClr val="black"/>
                </a:solidFill>
              </a:rPr>
              <a:pPr/>
              <a:t>29-Jun-17</a:t>
            </a:fld>
            <a:endParaRPr lang="en-US" altLang="en-US" dirty="0">
              <a:solidFill>
                <a:prstClr val="black"/>
              </a:solidFill>
            </a:endParaRPr>
          </a:p>
        </p:txBody>
      </p:sp>
      <p:sp>
        <p:nvSpPr>
          <p:cNvPr id="5" name="Footer Placeholder 4"/>
          <p:cNvSpPr>
            <a:spLocks noGrp="1"/>
          </p:cNvSpPr>
          <p:nvPr>
            <p:ph type="ftr" sz="quarter" idx="11"/>
          </p:nvPr>
        </p:nvSpPr>
        <p:spPr/>
        <p:txBody>
          <a:bodyPr/>
          <a:lstStyle/>
          <a:p>
            <a:r>
              <a:rPr lang="en-US" altLang="en-US" smtClean="0">
                <a:solidFill>
                  <a:prstClr val="black"/>
                </a:solidFill>
              </a:rPr>
              <a:t>National CRC training </a:t>
            </a:r>
            <a:endParaRPr lang="en-US" altLang="en-US" dirty="0">
              <a:solidFill>
                <a:prstClr val="black"/>
              </a:solidFill>
            </a:endParaRPr>
          </a:p>
        </p:txBody>
      </p:sp>
      <p:sp>
        <p:nvSpPr>
          <p:cNvPr id="6" name="Slide Number Placeholder 5"/>
          <p:cNvSpPr>
            <a:spLocks noGrp="1"/>
          </p:cNvSpPr>
          <p:nvPr>
            <p:ph type="sldNum" sz="quarter" idx="12"/>
          </p:nvPr>
        </p:nvSpPr>
        <p:spPr/>
        <p:txBody>
          <a:bodyPr/>
          <a:lstStyle/>
          <a:p>
            <a:r>
              <a:rPr lang="en-US" altLang="en-US" smtClean="0">
                <a:solidFill>
                  <a:prstClr val="black"/>
                </a:solidFill>
              </a:rPr>
              <a:t>CH-I-</a:t>
            </a:r>
            <a:fld id="{3FB30F3C-053D-864C-B962-F2E761156877}" type="slidenum">
              <a:rPr lang="en-US" altLang="en-US" smtClean="0">
                <a:solidFill>
                  <a:prstClr val="black"/>
                </a:solidFill>
              </a:rPr>
              <a:pPr/>
              <a:t>40</a:t>
            </a:fld>
            <a:endParaRPr lang="en-US" altLang="en-US" dirty="0">
              <a:solidFill>
                <a:prstClr val="black"/>
              </a:solidFill>
            </a:endParaRPr>
          </a:p>
        </p:txBody>
      </p:sp>
    </p:spTree>
    <p:extLst>
      <p:ext uri="{BB962C8B-B14F-4D97-AF65-F5344CB8AC3E}">
        <p14:creationId xmlns:p14="http://schemas.microsoft.com/office/powerpoint/2010/main" val="3059653448"/>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76866" y="1030778"/>
            <a:ext cx="6798734" cy="674454"/>
          </a:xfrm>
        </p:spPr>
        <p:txBody>
          <a:bodyPr/>
          <a:lstStyle/>
          <a:p>
            <a:r>
              <a:rPr lang="en-US" dirty="0" smtClean="0"/>
              <a:t>Cont…</a:t>
            </a:r>
            <a:endParaRPr lang="en-US" dirty="0"/>
          </a:p>
        </p:txBody>
      </p:sp>
      <p:sp>
        <p:nvSpPr>
          <p:cNvPr id="3" name="Content Placeholder 2"/>
          <p:cNvSpPr>
            <a:spLocks noGrp="1"/>
          </p:cNvSpPr>
          <p:nvPr>
            <p:ph idx="1"/>
          </p:nvPr>
        </p:nvSpPr>
        <p:spPr>
          <a:xfrm>
            <a:off x="704335" y="2392326"/>
            <a:ext cx="7797113" cy="3847608"/>
          </a:xfrm>
        </p:spPr>
        <p:txBody>
          <a:bodyPr>
            <a:noAutofit/>
          </a:bodyPr>
          <a:lstStyle/>
          <a:p>
            <a:pPr marL="624078" lvl="0" indent="-514350" defTabSz="914400">
              <a:spcBef>
                <a:spcPts val="400"/>
              </a:spcBef>
              <a:spcAft>
                <a:spcPts val="0"/>
              </a:spcAft>
              <a:buSzPct val="68000"/>
              <a:buFont typeface="+mj-lt"/>
              <a:buAutoNum type="arabicPeriod" startAt="3"/>
            </a:pPr>
            <a:r>
              <a:rPr lang="en-US" b="1" dirty="0" smtClean="0">
                <a:solidFill>
                  <a:schemeClr val="tx1"/>
                </a:solidFill>
                <a:latin typeface="+mj-lt"/>
              </a:rPr>
              <a:t>Affection</a:t>
            </a:r>
            <a:r>
              <a:rPr lang="en-US" b="1" i="1" dirty="0" smtClean="0">
                <a:solidFill>
                  <a:schemeClr val="tx1"/>
                </a:solidFill>
                <a:latin typeface="Garamond"/>
                <a:cs typeface="Garamond"/>
              </a:rPr>
              <a:t>: </a:t>
            </a:r>
            <a:r>
              <a:rPr lang="en-US" dirty="0">
                <a:solidFill>
                  <a:schemeClr val="tx1"/>
                </a:solidFill>
                <a:latin typeface="Garamond"/>
                <a:cs typeface="Garamond"/>
              </a:rPr>
              <a:t>is how healthcare providers affect or touch people. </a:t>
            </a:r>
            <a:endParaRPr lang="en-US" dirty="0" smtClean="0">
              <a:solidFill>
                <a:schemeClr val="tx1"/>
              </a:solidFill>
              <a:latin typeface="Garamond"/>
              <a:cs typeface="Garamond"/>
            </a:endParaRPr>
          </a:p>
          <a:p>
            <a:pPr marL="109728" lvl="0" indent="0" defTabSz="914400">
              <a:spcBef>
                <a:spcPts val="400"/>
              </a:spcBef>
              <a:spcAft>
                <a:spcPts val="0"/>
              </a:spcAft>
              <a:buSzPct val="68000"/>
              <a:buNone/>
            </a:pPr>
            <a:r>
              <a:rPr lang="en-US" dirty="0">
                <a:solidFill>
                  <a:schemeClr val="tx1"/>
                </a:solidFill>
                <a:latin typeface="Garamond"/>
                <a:cs typeface="Garamond"/>
              </a:rPr>
              <a:t> </a:t>
            </a:r>
            <a:r>
              <a:rPr lang="en-US" dirty="0" smtClean="0">
                <a:solidFill>
                  <a:schemeClr val="tx1"/>
                </a:solidFill>
                <a:latin typeface="Garamond"/>
                <a:cs typeface="Garamond"/>
              </a:rPr>
              <a:t>   Human </a:t>
            </a:r>
            <a:r>
              <a:rPr lang="en-US" dirty="0">
                <a:solidFill>
                  <a:schemeClr val="tx1"/>
                </a:solidFill>
                <a:latin typeface="Garamond"/>
                <a:cs typeface="Garamond"/>
              </a:rPr>
              <a:t>contact has the ability to touch someone’s life</a:t>
            </a:r>
            <a:r>
              <a:rPr lang="en-US" dirty="0" smtClean="0">
                <a:solidFill>
                  <a:schemeClr val="tx1"/>
                </a:solidFill>
                <a:latin typeface="Garamond"/>
                <a:cs typeface="Garamond"/>
              </a:rPr>
              <a:t>.</a:t>
            </a:r>
          </a:p>
          <a:p>
            <a:pPr marL="109728" lvl="0" indent="0" defTabSz="914400">
              <a:spcBef>
                <a:spcPts val="400"/>
              </a:spcBef>
              <a:spcAft>
                <a:spcPts val="0"/>
              </a:spcAft>
              <a:buSzPct val="68000"/>
              <a:buNone/>
            </a:pPr>
            <a:r>
              <a:rPr lang="en-US">
                <a:solidFill>
                  <a:schemeClr val="tx1"/>
                </a:solidFill>
                <a:latin typeface="Garamond"/>
                <a:cs typeface="Garamond"/>
              </a:rPr>
              <a:t> </a:t>
            </a:r>
            <a:r>
              <a:rPr lang="en-US" smtClean="0">
                <a:solidFill>
                  <a:schemeClr val="tx1"/>
                </a:solidFill>
                <a:latin typeface="Garamond"/>
                <a:cs typeface="Garamond"/>
              </a:rPr>
              <a:t>   </a:t>
            </a:r>
            <a:r>
              <a:rPr lang="en-US" dirty="0">
                <a:solidFill>
                  <a:schemeClr val="tx1"/>
                </a:solidFill>
                <a:latin typeface="Garamond"/>
                <a:cs typeface="Garamond"/>
              </a:rPr>
              <a:t>It is the quality of your connection, mainly through warmth, comfort, kindness and humor. </a:t>
            </a:r>
          </a:p>
        </p:txBody>
      </p:sp>
      <p:sp>
        <p:nvSpPr>
          <p:cNvPr id="4" name="Date Placeholder 3"/>
          <p:cNvSpPr>
            <a:spLocks noGrp="1"/>
          </p:cNvSpPr>
          <p:nvPr>
            <p:ph type="dt" sz="half" idx="10"/>
          </p:nvPr>
        </p:nvSpPr>
        <p:spPr/>
        <p:txBody>
          <a:bodyPr/>
          <a:lstStyle/>
          <a:p>
            <a:fld id="{58888CBF-8E6A-FF4C-B61B-9224EAD071EB}" type="datetime1">
              <a:rPr lang="en-US" altLang="en-US" smtClean="0">
                <a:solidFill>
                  <a:prstClr val="black"/>
                </a:solidFill>
              </a:rPr>
              <a:pPr/>
              <a:t>29-Jun-17</a:t>
            </a:fld>
            <a:endParaRPr lang="en-US" altLang="en-US" dirty="0">
              <a:solidFill>
                <a:prstClr val="black"/>
              </a:solidFill>
            </a:endParaRPr>
          </a:p>
        </p:txBody>
      </p:sp>
      <p:sp>
        <p:nvSpPr>
          <p:cNvPr id="6" name="Slide Number Placeholder 5"/>
          <p:cNvSpPr>
            <a:spLocks noGrp="1"/>
          </p:cNvSpPr>
          <p:nvPr>
            <p:ph type="sldNum" sz="quarter" idx="12"/>
          </p:nvPr>
        </p:nvSpPr>
        <p:spPr/>
        <p:txBody>
          <a:bodyPr/>
          <a:lstStyle/>
          <a:p>
            <a:r>
              <a:rPr lang="en-US" altLang="en-US" smtClean="0">
                <a:solidFill>
                  <a:prstClr val="black"/>
                </a:solidFill>
              </a:rPr>
              <a:t>CH-I-</a:t>
            </a:r>
            <a:fld id="{3FB30F3C-053D-864C-B962-F2E761156877}" type="slidenum">
              <a:rPr lang="en-US" altLang="en-US" smtClean="0">
                <a:solidFill>
                  <a:prstClr val="black"/>
                </a:solidFill>
              </a:rPr>
              <a:pPr/>
              <a:t>41</a:t>
            </a:fld>
            <a:endParaRPr lang="en-US" altLang="en-US" dirty="0">
              <a:solidFill>
                <a:prstClr val="black"/>
              </a:solidFill>
            </a:endParaRPr>
          </a:p>
        </p:txBody>
      </p:sp>
    </p:spTree>
    <p:extLst>
      <p:ext uri="{BB962C8B-B14F-4D97-AF65-F5344CB8AC3E}">
        <p14:creationId xmlns:p14="http://schemas.microsoft.com/office/powerpoint/2010/main" val="2355512908"/>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76866" y="1030778"/>
            <a:ext cx="6798734" cy="550887"/>
          </a:xfrm>
        </p:spPr>
        <p:txBody>
          <a:bodyPr/>
          <a:lstStyle/>
          <a:p>
            <a:r>
              <a:rPr lang="en-US" dirty="0" smtClean="0"/>
              <a:t>Cont.</a:t>
            </a:r>
            <a:endParaRPr lang="en-US" dirty="0"/>
          </a:p>
        </p:txBody>
      </p:sp>
      <p:sp>
        <p:nvSpPr>
          <p:cNvPr id="3" name="Content Placeholder 2"/>
          <p:cNvSpPr>
            <a:spLocks noGrp="1"/>
          </p:cNvSpPr>
          <p:nvPr>
            <p:ph idx="1"/>
          </p:nvPr>
        </p:nvSpPr>
        <p:spPr>
          <a:xfrm>
            <a:off x="667265" y="2413591"/>
            <a:ext cx="7809470" cy="3521542"/>
          </a:xfrm>
        </p:spPr>
        <p:txBody>
          <a:bodyPr>
            <a:noAutofit/>
          </a:bodyPr>
          <a:lstStyle/>
          <a:p>
            <a:pPr marL="624078" lvl="0" indent="-514350" defTabSz="914400">
              <a:spcBef>
                <a:spcPts val="400"/>
              </a:spcBef>
              <a:spcAft>
                <a:spcPts val="0"/>
              </a:spcAft>
              <a:buSzPct val="68000"/>
              <a:buFont typeface="+mj-lt"/>
              <a:buAutoNum type="arabicPeriod" startAt="4"/>
            </a:pPr>
            <a:r>
              <a:rPr lang="en-US" b="1" dirty="0" smtClean="0">
                <a:solidFill>
                  <a:schemeClr val="tx1"/>
                </a:solidFill>
                <a:latin typeface="+mj-lt"/>
              </a:rPr>
              <a:t>Acceptance: </a:t>
            </a:r>
            <a:r>
              <a:rPr lang="en-US" dirty="0" smtClean="0">
                <a:solidFill>
                  <a:schemeClr val="tx1"/>
                </a:solidFill>
                <a:latin typeface="+mj-lt"/>
              </a:rPr>
              <a:t>Is being at peace with the way things are allows them to change– </a:t>
            </a:r>
            <a:r>
              <a:rPr lang="en-US" dirty="0">
                <a:solidFill>
                  <a:schemeClr val="tx1"/>
                </a:solidFill>
                <a:latin typeface="+mj-lt"/>
              </a:rPr>
              <a:t>how you stand at the edge of your understanding </a:t>
            </a:r>
            <a:r>
              <a:rPr lang="en-US" dirty="0" smtClean="0">
                <a:solidFill>
                  <a:schemeClr val="tx1"/>
                </a:solidFill>
                <a:latin typeface="+mj-lt"/>
              </a:rPr>
              <a:t>or at </a:t>
            </a:r>
            <a:r>
              <a:rPr lang="en-US" dirty="0">
                <a:solidFill>
                  <a:schemeClr val="tx1"/>
                </a:solidFill>
                <a:latin typeface="+mj-lt"/>
              </a:rPr>
              <a:t>the beginning of a new experience, and </a:t>
            </a:r>
            <a:r>
              <a:rPr lang="en-US" dirty="0" smtClean="0">
                <a:solidFill>
                  <a:schemeClr val="tx1"/>
                </a:solidFill>
                <a:latin typeface="+mj-lt"/>
              </a:rPr>
              <a:t>regard what </a:t>
            </a:r>
            <a:r>
              <a:rPr lang="en-US" dirty="0">
                <a:solidFill>
                  <a:schemeClr val="tx1"/>
                </a:solidFill>
                <a:latin typeface="+mj-lt"/>
              </a:rPr>
              <a:t>is beyond with equanimity</a:t>
            </a:r>
            <a:r>
              <a:rPr lang="en-US" dirty="0" smtClean="0">
                <a:solidFill>
                  <a:schemeClr val="tx1"/>
                </a:solidFill>
                <a:latin typeface="+mj-lt"/>
              </a:rPr>
              <a:t>.</a:t>
            </a:r>
            <a:r>
              <a:rPr lang="en-US" sz="3200" dirty="0" smtClean="0">
                <a:solidFill>
                  <a:schemeClr val="tx1"/>
                </a:solidFill>
                <a:latin typeface="+mj-lt"/>
              </a:rPr>
              <a:t>.</a:t>
            </a:r>
            <a:endParaRPr lang="en-US" sz="3200" dirty="0">
              <a:solidFill>
                <a:schemeClr val="tx1"/>
              </a:solidFill>
              <a:latin typeface="+mj-lt"/>
            </a:endParaRPr>
          </a:p>
        </p:txBody>
      </p:sp>
      <p:sp>
        <p:nvSpPr>
          <p:cNvPr id="4" name="Date Placeholder 3"/>
          <p:cNvSpPr>
            <a:spLocks noGrp="1"/>
          </p:cNvSpPr>
          <p:nvPr>
            <p:ph type="dt" sz="half" idx="10"/>
          </p:nvPr>
        </p:nvSpPr>
        <p:spPr/>
        <p:txBody>
          <a:bodyPr/>
          <a:lstStyle/>
          <a:p>
            <a:fld id="{58888CBF-8E6A-FF4C-B61B-9224EAD071EB}" type="datetime1">
              <a:rPr lang="en-US" altLang="en-US" smtClean="0">
                <a:solidFill>
                  <a:prstClr val="black"/>
                </a:solidFill>
              </a:rPr>
              <a:pPr/>
              <a:t>29-Jun-17</a:t>
            </a:fld>
            <a:endParaRPr lang="en-US" altLang="en-US" dirty="0">
              <a:solidFill>
                <a:prstClr val="black"/>
              </a:solidFill>
            </a:endParaRPr>
          </a:p>
        </p:txBody>
      </p:sp>
      <p:sp>
        <p:nvSpPr>
          <p:cNvPr id="5" name="Footer Placeholder 4"/>
          <p:cNvSpPr>
            <a:spLocks noGrp="1"/>
          </p:cNvSpPr>
          <p:nvPr>
            <p:ph type="ftr" sz="quarter" idx="11"/>
          </p:nvPr>
        </p:nvSpPr>
        <p:spPr/>
        <p:txBody>
          <a:bodyPr/>
          <a:lstStyle/>
          <a:p>
            <a:r>
              <a:rPr lang="en-US" altLang="en-US" smtClean="0">
                <a:solidFill>
                  <a:prstClr val="black"/>
                </a:solidFill>
              </a:rPr>
              <a:t>National CRC training </a:t>
            </a:r>
            <a:endParaRPr lang="en-US" altLang="en-US" dirty="0">
              <a:solidFill>
                <a:prstClr val="black"/>
              </a:solidFill>
            </a:endParaRPr>
          </a:p>
        </p:txBody>
      </p:sp>
      <p:sp>
        <p:nvSpPr>
          <p:cNvPr id="6" name="Slide Number Placeholder 5"/>
          <p:cNvSpPr>
            <a:spLocks noGrp="1"/>
          </p:cNvSpPr>
          <p:nvPr>
            <p:ph type="sldNum" sz="quarter" idx="12"/>
          </p:nvPr>
        </p:nvSpPr>
        <p:spPr/>
        <p:txBody>
          <a:bodyPr/>
          <a:lstStyle/>
          <a:p>
            <a:r>
              <a:rPr lang="en-US" altLang="en-US" smtClean="0">
                <a:solidFill>
                  <a:prstClr val="black"/>
                </a:solidFill>
              </a:rPr>
              <a:t>CH-I-</a:t>
            </a:r>
            <a:fld id="{3FB30F3C-053D-864C-B962-F2E761156877}" type="slidenum">
              <a:rPr lang="en-US" altLang="en-US" smtClean="0">
                <a:solidFill>
                  <a:prstClr val="black"/>
                </a:solidFill>
              </a:rPr>
              <a:pPr/>
              <a:t>42</a:t>
            </a:fld>
            <a:endParaRPr lang="en-US" altLang="en-US" dirty="0">
              <a:solidFill>
                <a:prstClr val="black"/>
              </a:solidFill>
            </a:endParaRPr>
          </a:p>
        </p:txBody>
      </p:sp>
    </p:spTree>
    <p:extLst>
      <p:ext uri="{BB962C8B-B14F-4D97-AF65-F5344CB8AC3E}">
        <p14:creationId xmlns:p14="http://schemas.microsoft.com/office/powerpoint/2010/main" val="1056263545"/>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76866" y="1318436"/>
            <a:ext cx="6798734" cy="900767"/>
          </a:xfrm>
        </p:spPr>
        <p:txBody>
          <a:bodyPr/>
          <a:lstStyle/>
          <a:p>
            <a:pPr lvl="0"/>
            <a:r>
              <a:rPr lang="en-US" sz="4000" dirty="0">
                <a:solidFill>
                  <a:prstClr val="black"/>
                </a:solidFill>
              </a:rPr>
              <a:t>Role </a:t>
            </a:r>
            <a:r>
              <a:rPr lang="en-US" sz="4000" dirty="0" smtClean="0">
                <a:solidFill>
                  <a:prstClr val="black"/>
                </a:solidFill>
              </a:rPr>
              <a:t>play on Principles of Compassionate care </a:t>
            </a:r>
            <a:r>
              <a:rPr lang="en-US" dirty="0" smtClean="0">
                <a:solidFill>
                  <a:prstClr val="black"/>
                </a:solidFill>
              </a:rPr>
              <a:t/>
            </a:r>
            <a:br>
              <a:rPr lang="en-US" dirty="0" smtClean="0">
                <a:solidFill>
                  <a:prstClr val="black"/>
                </a:solidFill>
              </a:rPr>
            </a:br>
            <a:endParaRPr lang="en-US" dirty="0"/>
          </a:p>
        </p:txBody>
      </p:sp>
      <p:sp>
        <p:nvSpPr>
          <p:cNvPr id="3" name="Content Placeholder 2"/>
          <p:cNvSpPr>
            <a:spLocks noGrp="1"/>
          </p:cNvSpPr>
          <p:nvPr>
            <p:ph idx="1"/>
          </p:nvPr>
        </p:nvSpPr>
        <p:spPr>
          <a:xfrm>
            <a:off x="705295" y="2392326"/>
            <a:ext cx="7225730" cy="3431596"/>
          </a:xfrm>
        </p:spPr>
        <p:txBody>
          <a:bodyPr>
            <a:normAutofit/>
          </a:bodyPr>
          <a:lstStyle/>
          <a:p>
            <a:pPr marL="109728" lvl="0" indent="0" defTabSz="914400">
              <a:spcBef>
                <a:spcPts val="400"/>
              </a:spcBef>
              <a:spcAft>
                <a:spcPts val="0"/>
              </a:spcAft>
              <a:buClr>
                <a:srgbClr val="2DA2BF"/>
              </a:buClr>
              <a:buSzPct val="68000"/>
              <a:buNone/>
            </a:pPr>
            <a:r>
              <a:rPr lang="en-US" sz="3500" dirty="0" smtClean="0">
                <a:solidFill>
                  <a:prstClr val="black"/>
                </a:solidFill>
                <a:latin typeface="+mj-lt"/>
              </a:rPr>
              <a:t>By the end participants </a:t>
            </a:r>
            <a:r>
              <a:rPr lang="en-US" sz="3500" dirty="0">
                <a:solidFill>
                  <a:prstClr val="black"/>
                </a:solidFill>
                <a:latin typeface="+mj-lt"/>
              </a:rPr>
              <a:t>will be able to</a:t>
            </a:r>
            <a:r>
              <a:rPr lang="en-US" sz="3500" dirty="0" smtClean="0">
                <a:solidFill>
                  <a:prstClr val="black"/>
                </a:solidFill>
                <a:latin typeface="+mj-lt"/>
              </a:rPr>
              <a:t>:-</a:t>
            </a:r>
          </a:p>
          <a:p>
            <a:pPr marL="109728" lvl="0" indent="0" defTabSz="914400">
              <a:spcBef>
                <a:spcPts val="400"/>
              </a:spcBef>
              <a:spcAft>
                <a:spcPts val="0"/>
              </a:spcAft>
              <a:buClr>
                <a:srgbClr val="2DA2BF"/>
              </a:buClr>
              <a:buSzPct val="68000"/>
              <a:buNone/>
            </a:pPr>
            <a:endParaRPr lang="en-US" sz="3500" dirty="0">
              <a:solidFill>
                <a:prstClr val="black"/>
              </a:solidFill>
              <a:latin typeface="+mj-lt"/>
            </a:endParaRPr>
          </a:p>
          <a:p>
            <a:pPr marL="365760" lvl="0" indent="-256032" defTabSz="914400">
              <a:spcBef>
                <a:spcPts val="400"/>
              </a:spcBef>
              <a:spcAft>
                <a:spcPts val="0"/>
              </a:spcAft>
              <a:buSzPct val="68000"/>
              <a:buFont typeface="Wingdings" pitchFamily="2" charset="2"/>
              <a:buChar char="§"/>
            </a:pPr>
            <a:r>
              <a:rPr lang="en-US" sz="3500" dirty="0">
                <a:solidFill>
                  <a:prstClr val="black"/>
                </a:solidFill>
                <a:latin typeface="+mj-lt"/>
              </a:rPr>
              <a:t>Demonstrate </a:t>
            </a:r>
            <a:r>
              <a:rPr lang="en-US" sz="3500" dirty="0" smtClean="0">
                <a:solidFill>
                  <a:prstClr val="black"/>
                </a:solidFill>
                <a:latin typeface="+mj-lt"/>
              </a:rPr>
              <a:t>principles of compassionate care</a:t>
            </a:r>
          </a:p>
          <a:p>
            <a:pPr marL="450850" lvl="0" indent="0" defTabSz="914400">
              <a:spcBef>
                <a:spcPts val="400"/>
              </a:spcBef>
              <a:spcAft>
                <a:spcPts val="0"/>
              </a:spcAft>
              <a:buSzPct val="68000"/>
              <a:buNone/>
            </a:pPr>
            <a:r>
              <a:rPr lang="en-US" sz="3500" dirty="0" smtClean="0">
                <a:solidFill>
                  <a:prstClr val="black"/>
                </a:solidFill>
                <a:latin typeface="+mj-lt"/>
              </a:rPr>
              <a:t> </a:t>
            </a:r>
            <a:endParaRPr lang="en-US" sz="3500" dirty="0">
              <a:solidFill>
                <a:prstClr val="black"/>
              </a:solidFill>
              <a:latin typeface="+mj-lt"/>
            </a:endParaRPr>
          </a:p>
          <a:p>
            <a:pPr marL="623888" lvl="0" indent="-268288" defTabSz="914400">
              <a:spcBef>
                <a:spcPts val="400"/>
              </a:spcBef>
              <a:spcAft>
                <a:spcPts val="0"/>
              </a:spcAft>
              <a:buSzPct val="68000"/>
              <a:buFont typeface="+mj-lt"/>
              <a:buAutoNum type="arabicPeriod"/>
            </a:pPr>
            <a:endParaRPr lang="en-US" sz="3500" dirty="0">
              <a:solidFill>
                <a:prstClr val="black"/>
              </a:solidFill>
              <a:latin typeface="+mj-lt"/>
            </a:endParaRPr>
          </a:p>
          <a:p>
            <a:pPr marL="365760" lvl="0" indent="-256032" defTabSz="914400">
              <a:spcBef>
                <a:spcPts val="400"/>
              </a:spcBef>
              <a:spcAft>
                <a:spcPts val="0"/>
              </a:spcAft>
              <a:buClr>
                <a:srgbClr val="2DA2BF"/>
              </a:buClr>
              <a:buSzPct val="68000"/>
              <a:buFont typeface="Wingdings 3"/>
              <a:buChar char=""/>
            </a:pPr>
            <a:endParaRPr lang="en-US" sz="2700" b="1" dirty="0" smtClean="0">
              <a:solidFill>
                <a:prstClr val="black"/>
              </a:solidFill>
              <a:latin typeface="Lucida Sans Unicode"/>
            </a:endParaRPr>
          </a:p>
          <a:p>
            <a:pPr marL="365760" lvl="0" indent="-256032" defTabSz="914400">
              <a:spcBef>
                <a:spcPts val="400"/>
              </a:spcBef>
              <a:spcAft>
                <a:spcPts val="0"/>
              </a:spcAft>
              <a:buClr>
                <a:srgbClr val="2DA2BF"/>
              </a:buClr>
              <a:buSzPct val="68000"/>
              <a:buFont typeface="Wingdings 3"/>
              <a:buChar char=""/>
            </a:pPr>
            <a:endParaRPr lang="en-US" sz="2700" dirty="0">
              <a:solidFill>
                <a:prstClr val="black"/>
              </a:solidFill>
              <a:latin typeface="Lucida Sans Unicode"/>
            </a:endParaRPr>
          </a:p>
          <a:p>
            <a:endParaRPr lang="en-US" dirty="0"/>
          </a:p>
        </p:txBody>
      </p:sp>
      <p:sp>
        <p:nvSpPr>
          <p:cNvPr id="4" name="Date Placeholder 3"/>
          <p:cNvSpPr>
            <a:spLocks noGrp="1"/>
          </p:cNvSpPr>
          <p:nvPr>
            <p:ph type="dt" sz="half" idx="10"/>
          </p:nvPr>
        </p:nvSpPr>
        <p:spPr/>
        <p:txBody>
          <a:bodyPr/>
          <a:lstStyle/>
          <a:p>
            <a:fld id="{58888CBF-8E6A-FF4C-B61B-9224EAD071EB}" type="datetime1">
              <a:rPr lang="en-US" altLang="en-US" smtClean="0">
                <a:solidFill>
                  <a:prstClr val="black"/>
                </a:solidFill>
              </a:rPr>
              <a:pPr/>
              <a:t>29-Jun-17</a:t>
            </a:fld>
            <a:endParaRPr lang="en-US" altLang="en-US" dirty="0">
              <a:solidFill>
                <a:prstClr val="black"/>
              </a:solidFill>
            </a:endParaRPr>
          </a:p>
        </p:txBody>
      </p:sp>
      <p:sp>
        <p:nvSpPr>
          <p:cNvPr id="5" name="Footer Placeholder 4"/>
          <p:cNvSpPr>
            <a:spLocks noGrp="1"/>
          </p:cNvSpPr>
          <p:nvPr>
            <p:ph type="ftr" sz="quarter" idx="11"/>
          </p:nvPr>
        </p:nvSpPr>
        <p:spPr/>
        <p:txBody>
          <a:bodyPr/>
          <a:lstStyle/>
          <a:p>
            <a:r>
              <a:rPr lang="en-US" altLang="en-US" smtClean="0">
                <a:solidFill>
                  <a:prstClr val="black"/>
                </a:solidFill>
              </a:rPr>
              <a:t>National CRC training </a:t>
            </a:r>
            <a:endParaRPr lang="en-US" altLang="en-US" dirty="0">
              <a:solidFill>
                <a:prstClr val="black"/>
              </a:solidFill>
            </a:endParaRPr>
          </a:p>
        </p:txBody>
      </p:sp>
      <p:sp>
        <p:nvSpPr>
          <p:cNvPr id="6" name="Slide Number Placeholder 5"/>
          <p:cNvSpPr>
            <a:spLocks noGrp="1"/>
          </p:cNvSpPr>
          <p:nvPr>
            <p:ph type="sldNum" sz="quarter" idx="12"/>
          </p:nvPr>
        </p:nvSpPr>
        <p:spPr/>
        <p:txBody>
          <a:bodyPr/>
          <a:lstStyle/>
          <a:p>
            <a:r>
              <a:rPr lang="en-US" altLang="en-US" smtClean="0">
                <a:solidFill>
                  <a:prstClr val="black"/>
                </a:solidFill>
              </a:rPr>
              <a:t>CH-I-</a:t>
            </a:r>
            <a:fld id="{3FB30F3C-053D-864C-B962-F2E761156877}" type="slidenum">
              <a:rPr lang="en-US" altLang="en-US" smtClean="0">
                <a:solidFill>
                  <a:prstClr val="black"/>
                </a:solidFill>
              </a:rPr>
              <a:pPr/>
              <a:t>43</a:t>
            </a:fld>
            <a:endParaRPr lang="en-US" altLang="en-US" dirty="0">
              <a:solidFill>
                <a:prstClr val="black"/>
              </a:solidFill>
            </a:endParaRPr>
          </a:p>
        </p:txBody>
      </p:sp>
    </p:spTree>
    <p:extLst>
      <p:ext uri="{BB962C8B-B14F-4D97-AF65-F5344CB8AC3E}">
        <p14:creationId xmlns:p14="http://schemas.microsoft.com/office/powerpoint/2010/main" val="3498082016"/>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Cont</a:t>
            </a:r>
            <a:r>
              <a:rPr lang="en-US" dirty="0" smtClean="0"/>
              <a:t>…</a:t>
            </a:r>
            <a:endParaRPr lang="en-US" dirty="0"/>
          </a:p>
        </p:txBody>
      </p:sp>
      <p:sp>
        <p:nvSpPr>
          <p:cNvPr id="3" name="Content Placeholder 2"/>
          <p:cNvSpPr>
            <a:spLocks noGrp="1"/>
          </p:cNvSpPr>
          <p:nvPr>
            <p:ph idx="1"/>
          </p:nvPr>
        </p:nvSpPr>
        <p:spPr/>
        <p:txBody>
          <a:bodyPr>
            <a:normAutofit/>
          </a:bodyPr>
          <a:lstStyle/>
          <a:p>
            <a:r>
              <a:rPr lang="en-US" dirty="0" smtClean="0">
                <a:solidFill>
                  <a:prstClr val="black"/>
                </a:solidFill>
              </a:rPr>
              <a:t>Follow the role play using your participant manual and respond to the discussion questions following the role play. </a:t>
            </a:r>
            <a:endParaRPr lang="en-US" dirty="0" smtClean="0"/>
          </a:p>
        </p:txBody>
      </p:sp>
      <p:sp>
        <p:nvSpPr>
          <p:cNvPr id="4" name="Date Placeholder 3"/>
          <p:cNvSpPr>
            <a:spLocks noGrp="1"/>
          </p:cNvSpPr>
          <p:nvPr>
            <p:ph type="dt" sz="half" idx="10"/>
          </p:nvPr>
        </p:nvSpPr>
        <p:spPr/>
        <p:txBody>
          <a:bodyPr/>
          <a:lstStyle/>
          <a:p>
            <a:fld id="{58888CBF-8E6A-FF4C-B61B-9224EAD071EB}" type="datetime1">
              <a:rPr lang="en-US" altLang="en-US" smtClean="0">
                <a:solidFill>
                  <a:prstClr val="black"/>
                </a:solidFill>
              </a:rPr>
              <a:pPr/>
              <a:t>29-Jun-17</a:t>
            </a:fld>
            <a:endParaRPr lang="en-US" altLang="en-US" dirty="0">
              <a:solidFill>
                <a:prstClr val="black"/>
              </a:solidFill>
            </a:endParaRPr>
          </a:p>
        </p:txBody>
      </p:sp>
      <p:sp>
        <p:nvSpPr>
          <p:cNvPr id="5" name="Footer Placeholder 4"/>
          <p:cNvSpPr>
            <a:spLocks noGrp="1"/>
          </p:cNvSpPr>
          <p:nvPr>
            <p:ph type="ftr" sz="quarter" idx="11"/>
          </p:nvPr>
        </p:nvSpPr>
        <p:spPr/>
        <p:txBody>
          <a:bodyPr/>
          <a:lstStyle/>
          <a:p>
            <a:r>
              <a:rPr lang="en-US" altLang="en-US" smtClean="0">
                <a:solidFill>
                  <a:prstClr val="black"/>
                </a:solidFill>
              </a:rPr>
              <a:t>National CRC training </a:t>
            </a:r>
            <a:endParaRPr lang="en-US" altLang="en-US" dirty="0">
              <a:solidFill>
                <a:prstClr val="black"/>
              </a:solidFill>
            </a:endParaRPr>
          </a:p>
        </p:txBody>
      </p:sp>
      <p:sp>
        <p:nvSpPr>
          <p:cNvPr id="6" name="Slide Number Placeholder 5"/>
          <p:cNvSpPr>
            <a:spLocks noGrp="1"/>
          </p:cNvSpPr>
          <p:nvPr>
            <p:ph type="sldNum" sz="quarter" idx="12"/>
          </p:nvPr>
        </p:nvSpPr>
        <p:spPr/>
        <p:txBody>
          <a:bodyPr/>
          <a:lstStyle/>
          <a:p>
            <a:r>
              <a:rPr lang="en-US" altLang="en-US" smtClean="0">
                <a:solidFill>
                  <a:prstClr val="black"/>
                </a:solidFill>
              </a:rPr>
              <a:t>CH-I-</a:t>
            </a:r>
            <a:fld id="{3FB30F3C-053D-864C-B962-F2E761156877}" type="slidenum">
              <a:rPr lang="en-US" altLang="en-US" smtClean="0">
                <a:solidFill>
                  <a:prstClr val="black"/>
                </a:solidFill>
              </a:rPr>
              <a:pPr/>
              <a:t>44</a:t>
            </a:fld>
            <a:endParaRPr lang="en-US" altLang="en-US" dirty="0">
              <a:solidFill>
                <a:prstClr val="black"/>
              </a:solidFill>
            </a:endParaRPr>
          </a:p>
        </p:txBody>
      </p:sp>
    </p:spTree>
    <p:extLst>
      <p:ext uri="{BB962C8B-B14F-4D97-AF65-F5344CB8AC3E}">
        <p14:creationId xmlns:p14="http://schemas.microsoft.com/office/powerpoint/2010/main" val="3216761835"/>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76866" y="1030778"/>
            <a:ext cx="6798734" cy="686811"/>
          </a:xfrm>
        </p:spPr>
        <p:txBody>
          <a:bodyPr/>
          <a:lstStyle/>
          <a:p>
            <a:r>
              <a:rPr lang="en-US" dirty="0" smtClean="0"/>
              <a:t>Cont.</a:t>
            </a:r>
            <a:endParaRPr lang="en-US" dirty="0"/>
          </a:p>
        </p:txBody>
      </p:sp>
      <p:sp>
        <p:nvSpPr>
          <p:cNvPr id="3" name="Content Placeholder 2"/>
          <p:cNvSpPr>
            <a:spLocks noGrp="1"/>
          </p:cNvSpPr>
          <p:nvPr>
            <p:ph idx="1"/>
          </p:nvPr>
        </p:nvSpPr>
        <p:spPr>
          <a:xfrm>
            <a:off x="766120" y="2386940"/>
            <a:ext cx="7624118" cy="3704941"/>
          </a:xfrm>
        </p:spPr>
        <p:txBody>
          <a:bodyPr>
            <a:normAutofit fontScale="77500" lnSpcReduction="20000"/>
          </a:bodyPr>
          <a:lstStyle/>
          <a:p>
            <a:pPr marL="0" marR="0" indent="0">
              <a:lnSpc>
                <a:spcPct val="115000"/>
              </a:lnSpc>
              <a:spcBef>
                <a:spcPts val="0"/>
              </a:spcBef>
              <a:spcAft>
                <a:spcPts val="0"/>
              </a:spcAft>
              <a:buNone/>
            </a:pPr>
            <a:r>
              <a:rPr lang="en-US" sz="3800" b="1" dirty="0">
                <a:latin typeface="+mj-lt"/>
                <a:ea typeface="Calibri"/>
                <a:cs typeface="TimesNewRoman,Bold"/>
              </a:rPr>
              <a:t>Discussion </a:t>
            </a:r>
            <a:r>
              <a:rPr lang="en-US" sz="3800" b="1" dirty="0" smtClean="0">
                <a:latin typeface="+mj-lt"/>
                <a:ea typeface="Calibri"/>
                <a:cs typeface="TimesNewRoman,Bold"/>
              </a:rPr>
              <a:t>Questions</a:t>
            </a:r>
            <a:endParaRPr lang="en-US" sz="3800" dirty="0">
              <a:latin typeface="+mj-lt"/>
              <a:ea typeface="Calibri"/>
              <a:cs typeface="Times New Roman"/>
            </a:endParaRPr>
          </a:p>
          <a:p>
            <a:pPr marL="628650" marR="0" lvl="0" indent="-355600">
              <a:lnSpc>
                <a:spcPct val="115000"/>
              </a:lnSpc>
              <a:spcBef>
                <a:spcPts val="0"/>
              </a:spcBef>
              <a:spcAft>
                <a:spcPts val="0"/>
              </a:spcAft>
              <a:buFont typeface="+mj-lt"/>
              <a:buAutoNum type="arabicPeriod"/>
            </a:pPr>
            <a:r>
              <a:rPr lang="en-US" sz="3800" dirty="0">
                <a:latin typeface="+mj-lt"/>
                <a:ea typeface="TimesNewRoman"/>
                <a:cs typeface="Times New Roman"/>
              </a:rPr>
              <a:t>Did the health provider follow the principles compassionate care?</a:t>
            </a:r>
            <a:endParaRPr lang="en-US" sz="3800" dirty="0">
              <a:latin typeface="+mj-lt"/>
              <a:ea typeface="Calibri"/>
              <a:cs typeface="Times New Roman"/>
            </a:endParaRPr>
          </a:p>
          <a:p>
            <a:pPr marL="628650" marR="0" lvl="0" indent="-355600">
              <a:lnSpc>
                <a:spcPct val="115000"/>
              </a:lnSpc>
              <a:spcBef>
                <a:spcPts val="0"/>
              </a:spcBef>
              <a:spcAft>
                <a:spcPts val="0"/>
              </a:spcAft>
              <a:buFont typeface="+mj-lt"/>
              <a:buAutoNum type="arabicPeriod"/>
            </a:pPr>
            <a:r>
              <a:rPr lang="en-US" sz="3800" dirty="0">
                <a:latin typeface="+mj-lt"/>
                <a:ea typeface="TimesNewRoman"/>
                <a:cs typeface="Times New Roman"/>
              </a:rPr>
              <a:t>If not, what are the areas /conversation that show inadequate application of principles?</a:t>
            </a:r>
            <a:endParaRPr lang="en-US" sz="3800" dirty="0">
              <a:latin typeface="+mj-lt"/>
              <a:ea typeface="Calibri"/>
              <a:cs typeface="Times New Roman"/>
            </a:endParaRPr>
          </a:p>
          <a:p>
            <a:pPr marL="628650" marR="0" lvl="0" indent="-355600">
              <a:lnSpc>
                <a:spcPct val="115000"/>
              </a:lnSpc>
              <a:spcBef>
                <a:spcPts val="0"/>
              </a:spcBef>
              <a:spcAft>
                <a:spcPts val="0"/>
              </a:spcAft>
              <a:buFont typeface="+mj-lt"/>
              <a:buAutoNum type="arabicPeriod"/>
            </a:pPr>
            <a:r>
              <a:rPr lang="en-US" sz="3800" dirty="0">
                <a:latin typeface="+mj-lt"/>
                <a:ea typeface="TimesNewRoman"/>
                <a:cs typeface="Times New Roman"/>
              </a:rPr>
              <a:t>How would you practice principles of compassionate care if you were in the same </a:t>
            </a:r>
            <a:r>
              <a:rPr lang="en-US" sz="3800" dirty="0" smtClean="0">
                <a:latin typeface="+mj-lt"/>
                <a:ea typeface="TimesNewRoman"/>
                <a:cs typeface="Times New Roman"/>
              </a:rPr>
              <a:t>scenario</a:t>
            </a:r>
            <a:r>
              <a:rPr lang="en-US" sz="3800" dirty="0">
                <a:latin typeface="+mj-lt"/>
                <a:ea typeface="TimesNewRoman"/>
                <a:cs typeface="Times New Roman"/>
              </a:rPr>
              <a:t>?</a:t>
            </a:r>
            <a:endParaRPr lang="en-US" sz="3800" dirty="0">
              <a:latin typeface="+mj-lt"/>
              <a:ea typeface="Calibri"/>
              <a:cs typeface="Times New Roman"/>
            </a:endParaRPr>
          </a:p>
          <a:p>
            <a:endParaRPr lang="en-US" dirty="0"/>
          </a:p>
        </p:txBody>
      </p:sp>
      <p:sp>
        <p:nvSpPr>
          <p:cNvPr id="4" name="Date Placeholder 3"/>
          <p:cNvSpPr>
            <a:spLocks noGrp="1"/>
          </p:cNvSpPr>
          <p:nvPr>
            <p:ph type="dt" sz="half" idx="10"/>
          </p:nvPr>
        </p:nvSpPr>
        <p:spPr/>
        <p:txBody>
          <a:bodyPr/>
          <a:lstStyle/>
          <a:p>
            <a:fld id="{58888CBF-8E6A-FF4C-B61B-9224EAD071EB}" type="datetime1">
              <a:rPr lang="en-US" altLang="en-US" smtClean="0">
                <a:solidFill>
                  <a:prstClr val="black"/>
                </a:solidFill>
              </a:rPr>
              <a:pPr/>
              <a:t>29-Jun-17</a:t>
            </a:fld>
            <a:endParaRPr lang="en-US" altLang="en-US" dirty="0">
              <a:solidFill>
                <a:prstClr val="black"/>
              </a:solidFill>
            </a:endParaRPr>
          </a:p>
        </p:txBody>
      </p:sp>
      <p:sp>
        <p:nvSpPr>
          <p:cNvPr id="5" name="Footer Placeholder 4"/>
          <p:cNvSpPr>
            <a:spLocks noGrp="1"/>
          </p:cNvSpPr>
          <p:nvPr>
            <p:ph type="ftr" sz="quarter" idx="11"/>
          </p:nvPr>
        </p:nvSpPr>
        <p:spPr/>
        <p:txBody>
          <a:bodyPr/>
          <a:lstStyle/>
          <a:p>
            <a:r>
              <a:rPr lang="en-US" altLang="en-US" smtClean="0">
                <a:solidFill>
                  <a:prstClr val="black"/>
                </a:solidFill>
              </a:rPr>
              <a:t>National CRC training </a:t>
            </a:r>
            <a:endParaRPr lang="en-US" altLang="en-US" dirty="0">
              <a:solidFill>
                <a:prstClr val="black"/>
              </a:solidFill>
            </a:endParaRPr>
          </a:p>
        </p:txBody>
      </p:sp>
      <p:sp>
        <p:nvSpPr>
          <p:cNvPr id="6" name="Slide Number Placeholder 5"/>
          <p:cNvSpPr>
            <a:spLocks noGrp="1"/>
          </p:cNvSpPr>
          <p:nvPr>
            <p:ph type="sldNum" sz="quarter" idx="12"/>
          </p:nvPr>
        </p:nvSpPr>
        <p:spPr/>
        <p:txBody>
          <a:bodyPr/>
          <a:lstStyle/>
          <a:p>
            <a:r>
              <a:rPr lang="en-US" altLang="en-US" smtClean="0">
                <a:solidFill>
                  <a:prstClr val="black"/>
                </a:solidFill>
              </a:rPr>
              <a:t>CH-I-</a:t>
            </a:r>
            <a:fld id="{3FB30F3C-053D-864C-B962-F2E761156877}" type="slidenum">
              <a:rPr lang="en-US" altLang="en-US" smtClean="0">
                <a:solidFill>
                  <a:prstClr val="black"/>
                </a:solidFill>
              </a:rPr>
              <a:pPr/>
              <a:t>45</a:t>
            </a:fld>
            <a:endParaRPr lang="en-US" altLang="en-US" dirty="0">
              <a:solidFill>
                <a:prstClr val="black"/>
              </a:solidFill>
            </a:endParaRPr>
          </a:p>
        </p:txBody>
      </p:sp>
    </p:spTree>
    <p:extLst>
      <p:ext uri="{BB962C8B-B14F-4D97-AF65-F5344CB8AC3E}">
        <p14:creationId xmlns:p14="http://schemas.microsoft.com/office/powerpoint/2010/main" val="2323076776"/>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9622" y="968994"/>
            <a:ext cx="7295978" cy="705427"/>
          </a:xfrm>
        </p:spPr>
        <p:txBody>
          <a:bodyPr/>
          <a:lstStyle/>
          <a:p>
            <a:pPr algn="l"/>
            <a:r>
              <a:rPr lang="en-US" dirty="0" smtClean="0"/>
              <a:t>Summary </a:t>
            </a:r>
            <a:endParaRPr lang="en-US" dirty="0"/>
          </a:p>
        </p:txBody>
      </p:sp>
      <p:sp>
        <p:nvSpPr>
          <p:cNvPr id="4" name="Date Placeholder 3"/>
          <p:cNvSpPr>
            <a:spLocks noGrp="1"/>
          </p:cNvSpPr>
          <p:nvPr>
            <p:ph type="dt" sz="half" idx="10"/>
          </p:nvPr>
        </p:nvSpPr>
        <p:spPr/>
        <p:txBody>
          <a:bodyPr/>
          <a:lstStyle/>
          <a:p>
            <a:fld id="{58888CBF-8E6A-FF4C-B61B-9224EAD071EB}" type="datetime1">
              <a:rPr lang="en-US" altLang="en-US" smtClean="0">
                <a:solidFill>
                  <a:prstClr val="black"/>
                </a:solidFill>
              </a:rPr>
              <a:pPr/>
              <a:t>29-Jun-17</a:t>
            </a:fld>
            <a:endParaRPr lang="en-US" altLang="en-US" dirty="0">
              <a:solidFill>
                <a:prstClr val="black"/>
              </a:solidFill>
            </a:endParaRPr>
          </a:p>
        </p:txBody>
      </p:sp>
      <p:sp>
        <p:nvSpPr>
          <p:cNvPr id="5" name="Footer Placeholder 4"/>
          <p:cNvSpPr>
            <a:spLocks noGrp="1"/>
          </p:cNvSpPr>
          <p:nvPr>
            <p:ph type="ftr" sz="quarter" idx="11"/>
          </p:nvPr>
        </p:nvSpPr>
        <p:spPr/>
        <p:txBody>
          <a:bodyPr/>
          <a:lstStyle/>
          <a:p>
            <a:r>
              <a:rPr lang="en-US" altLang="en-US" smtClean="0">
                <a:solidFill>
                  <a:prstClr val="black"/>
                </a:solidFill>
              </a:rPr>
              <a:t>National CRC training </a:t>
            </a:r>
            <a:endParaRPr lang="en-US" altLang="en-US" dirty="0">
              <a:solidFill>
                <a:prstClr val="black"/>
              </a:solidFill>
            </a:endParaRPr>
          </a:p>
        </p:txBody>
      </p:sp>
      <p:sp>
        <p:nvSpPr>
          <p:cNvPr id="6" name="Slide Number Placeholder 5"/>
          <p:cNvSpPr>
            <a:spLocks noGrp="1"/>
          </p:cNvSpPr>
          <p:nvPr>
            <p:ph type="sldNum" sz="quarter" idx="12"/>
          </p:nvPr>
        </p:nvSpPr>
        <p:spPr/>
        <p:txBody>
          <a:bodyPr/>
          <a:lstStyle/>
          <a:p>
            <a:r>
              <a:rPr lang="en-US" altLang="en-US" smtClean="0">
                <a:solidFill>
                  <a:prstClr val="black"/>
                </a:solidFill>
              </a:rPr>
              <a:t>CH-I-</a:t>
            </a:r>
            <a:fld id="{3FB30F3C-053D-864C-B962-F2E761156877}" type="slidenum">
              <a:rPr lang="en-US" altLang="en-US" smtClean="0">
                <a:solidFill>
                  <a:prstClr val="black"/>
                </a:solidFill>
              </a:rPr>
              <a:pPr/>
              <a:t>46</a:t>
            </a:fld>
            <a:endParaRPr lang="en-US" altLang="en-US" dirty="0">
              <a:solidFill>
                <a:prstClr val="black"/>
              </a:solidFill>
            </a:endParaRPr>
          </a:p>
        </p:txBody>
      </p:sp>
      <p:sp>
        <p:nvSpPr>
          <p:cNvPr id="8" name="Content Placeholder 7"/>
          <p:cNvSpPr>
            <a:spLocks noGrp="1"/>
          </p:cNvSpPr>
          <p:nvPr>
            <p:ph idx="1"/>
          </p:nvPr>
        </p:nvSpPr>
        <p:spPr>
          <a:xfrm>
            <a:off x="679622" y="3027404"/>
            <a:ext cx="1828800" cy="2273643"/>
          </a:xfrm>
          <a:prstGeom prst="cloudCallout">
            <a:avLst>
              <a:gd name="adj1" fmla="val 82292"/>
              <a:gd name="adj2" fmla="val 26599"/>
            </a:avLst>
          </a:prstGeom>
          <a:solidFill>
            <a:srgbClr val="62296D"/>
          </a:solidFill>
          <a:ln w="55000" cap="flat" cmpd="thickThin" algn="ctr">
            <a:solidFill>
              <a:srgbClr val="62296D">
                <a:shade val="50000"/>
              </a:srgbClr>
            </a:solidFill>
            <a:prstDash val="solid"/>
          </a:ln>
          <a:effectLst/>
        </p:spPr>
        <p:txBody>
          <a:bodyPr rtlCol="0" anchor="ctr">
            <a:normAutofit/>
          </a:bodyPr>
          <a:lstStyle/>
          <a:p>
            <a:pPr marL="0" lvl="0" indent="0" algn="ctr" defTabSz="914400">
              <a:spcBef>
                <a:spcPts val="0"/>
              </a:spcBef>
              <a:spcAft>
                <a:spcPts val="0"/>
              </a:spcAft>
              <a:buClrTx/>
              <a:buSzTx/>
              <a:buNone/>
            </a:pPr>
            <a:r>
              <a:rPr lang="en-US" sz="2000" b="1" dirty="0" smtClean="0">
                <a:solidFill>
                  <a:srgbClr val="FFFF00"/>
                </a:solidFill>
              </a:rPr>
              <a:t>Attention</a:t>
            </a:r>
            <a:endParaRPr kumimoji="0" lang="en-US" sz="2000" b="0" u="none" strike="noStrike" kern="0" cap="none" spc="0" normalizeH="0" baseline="0" noProof="0" dirty="0" smtClean="0">
              <a:ln>
                <a:noFill/>
              </a:ln>
              <a:solidFill>
                <a:srgbClr val="FFFF00"/>
              </a:solidFill>
              <a:effectLst/>
              <a:uLnTx/>
              <a:uFillTx/>
              <a:latin typeface="Lucida Sans Unicode"/>
            </a:endParaRPr>
          </a:p>
          <a:p>
            <a:pPr marL="0" marR="0" lvl="0" indent="0" algn="ctr" defTabSz="914400" eaLnBrk="1" fontAlgn="auto" latinLnBrk="0" hangingPunct="1">
              <a:lnSpc>
                <a:spcPct val="100000"/>
              </a:lnSpc>
              <a:spcBef>
                <a:spcPts val="0"/>
              </a:spcBef>
              <a:spcAft>
                <a:spcPts val="0"/>
              </a:spcAft>
              <a:buClrTx/>
              <a:buSzTx/>
              <a:buFontTx/>
              <a:buNone/>
              <a:tabLst/>
              <a:defRPr/>
            </a:pPr>
            <a:endParaRPr lang="en-US" sz="1800" kern="0" dirty="0">
              <a:solidFill>
                <a:sysClr val="window" lastClr="FFFFFF"/>
              </a:solidFill>
              <a:latin typeface="Lucida Sans Unicode"/>
            </a:endParaRPr>
          </a:p>
        </p:txBody>
      </p:sp>
      <p:sp>
        <p:nvSpPr>
          <p:cNvPr id="9" name="Cloud Callout 8"/>
          <p:cNvSpPr/>
          <p:nvPr/>
        </p:nvSpPr>
        <p:spPr>
          <a:xfrm>
            <a:off x="3237470" y="1674421"/>
            <a:ext cx="3447535" cy="759860"/>
          </a:xfrm>
          <a:prstGeom prst="cloudCallout">
            <a:avLst>
              <a:gd name="adj1" fmla="val -3662"/>
              <a:gd name="adj2" fmla="val 105538"/>
            </a:avLst>
          </a:prstGeom>
          <a:solidFill>
            <a:srgbClr val="62296D"/>
          </a:solidFill>
          <a:ln w="55000" cap="flat" cmpd="thickThin" algn="ctr">
            <a:solidFill>
              <a:srgbClr val="62296D">
                <a:shade val="50000"/>
              </a:srgbClr>
            </a:solidFill>
            <a:prstDash val="solid"/>
          </a:ln>
          <a:effectLst/>
        </p:spPr>
        <p:txBody>
          <a:bodyPr rtlCol="0" anchor="ctr"/>
          <a:lstStyle/>
          <a:p>
            <a:pPr lvl="0" algn="ctr"/>
            <a:r>
              <a:rPr lang="en-US" sz="2000" b="1" dirty="0">
                <a:solidFill>
                  <a:srgbClr val="FFFF00"/>
                </a:solidFill>
              </a:rPr>
              <a:t>Acknowledgement</a:t>
            </a:r>
            <a:r>
              <a:rPr lang="en-US" sz="2000" dirty="0">
                <a:solidFill>
                  <a:srgbClr val="FFFF00"/>
                </a:solidFill>
              </a:rPr>
              <a:t> </a:t>
            </a:r>
            <a:endParaRPr kumimoji="0" lang="en-US" sz="2000" b="0" u="none" strike="noStrike" kern="0" cap="none" spc="0" normalizeH="0" baseline="0" noProof="0" dirty="0">
              <a:ln>
                <a:noFill/>
              </a:ln>
              <a:solidFill>
                <a:srgbClr val="FFFF00"/>
              </a:solidFill>
              <a:effectLst/>
              <a:uLnTx/>
              <a:uFillTx/>
              <a:latin typeface="Lucida Sans Unicode"/>
            </a:endParaRPr>
          </a:p>
        </p:txBody>
      </p:sp>
      <p:sp>
        <p:nvSpPr>
          <p:cNvPr id="10" name="Cloud Callout 9"/>
          <p:cNvSpPr/>
          <p:nvPr/>
        </p:nvSpPr>
        <p:spPr>
          <a:xfrm>
            <a:off x="7028982" y="2009415"/>
            <a:ext cx="1804085" cy="1594021"/>
          </a:xfrm>
          <a:prstGeom prst="cloudCallout">
            <a:avLst>
              <a:gd name="adj1" fmla="val -113929"/>
              <a:gd name="adj2" fmla="val 87061"/>
            </a:avLst>
          </a:prstGeom>
          <a:solidFill>
            <a:srgbClr val="62296D"/>
          </a:solidFill>
          <a:ln w="55000" cap="flat" cmpd="thickThin" algn="ctr">
            <a:solidFill>
              <a:srgbClr val="62296D">
                <a:shade val="50000"/>
              </a:srgbClr>
            </a:solidFill>
            <a:prstDash val="solid"/>
          </a:ln>
          <a:effectLst/>
        </p:spPr>
        <p:txBody>
          <a:bodyPr rtlCol="0" anchor="ctr"/>
          <a:lstStyle/>
          <a:p>
            <a:pPr lvl="0" algn="ctr"/>
            <a:r>
              <a:rPr lang="en-US" sz="2000" b="1" i="1" dirty="0">
                <a:solidFill>
                  <a:srgbClr val="FFFF00"/>
                </a:solidFill>
              </a:rPr>
              <a:t>Affection</a:t>
            </a:r>
            <a:r>
              <a:rPr lang="en-US" sz="2000" b="1" dirty="0"/>
              <a:t> </a:t>
            </a:r>
            <a:endParaRPr kumimoji="0" lang="en-US" sz="2000" b="0" i="0" u="none" strike="noStrike" kern="0" cap="none" spc="0" normalizeH="0" baseline="0" noProof="0" dirty="0">
              <a:ln>
                <a:noFill/>
              </a:ln>
              <a:solidFill>
                <a:sysClr val="window" lastClr="FFFFFF"/>
              </a:solidFill>
              <a:effectLst/>
              <a:uLnTx/>
              <a:uFillTx/>
              <a:latin typeface="Lucida Sans Unicode"/>
            </a:endParaRPr>
          </a:p>
        </p:txBody>
      </p:sp>
      <p:sp>
        <p:nvSpPr>
          <p:cNvPr id="11" name="Content Placeholder 8"/>
          <p:cNvSpPr txBox="1">
            <a:spLocks/>
          </p:cNvSpPr>
          <p:nvPr/>
        </p:nvSpPr>
        <p:spPr bwMode="auto">
          <a:xfrm>
            <a:off x="6063959" y="4473259"/>
            <a:ext cx="2829695" cy="1655576"/>
          </a:xfrm>
          <a:prstGeom prst="cloudCallout">
            <a:avLst>
              <a:gd name="adj1" fmla="val -74628"/>
              <a:gd name="adj2" fmla="val -79575"/>
            </a:avLst>
          </a:prstGeom>
          <a:solidFill>
            <a:srgbClr val="62296D"/>
          </a:solidFill>
          <a:ln w="15875" cap="rnd" cmpd="sng" algn="ctr">
            <a:solidFill>
              <a:srgbClr val="62296D">
                <a:shade val="50000"/>
              </a:srgbClr>
            </a:solidFill>
            <a:prstDash val="solid"/>
            <a:miter lim="800000"/>
            <a:headEnd/>
            <a:tailEnd/>
          </a:ln>
          <a:effectLst/>
        </p:spPr>
        <p:txBody>
          <a:bodyPr vert="horz" wrap="square" lIns="91440" tIns="45720" rIns="91440" bIns="45720" numCol="1" rtlCol="0" anchor="ctr" anchorCtr="0" compatLnSpc="1">
            <a:prstTxWarp prst="textNoShape">
              <a:avLst/>
            </a:prstTxWarp>
          </a:bodyPr>
          <a:lstStyle>
            <a:lvl1pPr marL="365125" indent="-255588" algn="l" rtl="0" eaLnBrk="0" fontAlgn="base" hangingPunct="0">
              <a:spcBef>
                <a:spcPts val="400"/>
              </a:spcBef>
              <a:spcAft>
                <a:spcPct val="0"/>
              </a:spcAft>
              <a:buClr>
                <a:schemeClr val="accent1"/>
              </a:buClr>
              <a:buSzPct val="68000"/>
              <a:buFont typeface="Wingdings 3" pitchFamily="18" charset="2"/>
              <a:buChar char=""/>
              <a:defRPr sz="2700" kern="1200">
                <a:solidFill>
                  <a:schemeClr val="lt1"/>
                </a:solidFill>
                <a:latin typeface="+mn-lt"/>
                <a:ea typeface="+mn-ea"/>
                <a:cs typeface="+mn-cs"/>
              </a:defRPr>
            </a:lvl1pPr>
            <a:lvl2pPr marL="620713" indent="-228600" algn="l" rtl="0" eaLnBrk="0" fontAlgn="base" hangingPunct="0">
              <a:spcBef>
                <a:spcPts val="325"/>
              </a:spcBef>
              <a:spcAft>
                <a:spcPct val="0"/>
              </a:spcAft>
              <a:buClr>
                <a:schemeClr val="accent1"/>
              </a:buClr>
              <a:buFont typeface="Verdana" pitchFamily="34" charset="0"/>
              <a:buChar char="◦"/>
              <a:defRPr sz="2300" kern="1200">
                <a:solidFill>
                  <a:schemeClr val="lt1"/>
                </a:solidFill>
                <a:latin typeface="+mn-lt"/>
                <a:ea typeface="+mn-ea"/>
                <a:cs typeface="+mn-cs"/>
              </a:defRPr>
            </a:lvl2pPr>
            <a:lvl3pPr marL="858838" indent="-228600" algn="l" rtl="0" eaLnBrk="0" fontAlgn="base" hangingPunct="0">
              <a:spcBef>
                <a:spcPts val="350"/>
              </a:spcBef>
              <a:spcAft>
                <a:spcPct val="0"/>
              </a:spcAft>
              <a:buClr>
                <a:schemeClr val="accent2"/>
              </a:buClr>
              <a:buSzPct val="100000"/>
              <a:buFont typeface="Wingdings 2" pitchFamily="18" charset="2"/>
              <a:buChar char=""/>
              <a:defRPr sz="2100" kern="1200">
                <a:solidFill>
                  <a:schemeClr val="lt1"/>
                </a:solidFill>
                <a:latin typeface="+mn-lt"/>
                <a:ea typeface="+mn-ea"/>
                <a:cs typeface="+mn-cs"/>
              </a:defRPr>
            </a:lvl3pPr>
            <a:lvl4pPr marL="1143000" indent="-228600" algn="l" rtl="0" eaLnBrk="0" fontAlgn="base" hangingPunct="0">
              <a:spcBef>
                <a:spcPts val="350"/>
              </a:spcBef>
              <a:spcAft>
                <a:spcPct val="0"/>
              </a:spcAft>
              <a:buClr>
                <a:schemeClr val="accent2"/>
              </a:buClr>
              <a:buFont typeface="Wingdings 2" pitchFamily="18" charset="2"/>
              <a:buChar char=""/>
              <a:defRPr sz="1900" kern="1200">
                <a:solidFill>
                  <a:schemeClr val="lt1"/>
                </a:solidFill>
                <a:latin typeface="+mn-lt"/>
                <a:ea typeface="+mn-ea"/>
                <a:cs typeface="+mn-cs"/>
              </a:defRPr>
            </a:lvl4pPr>
            <a:lvl5pPr marL="1371600" indent="-228600" algn="l" rtl="0" eaLnBrk="0" fontAlgn="base" hangingPunct="0">
              <a:spcBef>
                <a:spcPts val="350"/>
              </a:spcBef>
              <a:spcAft>
                <a:spcPct val="0"/>
              </a:spcAft>
              <a:buClr>
                <a:schemeClr val="accent2"/>
              </a:buClr>
              <a:buFont typeface="Wingdings 2" pitchFamily="18" charset="2"/>
              <a:buChar char=""/>
              <a:defRPr sz="2000" kern="1200">
                <a:solidFill>
                  <a:schemeClr val="lt1"/>
                </a:solidFill>
                <a:latin typeface="+mn-lt"/>
                <a:ea typeface="+mn-ea"/>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lt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lt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lt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lt1"/>
                </a:solidFill>
                <a:latin typeface="+mn-lt"/>
                <a:ea typeface="+mn-ea"/>
                <a:cs typeface="+mn-cs"/>
              </a:defRPr>
            </a:lvl9pPr>
            <a:extLst/>
          </a:lstStyle>
          <a:p>
            <a:pPr lvl="0" algn="ctr">
              <a:buClr>
                <a:srgbClr val="62296D"/>
              </a:buClr>
            </a:pPr>
            <a:r>
              <a:rPr lang="en-US" sz="2000" b="1" i="1" dirty="0">
                <a:solidFill>
                  <a:srgbClr val="FFFF00"/>
                </a:solidFill>
              </a:rPr>
              <a:t>Acceptance</a:t>
            </a:r>
            <a:r>
              <a:rPr lang="en-US" sz="2000" b="1" dirty="0">
                <a:solidFill>
                  <a:srgbClr val="FFFF00"/>
                </a:solidFill>
              </a:rPr>
              <a:t> </a:t>
            </a:r>
            <a:endParaRPr kumimoji="0" lang="en-US" sz="2000" b="0" i="0" u="none" strike="noStrike" kern="1200" cap="none" spc="0" normalizeH="0" baseline="0" noProof="0" dirty="0">
              <a:ln>
                <a:noFill/>
              </a:ln>
              <a:solidFill>
                <a:srgbClr val="FFFF00"/>
              </a:solidFill>
              <a:effectLst/>
              <a:uLnTx/>
              <a:uFillTx/>
              <a:latin typeface="Lucida Sans Unicode"/>
            </a:endParaRPr>
          </a:p>
        </p:txBody>
      </p:sp>
      <p:pic>
        <p:nvPicPr>
          <p:cNvPr id="3075" name="Picture 3" descr="F:\images[3].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40909" y="2806426"/>
            <a:ext cx="2866767" cy="249462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91717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slide(fromBottom)">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4"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slide(fromBottom)">
                                      <p:cBhvr>
                                        <p:cTn id="12" dur="5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12" presetClass="entr" presetSubtype="4"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slide(fromBottom)">
                                      <p:cBhvr>
                                        <p:cTn id="17" dur="500"/>
                                        <p:tgtEl>
                                          <p:spTgt spid="10"/>
                                        </p:tgtEl>
                                      </p:cBhvr>
                                    </p:animEffect>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grpId="0" nodeType="clickEffect">
                                  <p:stCondLst>
                                    <p:cond delay="0"/>
                                  </p:stCondLst>
                                  <p:childTnLst>
                                    <p:set>
                                      <p:cBhvr>
                                        <p:cTn id="21" dur="1" fill="hold">
                                          <p:stCondLst>
                                            <p:cond delay="0"/>
                                          </p:stCondLst>
                                        </p:cTn>
                                        <p:tgtEl>
                                          <p:spTgt spid="11">
                                            <p:bg/>
                                          </p:spTgt>
                                        </p:tgtEl>
                                        <p:attrNameLst>
                                          <p:attrName>style.visibility</p:attrName>
                                        </p:attrNameLst>
                                      </p:cBhvr>
                                      <p:to>
                                        <p:strVal val="visible"/>
                                      </p:to>
                                    </p:set>
                                    <p:anim calcmode="lin" valueType="num">
                                      <p:cBhvr additive="base">
                                        <p:cTn id="22" dur="500" fill="hold"/>
                                        <p:tgtEl>
                                          <p:spTgt spid="11">
                                            <p:bg/>
                                          </p:spTgt>
                                        </p:tgtEl>
                                        <p:attrNameLst>
                                          <p:attrName>ppt_x</p:attrName>
                                        </p:attrNameLst>
                                      </p:cBhvr>
                                      <p:tavLst>
                                        <p:tav tm="0">
                                          <p:val>
                                            <p:strVal val="#ppt_x"/>
                                          </p:val>
                                        </p:tav>
                                        <p:tav tm="100000">
                                          <p:val>
                                            <p:strVal val="#ppt_x"/>
                                          </p:val>
                                        </p:tav>
                                      </p:tavLst>
                                    </p:anim>
                                    <p:anim calcmode="lin" valueType="num">
                                      <p:cBhvr additive="base">
                                        <p:cTn id="23" dur="500" fill="hold"/>
                                        <p:tgtEl>
                                          <p:spTgt spid="11">
                                            <p:bg/>
                                          </p:spTgt>
                                        </p:tgtEl>
                                        <p:attrNameLst>
                                          <p:attrName>ppt_y</p:attrName>
                                        </p:attrNameLst>
                                      </p:cBhvr>
                                      <p:tavLst>
                                        <p:tav tm="0">
                                          <p:val>
                                            <p:strVal val="1+#ppt_h/2"/>
                                          </p:val>
                                        </p:tav>
                                        <p:tav tm="100000">
                                          <p:val>
                                            <p:strVal val="#ppt_y"/>
                                          </p:val>
                                        </p:tav>
                                      </p:tavLst>
                                    </p:anim>
                                  </p:childTnLst>
                                </p:cTn>
                              </p:par>
                              <p:par>
                                <p:cTn id="24" presetID="2" presetClass="entr" presetSubtype="4" fill="hold" grpId="0" nodeType="withEffect">
                                  <p:stCondLst>
                                    <p:cond delay="0"/>
                                  </p:stCondLst>
                                  <p:childTnLst>
                                    <p:set>
                                      <p:cBhvr>
                                        <p:cTn id="25" dur="1" fill="hold">
                                          <p:stCondLst>
                                            <p:cond delay="0"/>
                                          </p:stCondLst>
                                        </p:cTn>
                                        <p:tgtEl>
                                          <p:spTgt spid="11">
                                            <p:txEl>
                                              <p:pRg st="0" end="0"/>
                                            </p:txEl>
                                          </p:spTgt>
                                        </p:tgtEl>
                                        <p:attrNameLst>
                                          <p:attrName>style.visibility</p:attrName>
                                        </p:attrNameLst>
                                      </p:cBhvr>
                                      <p:to>
                                        <p:strVal val="visible"/>
                                      </p:to>
                                    </p:set>
                                    <p:anim calcmode="lin" valueType="num">
                                      <p:cBhvr additive="base">
                                        <p:cTn id="26" dur="500" fill="hold"/>
                                        <p:tgtEl>
                                          <p:spTgt spid="11">
                                            <p:txEl>
                                              <p:pRg st="0" end="0"/>
                                            </p:txEl>
                                          </p:spTgt>
                                        </p:tgtEl>
                                        <p:attrNameLst>
                                          <p:attrName>ppt_x</p:attrName>
                                        </p:attrNameLst>
                                      </p:cBhvr>
                                      <p:tavLst>
                                        <p:tav tm="0">
                                          <p:val>
                                            <p:strVal val="#ppt_x"/>
                                          </p:val>
                                        </p:tav>
                                        <p:tav tm="100000">
                                          <p:val>
                                            <p:strVal val="#ppt_x"/>
                                          </p:val>
                                        </p:tav>
                                      </p:tavLst>
                                    </p:anim>
                                    <p:anim calcmode="lin" valueType="num">
                                      <p:cBhvr additive="base">
                                        <p:cTn id="27" dur="500" fill="hold"/>
                                        <p:tgtEl>
                                          <p:spTgt spid="11">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P spid="11" grpId="0" build="p" animBg="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marL="0" indent="0">
              <a:buNone/>
            </a:pPr>
            <a:endParaRPr lang="en-US" dirty="0" smtClean="0"/>
          </a:p>
          <a:p>
            <a:pPr marL="0" indent="0">
              <a:buNone/>
            </a:pPr>
            <a:endParaRPr lang="en-US" dirty="0"/>
          </a:p>
          <a:p>
            <a:pPr marL="0" indent="0">
              <a:buNone/>
            </a:pPr>
            <a:r>
              <a:rPr lang="en-US" dirty="0" smtClean="0"/>
              <a:t>  </a:t>
            </a:r>
            <a:r>
              <a:rPr lang="en-US" sz="4000" dirty="0" smtClean="0"/>
              <a:t>         Thank you very much !! </a:t>
            </a:r>
            <a:endParaRPr lang="en-US" dirty="0"/>
          </a:p>
        </p:txBody>
      </p:sp>
      <p:sp>
        <p:nvSpPr>
          <p:cNvPr id="4" name="Date Placeholder 3"/>
          <p:cNvSpPr>
            <a:spLocks noGrp="1"/>
          </p:cNvSpPr>
          <p:nvPr>
            <p:ph type="dt" sz="half" idx="10"/>
          </p:nvPr>
        </p:nvSpPr>
        <p:spPr/>
        <p:txBody>
          <a:bodyPr/>
          <a:lstStyle/>
          <a:p>
            <a:fld id="{58888CBF-8E6A-FF4C-B61B-9224EAD071EB}" type="datetime1">
              <a:rPr lang="en-US" altLang="en-US" smtClean="0">
                <a:solidFill>
                  <a:prstClr val="black"/>
                </a:solidFill>
              </a:rPr>
              <a:pPr/>
              <a:t>29-Jun-17</a:t>
            </a:fld>
            <a:endParaRPr lang="en-US" altLang="en-US" dirty="0">
              <a:solidFill>
                <a:prstClr val="black"/>
              </a:solidFill>
            </a:endParaRPr>
          </a:p>
        </p:txBody>
      </p:sp>
      <p:sp>
        <p:nvSpPr>
          <p:cNvPr id="5" name="Footer Placeholder 4"/>
          <p:cNvSpPr>
            <a:spLocks noGrp="1"/>
          </p:cNvSpPr>
          <p:nvPr>
            <p:ph type="ftr" sz="quarter" idx="11"/>
          </p:nvPr>
        </p:nvSpPr>
        <p:spPr/>
        <p:txBody>
          <a:bodyPr/>
          <a:lstStyle/>
          <a:p>
            <a:r>
              <a:rPr lang="en-US" altLang="en-US" smtClean="0">
                <a:solidFill>
                  <a:prstClr val="black"/>
                </a:solidFill>
              </a:rPr>
              <a:t>National CRC training </a:t>
            </a:r>
            <a:endParaRPr lang="en-US" altLang="en-US" dirty="0">
              <a:solidFill>
                <a:prstClr val="black"/>
              </a:solidFill>
            </a:endParaRPr>
          </a:p>
        </p:txBody>
      </p:sp>
      <p:sp>
        <p:nvSpPr>
          <p:cNvPr id="6" name="Slide Number Placeholder 5"/>
          <p:cNvSpPr>
            <a:spLocks noGrp="1"/>
          </p:cNvSpPr>
          <p:nvPr>
            <p:ph type="sldNum" sz="quarter" idx="12"/>
          </p:nvPr>
        </p:nvSpPr>
        <p:spPr/>
        <p:txBody>
          <a:bodyPr/>
          <a:lstStyle/>
          <a:p>
            <a:r>
              <a:rPr lang="en-US" altLang="en-US" smtClean="0">
                <a:solidFill>
                  <a:prstClr val="black"/>
                </a:solidFill>
              </a:rPr>
              <a:t>CH-I-</a:t>
            </a:r>
            <a:fld id="{3FB30F3C-053D-864C-B962-F2E761156877}" type="slidenum">
              <a:rPr lang="en-US" altLang="en-US" smtClean="0">
                <a:solidFill>
                  <a:prstClr val="black"/>
                </a:solidFill>
              </a:rPr>
              <a:pPr/>
              <a:t>47</a:t>
            </a:fld>
            <a:endParaRPr lang="en-US" altLang="en-US" dirty="0">
              <a:solidFill>
                <a:prstClr val="black"/>
              </a:solidFill>
            </a:endParaRPr>
          </a:p>
        </p:txBody>
      </p:sp>
    </p:spTree>
    <p:extLst>
      <p:ext uri="{BB962C8B-B14F-4D97-AF65-F5344CB8AC3E}">
        <p14:creationId xmlns:p14="http://schemas.microsoft.com/office/powerpoint/2010/main" val="338602321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dirty="0" smtClean="0"/>
              <a:t>Session four </a:t>
            </a:r>
            <a:endParaRPr lang="en-US" dirty="0"/>
          </a:p>
        </p:txBody>
      </p:sp>
      <p:sp>
        <p:nvSpPr>
          <p:cNvPr id="9" name="Text Placeholder 8"/>
          <p:cNvSpPr>
            <a:spLocks noGrp="1"/>
          </p:cNvSpPr>
          <p:nvPr>
            <p:ph type="body" idx="1"/>
          </p:nvPr>
        </p:nvSpPr>
        <p:spPr/>
        <p:txBody>
          <a:bodyPr/>
          <a:lstStyle/>
          <a:p>
            <a:r>
              <a:rPr lang="en-US" dirty="0"/>
              <a:t>Threats of Compassion </a:t>
            </a:r>
          </a:p>
        </p:txBody>
      </p:sp>
      <p:sp>
        <p:nvSpPr>
          <p:cNvPr id="4" name="Date Placeholder 3"/>
          <p:cNvSpPr>
            <a:spLocks noGrp="1"/>
          </p:cNvSpPr>
          <p:nvPr>
            <p:ph type="dt" sz="half" idx="10"/>
          </p:nvPr>
        </p:nvSpPr>
        <p:spPr/>
        <p:txBody>
          <a:bodyPr/>
          <a:lstStyle/>
          <a:p>
            <a:fld id="{58888CBF-8E6A-FF4C-B61B-9224EAD071EB}" type="datetime1">
              <a:rPr lang="en-US" altLang="en-US" smtClean="0">
                <a:solidFill>
                  <a:prstClr val="black"/>
                </a:solidFill>
              </a:rPr>
              <a:pPr/>
              <a:t>29-Jun-17</a:t>
            </a:fld>
            <a:endParaRPr lang="en-US" altLang="en-US" dirty="0">
              <a:solidFill>
                <a:prstClr val="black"/>
              </a:solidFill>
            </a:endParaRPr>
          </a:p>
        </p:txBody>
      </p:sp>
      <p:sp>
        <p:nvSpPr>
          <p:cNvPr id="5" name="Footer Placeholder 4"/>
          <p:cNvSpPr>
            <a:spLocks noGrp="1"/>
          </p:cNvSpPr>
          <p:nvPr>
            <p:ph type="ftr" sz="quarter" idx="11"/>
          </p:nvPr>
        </p:nvSpPr>
        <p:spPr/>
        <p:txBody>
          <a:bodyPr/>
          <a:lstStyle/>
          <a:p>
            <a:r>
              <a:rPr lang="en-US" altLang="en-US" smtClean="0">
                <a:solidFill>
                  <a:prstClr val="black"/>
                </a:solidFill>
              </a:rPr>
              <a:t>National CRC training </a:t>
            </a:r>
            <a:endParaRPr lang="en-US" altLang="en-US" dirty="0">
              <a:solidFill>
                <a:prstClr val="black"/>
              </a:solidFill>
            </a:endParaRPr>
          </a:p>
        </p:txBody>
      </p:sp>
      <p:sp>
        <p:nvSpPr>
          <p:cNvPr id="6" name="Slide Number Placeholder 5"/>
          <p:cNvSpPr>
            <a:spLocks noGrp="1"/>
          </p:cNvSpPr>
          <p:nvPr>
            <p:ph type="sldNum" sz="quarter" idx="12"/>
          </p:nvPr>
        </p:nvSpPr>
        <p:spPr/>
        <p:txBody>
          <a:bodyPr/>
          <a:lstStyle/>
          <a:p>
            <a:r>
              <a:rPr lang="en-US" altLang="en-US" smtClean="0">
                <a:solidFill>
                  <a:prstClr val="black"/>
                </a:solidFill>
              </a:rPr>
              <a:t>CH-I-</a:t>
            </a:r>
            <a:fld id="{3FB30F3C-053D-864C-B962-F2E761156877}" type="slidenum">
              <a:rPr lang="en-US" altLang="en-US" smtClean="0">
                <a:solidFill>
                  <a:prstClr val="black"/>
                </a:solidFill>
              </a:rPr>
              <a:pPr/>
              <a:t>48</a:t>
            </a:fld>
            <a:endParaRPr lang="en-US" altLang="en-US" dirty="0">
              <a:solidFill>
                <a:prstClr val="black"/>
              </a:solidFill>
            </a:endParaRPr>
          </a:p>
        </p:txBody>
      </p:sp>
    </p:spTree>
    <p:extLst>
      <p:ext uri="{BB962C8B-B14F-4D97-AF65-F5344CB8AC3E}">
        <p14:creationId xmlns:p14="http://schemas.microsoft.com/office/powerpoint/2010/main" val="2951267816"/>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sz="4400" dirty="0" smtClean="0"/>
              <a:t>Introduction</a:t>
            </a:r>
            <a:endParaRPr lang="en-US" dirty="0"/>
          </a:p>
        </p:txBody>
      </p:sp>
      <p:sp>
        <p:nvSpPr>
          <p:cNvPr id="13" name="Text Placeholder 12"/>
          <p:cNvSpPr>
            <a:spLocks noGrp="1"/>
          </p:cNvSpPr>
          <p:nvPr>
            <p:ph type="body" sz="half" idx="2"/>
          </p:nvPr>
        </p:nvSpPr>
        <p:spPr/>
        <p:txBody>
          <a:bodyPr>
            <a:normAutofit/>
          </a:bodyPr>
          <a:lstStyle/>
          <a:p>
            <a:r>
              <a:rPr lang="en-US" sz="2800" dirty="0" smtClean="0"/>
              <a:t>Factors affecting compassionate care</a:t>
            </a:r>
            <a:endParaRPr lang="en-US" sz="2800" dirty="0"/>
          </a:p>
        </p:txBody>
      </p:sp>
      <p:sp>
        <p:nvSpPr>
          <p:cNvPr id="4" name="Date Placeholder 3"/>
          <p:cNvSpPr>
            <a:spLocks noGrp="1"/>
          </p:cNvSpPr>
          <p:nvPr>
            <p:ph type="dt" sz="half" idx="10"/>
          </p:nvPr>
        </p:nvSpPr>
        <p:spPr/>
        <p:txBody>
          <a:bodyPr/>
          <a:lstStyle/>
          <a:p>
            <a:fld id="{527F222C-BE2A-F444-8A5C-7D05C0390F8B}" type="datetime1">
              <a:rPr lang="en-US" altLang="en-US" smtClean="0">
                <a:solidFill>
                  <a:prstClr val="black"/>
                </a:solidFill>
              </a:rPr>
              <a:pPr/>
              <a:t>29-Jun-17</a:t>
            </a:fld>
            <a:endParaRPr lang="en-US" altLang="en-US">
              <a:solidFill>
                <a:prstClr val="black"/>
              </a:solidFill>
            </a:endParaRPr>
          </a:p>
        </p:txBody>
      </p:sp>
      <p:sp>
        <p:nvSpPr>
          <p:cNvPr id="5" name="Footer Placeholder 4"/>
          <p:cNvSpPr>
            <a:spLocks noGrp="1"/>
          </p:cNvSpPr>
          <p:nvPr>
            <p:ph type="ftr" sz="quarter" idx="11"/>
          </p:nvPr>
        </p:nvSpPr>
        <p:spPr/>
        <p:txBody>
          <a:bodyPr/>
          <a:lstStyle/>
          <a:p>
            <a:r>
              <a:rPr lang="en-US" altLang="en-US" smtClean="0">
                <a:solidFill>
                  <a:prstClr val="black"/>
                </a:solidFill>
              </a:rPr>
              <a:t>National CRC training </a:t>
            </a:r>
            <a:endParaRPr lang="en-US" altLang="en-US" dirty="0">
              <a:solidFill>
                <a:prstClr val="black"/>
              </a:solidFill>
            </a:endParaRPr>
          </a:p>
        </p:txBody>
      </p:sp>
      <p:sp>
        <p:nvSpPr>
          <p:cNvPr id="6" name="Slide Number Placeholder 5"/>
          <p:cNvSpPr>
            <a:spLocks noGrp="1"/>
          </p:cNvSpPr>
          <p:nvPr>
            <p:ph type="sldNum" sz="quarter" idx="12"/>
          </p:nvPr>
        </p:nvSpPr>
        <p:spPr>
          <a:xfrm>
            <a:off x="7580090" y="5960533"/>
            <a:ext cx="954309" cy="279400"/>
          </a:xfrm>
        </p:spPr>
        <p:txBody>
          <a:bodyPr/>
          <a:lstStyle/>
          <a:p>
            <a:r>
              <a:rPr lang="en-US" altLang="en-US" smtClean="0">
                <a:solidFill>
                  <a:prstClr val="black"/>
                </a:solidFill>
              </a:rPr>
              <a:t>CH-I-</a:t>
            </a:r>
            <a:fld id="{EA6F0968-608B-9B45-B887-1974F736E627}" type="slidenum">
              <a:rPr lang="en-US" altLang="en-US" smtClean="0">
                <a:solidFill>
                  <a:prstClr val="black"/>
                </a:solidFill>
              </a:rPr>
              <a:pPr/>
              <a:t>49</a:t>
            </a:fld>
            <a:endParaRPr lang="en-US" altLang="en-US" dirty="0">
              <a:solidFill>
                <a:prstClr val="black"/>
              </a:solidFill>
            </a:endParaRPr>
          </a:p>
        </p:txBody>
      </p:sp>
      <p:sp>
        <p:nvSpPr>
          <p:cNvPr id="15" name="TextBox 14"/>
          <p:cNvSpPr txBox="1"/>
          <p:nvPr/>
        </p:nvSpPr>
        <p:spPr>
          <a:xfrm>
            <a:off x="2967789" y="-465221"/>
            <a:ext cx="184731" cy="369332"/>
          </a:xfrm>
          <a:prstGeom prst="rect">
            <a:avLst/>
          </a:prstGeom>
          <a:noFill/>
        </p:spPr>
        <p:txBody>
          <a:bodyPr wrap="none" rtlCol="0">
            <a:spAutoFit/>
          </a:bodyPr>
          <a:lstStyle/>
          <a:p>
            <a:endParaRPr lang="en-US" dirty="0"/>
          </a:p>
        </p:txBody>
      </p:sp>
      <p:sp>
        <p:nvSpPr>
          <p:cNvPr id="16" name="TextBox 15"/>
          <p:cNvSpPr txBox="1"/>
          <p:nvPr/>
        </p:nvSpPr>
        <p:spPr>
          <a:xfrm>
            <a:off x="978568" y="-705853"/>
            <a:ext cx="184731" cy="369332"/>
          </a:xfrm>
          <a:prstGeom prst="rect">
            <a:avLst/>
          </a:prstGeom>
          <a:noFill/>
        </p:spPr>
        <p:txBody>
          <a:bodyPr wrap="none" rtlCol="0">
            <a:spAutoFit/>
          </a:bodyPr>
          <a:lstStyle/>
          <a:p>
            <a:endParaRPr lang="en-US" dirty="0"/>
          </a:p>
        </p:txBody>
      </p:sp>
      <p:pic>
        <p:nvPicPr>
          <p:cNvPr id="20" name="Picture 19"/>
          <p:cNvPicPr>
            <a:picLocks noChangeAspect="1"/>
          </p:cNvPicPr>
          <p:nvPr/>
        </p:nvPicPr>
        <p:blipFill>
          <a:blip r:embed="rId2"/>
          <a:stretch>
            <a:fillRect/>
          </a:stretch>
        </p:blipFill>
        <p:spPr>
          <a:xfrm>
            <a:off x="5130800" y="1235242"/>
            <a:ext cx="2981731" cy="4363453"/>
          </a:xfrm>
          <a:prstGeom prst="rect">
            <a:avLst/>
          </a:prstGeom>
        </p:spPr>
      </p:pic>
      <p:sp>
        <p:nvSpPr>
          <p:cNvPr id="21" name="Picture Placeholder 20"/>
          <p:cNvSpPr>
            <a:spLocks noGrp="1"/>
          </p:cNvSpPr>
          <p:nvPr>
            <p:ph type="pic" idx="1"/>
          </p:nvPr>
        </p:nvSpPr>
        <p:spPr>
          <a:xfrm>
            <a:off x="5183069" y="1032933"/>
            <a:ext cx="2929463" cy="4792136"/>
          </a:xfrm>
          <a:prstGeom prst="roundRect">
            <a:avLst>
              <a:gd name="adj" fmla="val 12047"/>
            </a:avLst>
          </a:prstGeom>
        </p:spPr>
      </p:sp>
    </p:spTree>
    <p:extLst>
      <p:ext uri="{BB962C8B-B14F-4D97-AF65-F5344CB8AC3E}">
        <p14:creationId xmlns:p14="http://schemas.microsoft.com/office/powerpoint/2010/main" val="216116855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xmlns:p14="http://schemas.microsoft.com/office/powerpoint/2010/main" spd="slow"/>
    </mc:Fallback>
  </mc:AlternateContent>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76865" y="1083073"/>
            <a:ext cx="6798734" cy="1303867"/>
          </a:xfrm>
        </p:spPr>
        <p:txBody>
          <a:bodyPr/>
          <a:lstStyle/>
          <a:p>
            <a:r>
              <a:rPr lang="en-US" sz="3600" cap="all" dirty="0" smtClean="0"/>
              <a:t>Factors affecting Compassion</a:t>
            </a:r>
            <a:endParaRPr lang="en-US" dirty="0"/>
          </a:p>
        </p:txBody>
      </p:sp>
      <p:sp>
        <p:nvSpPr>
          <p:cNvPr id="3" name="Content Placeholder 2"/>
          <p:cNvSpPr>
            <a:spLocks noGrp="1"/>
          </p:cNvSpPr>
          <p:nvPr>
            <p:ph sz="half" idx="1"/>
          </p:nvPr>
        </p:nvSpPr>
        <p:spPr>
          <a:xfrm>
            <a:off x="600501" y="2386940"/>
            <a:ext cx="3048875" cy="3846971"/>
          </a:xfrm>
        </p:spPr>
        <p:txBody>
          <a:bodyPr>
            <a:normAutofit/>
          </a:bodyPr>
          <a:lstStyle/>
          <a:p>
            <a:pPr>
              <a:buNone/>
            </a:pPr>
            <a:r>
              <a:rPr lang="en-US" sz="2800" dirty="0" smtClean="0"/>
              <a:t>Factors which prevent compassion and compassionate behavior : </a:t>
            </a:r>
          </a:p>
          <a:p>
            <a:pPr lvl="0"/>
            <a:endParaRPr lang="en-US" sz="2800" dirty="0" smtClean="0"/>
          </a:p>
          <a:p>
            <a:pPr lvl="0"/>
            <a:endParaRPr lang="en-US" sz="2800" dirty="0" smtClean="0"/>
          </a:p>
          <a:p>
            <a:pPr algn="just">
              <a:buNone/>
            </a:pPr>
            <a:endParaRPr lang="en-US" sz="2800" dirty="0"/>
          </a:p>
        </p:txBody>
      </p:sp>
      <p:sp>
        <p:nvSpPr>
          <p:cNvPr id="4" name="Date Placeholder 3"/>
          <p:cNvSpPr>
            <a:spLocks noGrp="1"/>
          </p:cNvSpPr>
          <p:nvPr>
            <p:ph type="dt" sz="half" idx="10"/>
          </p:nvPr>
        </p:nvSpPr>
        <p:spPr/>
        <p:txBody>
          <a:bodyPr/>
          <a:lstStyle/>
          <a:p>
            <a:fld id="{58888CBF-8E6A-FF4C-B61B-9224EAD071EB}" type="datetime1">
              <a:rPr lang="en-US" altLang="en-US" smtClean="0">
                <a:solidFill>
                  <a:prstClr val="black"/>
                </a:solidFill>
              </a:rPr>
              <a:pPr/>
              <a:t>29-Jun-17</a:t>
            </a:fld>
            <a:endParaRPr lang="en-US" altLang="en-US" dirty="0">
              <a:solidFill>
                <a:prstClr val="black"/>
              </a:solidFill>
            </a:endParaRPr>
          </a:p>
        </p:txBody>
      </p:sp>
      <p:sp>
        <p:nvSpPr>
          <p:cNvPr id="5" name="Footer Placeholder 4"/>
          <p:cNvSpPr>
            <a:spLocks noGrp="1"/>
          </p:cNvSpPr>
          <p:nvPr>
            <p:ph type="ftr" sz="quarter" idx="11"/>
          </p:nvPr>
        </p:nvSpPr>
        <p:spPr/>
        <p:txBody>
          <a:bodyPr/>
          <a:lstStyle/>
          <a:p>
            <a:r>
              <a:rPr lang="en-US" altLang="en-US" smtClean="0">
                <a:solidFill>
                  <a:prstClr val="black"/>
                </a:solidFill>
              </a:rPr>
              <a:t>National CRC training </a:t>
            </a:r>
            <a:endParaRPr lang="en-US" altLang="en-US" dirty="0">
              <a:solidFill>
                <a:prstClr val="black"/>
              </a:solidFill>
            </a:endParaRPr>
          </a:p>
        </p:txBody>
      </p:sp>
      <p:sp>
        <p:nvSpPr>
          <p:cNvPr id="6" name="Slide Number Placeholder 5"/>
          <p:cNvSpPr>
            <a:spLocks noGrp="1"/>
          </p:cNvSpPr>
          <p:nvPr>
            <p:ph type="sldNum" sz="quarter" idx="12"/>
          </p:nvPr>
        </p:nvSpPr>
        <p:spPr/>
        <p:txBody>
          <a:bodyPr/>
          <a:lstStyle/>
          <a:p>
            <a:r>
              <a:rPr lang="en-US" altLang="en-US" smtClean="0">
                <a:solidFill>
                  <a:prstClr val="black"/>
                </a:solidFill>
              </a:rPr>
              <a:t>CH-I-</a:t>
            </a:r>
            <a:fld id="{3FB30F3C-053D-864C-B962-F2E761156877}" type="slidenum">
              <a:rPr lang="en-US" altLang="en-US" smtClean="0">
                <a:solidFill>
                  <a:prstClr val="black"/>
                </a:solidFill>
              </a:rPr>
              <a:pPr/>
              <a:t>50</a:t>
            </a:fld>
            <a:endParaRPr lang="en-US" altLang="en-US" dirty="0">
              <a:solidFill>
                <a:prstClr val="black"/>
              </a:solidFill>
            </a:endParaRPr>
          </a:p>
        </p:txBody>
      </p:sp>
      <p:sp>
        <p:nvSpPr>
          <p:cNvPr id="8" name="Oval 7"/>
          <p:cNvSpPr/>
          <p:nvPr/>
        </p:nvSpPr>
        <p:spPr>
          <a:xfrm>
            <a:off x="4782591" y="4990481"/>
            <a:ext cx="1681138" cy="1243430"/>
          </a:xfrm>
          <a:prstGeom prst="ellipse">
            <a:avLst/>
          </a:prstGeom>
        </p:spPr>
        <p:style>
          <a:lnRef idx="1">
            <a:schemeClr val="accent6"/>
          </a:lnRef>
          <a:fillRef idx="2">
            <a:schemeClr val="accent6"/>
          </a:fillRef>
          <a:effectRef idx="1">
            <a:schemeClr val="accent6"/>
          </a:effectRef>
          <a:fontRef idx="minor">
            <a:schemeClr val="dk1"/>
          </a:fontRef>
        </p:style>
        <p:txBody>
          <a:bodyPr rtlCol="0" anchor="ctr"/>
          <a:lstStyle/>
          <a:p>
            <a:pPr lvl="0"/>
            <a:r>
              <a:rPr lang="en-US" dirty="0" smtClean="0"/>
              <a:t>The wider hospital context</a:t>
            </a:r>
          </a:p>
        </p:txBody>
      </p:sp>
      <p:sp>
        <p:nvSpPr>
          <p:cNvPr id="9" name="Oval 8"/>
          <p:cNvSpPr/>
          <p:nvPr/>
        </p:nvSpPr>
        <p:spPr>
          <a:xfrm>
            <a:off x="6463729" y="4372881"/>
            <a:ext cx="1608828" cy="1472914"/>
          </a:xfrm>
          <a:prstGeom prst="ellipse">
            <a:avLst/>
          </a:prstGeom>
        </p:spPr>
        <p:style>
          <a:lnRef idx="1">
            <a:schemeClr val="accent4"/>
          </a:lnRef>
          <a:fillRef idx="2">
            <a:schemeClr val="accent4"/>
          </a:fillRef>
          <a:effectRef idx="1">
            <a:schemeClr val="accent4"/>
          </a:effectRef>
          <a:fontRef idx="minor">
            <a:schemeClr val="dk1"/>
          </a:fontRef>
        </p:style>
        <p:txBody>
          <a:bodyPr rtlCol="0" anchor="ctr"/>
          <a:lstStyle/>
          <a:p>
            <a:pPr lvl="0"/>
            <a:r>
              <a:rPr lang="en-US" dirty="0" smtClean="0"/>
              <a:t>Stress depression and burnout</a:t>
            </a:r>
          </a:p>
        </p:txBody>
      </p:sp>
      <p:sp>
        <p:nvSpPr>
          <p:cNvPr id="10" name="Oval 9"/>
          <p:cNvSpPr/>
          <p:nvPr/>
        </p:nvSpPr>
        <p:spPr>
          <a:xfrm>
            <a:off x="4212870" y="2386940"/>
            <a:ext cx="2250859" cy="1258178"/>
          </a:xfrm>
          <a:prstGeom prst="ellipse">
            <a:avLst/>
          </a:prstGeom>
        </p:spPr>
        <p:style>
          <a:lnRef idx="1">
            <a:schemeClr val="accent5"/>
          </a:lnRef>
          <a:fillRef idx="2">
            <a:schemeClr val="accent5"/>
          </a:fillRef>
          <a:effectRef idx="1">
            <a:schemeClr val="accent5"/>
          </a:effectRef>
          <a:fontRef idx="minor">
            <a:schemeClr val="dk1"/>
          </a:fontRef>
        </p:style>
        <p:txBody>
          <a:bodyPr rtlCol="0" anchor="ctr"/>
          <a:lstStyle/>
          <a:p>
            <a:pPr lvl="0"/>
            <a:r>
              <a:rPr lang="en-US" dirty="0" smtClean="0"/>
              <a:t>Compassionate fatigue</a:t>
            </a:r>
          </a:p>
        </p:txBody>
      </p:sp>
      <p:cxnSp>
        <p:nvCxnSpPr>
          <p:cNvPr id="13" name="Straight Arrow Connector 12"/>
          <p:cNvCxnSpPr/>
          <p:nvPr/>
        </p:nvCxnSpPr>
        <p:spPr>
          <a:xfrm flipV="1">
            <a:off x="3435513" y="3179802"/>
            <a:ext cx="851164" cy="327672"/>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p:nvPr/>
        </p:nvCxnSpPr>
        <p:spPr>
          <a:xfrm flipV="1">
            <a:off x="3463419" y="3719073"/>
            <a:ext cx="2878378" cy="33881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8" name="Straight Arrow Connector 17"/>
          <p:cNvCxnSpPr/>
          <p:nvPr/>
        </p:nvCxnSpPr>
        <p:spPr>
          <a:xfrm>
            <a:off x="3649377" y="4649986"/>
            <a:ext cx="1126987" cy="755912"/>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1" name="Straight Arrow Connector 20"/>
          <p:cNvCxnSpPr/>
          <p:nvPr/>
        </p:nvCxnSpPr>
        <p:spPr>
          <a:xfrm>
            <a:off x="3557357" y="4310999"/>
            <a:ext cx="2838659" cy="649421"/>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5" name="Oval 14"/>
          <p:cNvSpPr/>
          <p:nvPr/>
        </p:nvSpPr>
        <p:spPr>
          <a:xfrm>
            <a:off x="6341797" y="2734738"/>
            <a:ext cx="2449277" cy="1550184"/>
          </a:xfrm>
          <a:prstGeom prst="ellipse">
            <a:avLst/>
          </a:prstGeom>
        </p:spPr>
        <p:style>
          <a:lnRef idx="1">
            <a:schemeClr val="accent3"/>
          </a:lnRef>
          <a:fillRef idx="2">
            <a:schemeClr val="accent3"/>
          </a:fillRef>
          <a:effectRef idx="1">
            <a:schemeClr val="accent3"/>
          </a:effectRef>
          <a:fontRef idx="minor">
            <a:schemeClr val="dk1"/>
          </a:fontRef>
        </p:style>
        <p:txBody>
          <a:bodyPr rtlCol="0" anchor="ctr"/>
          <a:lstStyle/>
          <a:p>
            <a:pPr lvl="0"/>
            <a:r>
              <a:rPr lang="en-US" dirty="0" smtClean="0"/>
              <a:t>Unbalanced focus in biomedical model in clinical training</a:t>
            </a:r>
          </a:p>
        </p:txBody>
      </p:sp>
    </p:spTree>
    <p:extLst>
      <p:ext uri="{BB962C8B-B14F-4D97-AF65-F5344CB8AC3E}">
        <p14:creationId xmlns:p14="http://schemas.microsoft.com/office/powerpoint/2010/main" val="31515698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bg/>
                                          </p:spTgt>
                                        </p:tgtEl>
                                        <p:attrNameLst>
                                          <p:attrName>style.visibility</p:attrName>
                                        </p:attrNameLst>
                                      </p:cBhvr>
                                      <p:to>
                                        <p:strVal val="visible"/>
                                      </p:to>
                                    </p:set>
                                    <p:animEffect transition="in" filter="fade">
                                      <p:cBhvr>
                                        <p:cTn id="7" dur="2000"/>
                                        <p:tgtEl>
                                          <p:spTgt spid="8">
                                            <p:bg/>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8">
                                            <p:txEl>
                                              <p:pRg st="0" end="0"/>
                                            </p:txEl>
                                          </p:spTgt>
                                        </p:tgtEl>
                                        <p:attrNameLst>
                                          <p:attrName>style.visibility</p:attrName>
                                        </p:attrNameLst>
                                      </p:cBhvr>
                                      <p:to>
                                        <p:strVal val="visible"/>
                                      </p:to>
                                    </p:set>
                                    <p:animEffect transition="in" filter="fade">
                                      <p:cBhvr>
                                        <p:cTn id="10" dur="2000"/>
                                        <p:tgtEl>
                                          <p:spTgt spid="8">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0">
                                            <p:bg/>
                                          </p:spTgt>
                                        </p:tgtEl>
                                        <p:attrNameLst>
                                          <p:attrName>style.visibility</p:attrName>
                                        </p:attrNameLst>
                                      </p:cBhvr>
                                      <p:to>
                                        <p:strVal val="visible"/>
                                      </p:to>
                                    </p:set>
                                    <p:animEffect transition="in" filter="fade">
                                      <p:cBhvr>
                                        <p:cTn id="15" dur="2000"/>
                                        <p:tgtEl>
                                          <p:spTgt spid="10">
                                            <p:bg/>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0">
                                            <p:txEl>
                                              <p:pRg st="0" end="0"/>
                                            </p:txEl>
                                          </p:spTgt>
                                        </p:tgtEl>
                                        <p:attrNameLst>
                                          <p:attrName>style.visibility</p:attrName>
                                        </p:attrNameLst>
                                      </p:cBhvr>
                                      <p:to>
                                        <p:strVal val="visible"/>
                                      </p:to>
                                    </p:set>
                                    <p:animEffect transition="in" filter="fade">
                                      <p:cBhvr>
                                        <p:cTn id="18" dur="2000"/>
                                        <p:tgtEl>
                                          <p:spTgt spid="10">
                                            <p:txEl>
                                              <p:pRg st="0" end="0"/>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9">
                                            <p:bg/>
                                          </p:spTgt>
                                        </p:tgtEl>
                                        <p:attrNameLst>
                                          <p:attrName>style.visibility</p:attrName>
                                        </p:attrNameLst>
                                      </p:cBhvr>
                                      <p:to>
                                        <p:strVal val="visible"/>
                                      </p:to>
                                    </p:set>
                                    <p:animEffect transition="in" filter="fade">
                                      <p:cBhvr>
                                        <p:cTn id="23" dur="2000"/>
                                        <p:tgtEl>
                                          <p:spTgt spid="9">
                                            <p:bg/>
                                          </p:spTgt>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9">
                                            <p:txEl>
                                              <p:pRg st="0" end="0"/>
                                            </p:txEl>
                                          </p:spTgt>
                                        </p:tgtEl>
                                        <p:attrNameLst>
                                          <p:attrName>style.visibility</p:attrName>
                                        </p:attrNameLst>
                                      </p:cBhvr>
                                      <p:to>
                                        <p:strVal val="visible"/>
                                      </p:to>
                                    </p:set>
                                    <p:animEffect transition="in" filter="fade">
                                      <p:cBhvr>
                                        <p:cTn id="26" dur="2000"/>
                                        <p:tgtEl>
                                          <p:spTgt spid="9">
                                            <p:txEl>
                                              <p:pRg st="0" end="0"/>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15">
                                            <p:bg/>
                                          </p:spTgt>
                                        </p:tgtEl>
                                        <p:attrNameLst>
                                          <p:attrName>style.visibility</p:attrName>
                                        </p:attrNameLst>
                                      </p:cBhvr>
                                      <p:to>
                                        <p:strVal val="visible"/>
                                      </p:to>
                                    </p:set>
                                    <p:animEffect transition="in" filter="fade">
                                      <p:cBhvr>
                                        <p:cTn id="31" dur="2000"/>
                                        <p:tgtEl>
                                          <p:spTgt spid="15">
                                            <p:bg/>
                                          </p:spTgt>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5">
                                            <p:txEl>
                                              <p:pRg st="0" end="0"/>
                                            </p:txEl>
                                          </p:spTgt>
                                        </p:tgtEl>
                                        <p:attrNameLst>
                                          <p:attrName>style.visibility</p:attrName>
                                        </p:attrNameLst>
                                      </p:cBhvr>
                                      <p:to>
                                        <p:strVal val="visible"/>
                                      </p:to>
                                    </p:set>
                                    <p:animEffect transition="in" filter="fade">
                                      <p:cBhvr>
                                        <p:cTn id="34" dur="2000"/>
                                        <p:tgtEl>
                                          <p:spTgt spid="1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allAtOnce" animBg="1"/>
      <p:bldP spid="9" grpId="0" build="allAtOnce" animBg="1"/>
      <p:bldP spid="10" grpId="0" build="allAtOnce" animBg="1"/>
      <p:bldP spid="15" grpId="0" build="allAtOnce" animBg="1"/>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1030778"/>
            <a:ext cx="7988968" cy="1188426"/>
          </a:xfrm>
        </p:spPr>
        <p:txBody>
          <a:bodyPr/>
          <a:lstStyle/>
          <a:p>
            <a:pPr marL="742950" indent="-742950">
              <a:buFont typeface="+mj-lt"/>
              <a:buAutoNum type="arabicPeriod"/>
            </a:pPr>
            <a:r>
              <a:rPr lang="en-US" sz="3600" dirty="0" smtClean="0"/>
              <a:t>Unbalanced focus in biomedical model in clinical training</a:t>
            </a:r>
            <a:endParaRPr lang="en-US" sz="3600" dirty="0"/>
          </a:p>
        </p:txBody>
      </p:sp>
      <p:sp>
        <p:nvSpPr>
          <p:cNvPr id="3" name="Content Placeholder 2"/>
          <p:cNvSpPr>
            <a:spLocks noGrp="1"/>
          </p:cNvSpPr>
          <p:nvPr>
            <p:ph idx="1"/>
          </p:nvPr>
        </p:nvSpPr>
        <p:spPr/>
        <p:txBody>
          <a:bodyPr>
            <a:normAutofit/>
          </a:bodyPr>
          <a:lstStyle/>
          <a:p>
            <a:pPr lvl="1"/>
            <a:r>
              <a:rPr lang="en-US" dirty="0" smtClean="0"/>
              <a:t>Training of health professionals gives emphasis to biomedical model.</a:t>
            </a:r>
          </a:p>
          <a:p>
            <a:pPr lvl="1"/>
            <a:r>
              <a:rPr lang="en-US" dirty="0" smtClean="0"/>
              <a:t> focuses on disease in scientific, pathological and physiological terms, </a:t>
            </a:r>
          </a:p>
          <a:p>
            <a:pPr lvl="1"/>
            <a:r>
              <a:rPr lang="en-US" dirty="0" smtClean="0"/>
              <a:t>Medicine </a:t>
            </a:r>
            <a:r>
              <a:rPr lang="en-US" dirty="0"/>
              <a:t>has evolved more as a science than as a "mystical art". </a:t>
            </a:r>
          </a:p>
        </p:txBody>
      </p:sp>
      <p:sp>
        <p:nvSpPr>
          <p:cNvPr id="4" name="Date Placeholder 3"/>
          <p:cNvSpPr>
            <a:spLocks noGrp="1"/>
          </p:cNvSpPr>
          <p:nvPr>
            <p:ph type="dt" sz="half" idx="10"/>
          </p:nvPr>
        </p:nvSpPr>
        <p:spPr/>
        <p:txBody>
          <a:bodyPr/>
          <a:lstStyle/>
          <a:p>
            <a:fld id="{58888CBF-8E6A-FF4C-B61B-9224EAD071EB}" type="datetime1">
              <a:rPr lang="en-US" altLang="en-US" smtClean="0">
                <a:solidFill>
                  <a:prstClr val="black"/>
                </a:solidFill>
              </a:rPr>
              <a:pPr/>
              <a:t>29-Jun-17</a:t>
            </a:fld>
            <a:endParaRPr lang="en-US" altLang="en-US" dirty="0">
              <a:solidFill>
                <a:prstClr val="black"/>
              </a:solidFill>
            </a:endParaRPr>
          </a:p>
        </p:txBody>
      </p:sp>
      <p:sp>
        <p:nvSpPr>
          <p:cNvPr id="5" name="Footer Placeholder 4"/>
          <p:cNvSpPr>
            <a:spLocks noGrp="1"/>
          </p:cNvSpPr>
          <p:nvPr>
            <p:ph type="ftr" sz="quarter" idx="11"/>
          </p:nvPr>
        </p:nvSpPr>
        <p:spPr/>
        <p:txBody>
          <a:bodyPr/>
          <a:lstStyle/>
          <a:p>
            <a:r>
              <a:rPr lang="en-US" altLang="en-US" smtClean="0">
                <a:solidFill>
                  <a:prstClr val="black"/>
                </a:solidFill>
              </a:rPr>
              <a:t>National CRC training </a:t>
            </a:r>
            <a:endParaRPr lang="en-US" altLang="en-US" dirty="0">
              <a:solidFill>
                <a:prstClr val="black"/>
              </a:solidFill>
            </a:endParaRPr>
          </a:p>
        </p:txBody>
      </p:sp>
      <p:sp>
        <p:nvSpPr>
          <p:cNvPr id="6" name="Slide Number Placeholder 5"/>
          <p:cNvSpPr>
            <a:spLocks noGrp="1"/>
          </p:cNvSpPr>
          <p:nvPr>
            <p:ph type="sldNum" sz="quarter" idx="12"/>
          </p:nvPr>
        </p:nvSpPr>
        <p:spPr/>
        <p:txBody>
          <a:bodyPr/>
          <a:lstStyle/>
          <a:p>
            <a:r>
              <a:rPr lang="en-US" altLang="en-US" smtClean="0">
                <a:solidFill>
                  <a:prstClr val="black"/>
                </a:solidFill>
              </a:rPr>
              <a:t>CH-I-</a:t>
            </a:r>
            <a:fld id="{3FB30F3C-053D-864C-B962-F2E761156877}" type="slidenum">
              <a:rPr lang="en-US" altLang="en-US" smtClean="0">
                <a:solidFill>
                  <a:prstClr val="black"/>
                </a:solidFill>
              </a:rPr>
              <a:pPr/>
              <a:t>51</a:t>
            </a:fld>
            <a:endParaRPr lang="en-US" altLang="en-US" dirty="0">
              <a:solidFill>
                <a:prstClr val="black"/>
              </a:solidFill>
            </a:endParaRPr>
          </a:p>
        </p:txBody>
      </p:sp>
    </p:spTree>
    <p:extLst>
      <p:ext uri="{BB962C8B-B14F-4D97-AF65-F5344CB8AC3E}">
        <p14:creationId xmlns:p14="http://schemas.microsoft.com/office/powerpoint/2010/main" val="2810566457"/>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dirty="0" smtClean="0"/>
              <a:t>2. The wider hospital context</a:t>
            </a:r>
            <a:endParaRPr lang="en-US" sz="3600" dirty="0"/>
          </a:p>
        </p:txBody>
      </p:sp>
      <p:sp>
        <p:nvSpPr>
          <p:cNvPr id="3" name="Content Placeholder 2"/>
          <p:cNvSpPr>
            <a:spLocks noGrp="1"/>
          </p:cNvSpPr>
          <p:nvPr>
            <p:ph idx="1"/>
          </p:nvPr>
        </p:nvSpPr>
        <p:spPr/>
        <p:txBody>
          <a:bodyPr>
            <a:normAutofit/>
          </a:bodyPr>
          <a:lstStyle/>
          <a:p>
            <a:r>
              <a:rPr lang="en-US" sz="3000" dirty="0" smtClean="0"/>
              <a:t>Financial balance (mostly in private facilities) </a:t>
            </a:r>
          </a:p>
          <a:p>
            <a:r>
              <a:rPr lang="en-US" sz="3000" dirty="0" smtClean="0"/>
              <a:t> Meeting national targets (public facilities) </a:t>
            </a:r>
          </a:p>
          <a:p>
            <a:pPr>
              <a:buNone/>
            </a:pPr>
            <a:r>
              <a:rPr lang="en-US" sz="3000" dirty="0" smtClean="0"/>
              <a:t>Deeply affects the priorities and behaviors of staff throughout the hospital. </a:t>
            </a:r>
            <a:endParaRPr lang="en-US" sz="3000" dirty="0"/>
          </a:p>
        </p:txBody>
      </p:sp>
      <p:sp>
        <p:nvSpPr>
          <p:cNvPr id="4" name="Date Placeholder 3"/>
          <p:cNvSpPr>
            <a:spLocks noGrp="1"/>
          </p:cNvSpPr>
          <p:nvPr>
            <p:ph type="dt" sz="half" idx="10"/>
          </p:nvPr>
        </p:nvSpPr>
        <p:spPr/>
        <p:txBody>
          <a:bodyPr/>
          <a:lstStyle/>
          <a:p>
            <a:fld id="{58888CBF-8E6A-FF4C-B61B-9224EAD071EB}" type="datetime1">
              <a:rPr lang="en-US" altLang="en-US" smtClean="0">
                <a:solidFill>
                  <a:prstClr val="black"/>
                </a:solidFill>
              </a:rPr>
              <a:pPr/>
              <a:t>29-Jun-17</a:t>
            </a:fld>
            <a:endParaRPr lang="en-US" altLang="en-US" dirty="0">
              <a:solidFill>
                <a:prstClr val="black"/>
              </a:solidFill>
            </a:endParaRPr>
          </a:p>
        </p:txBody>
      </p:sp>
      <p:sp>
        <p:nvSpPr>
          <p:cNvPr id="5" name="Footer Placeholder 4"/>
          <p:cNvSpPr>
            <a:spLocks noGrp="1"/>
          </p:cNvSpPr>
          <p:nvPr>
            <p:ph type="ftr" sz="quarter" idx="11"/>
          </p:nvPr>
        </p:nvSpPr>
        <p:spPr/>
        <p:txBody>
          <a:bodyPr/>
          <a:lstStyle/>
          <a:p>
            <a:r>
              <a:rPr lang="en-US" altLang="en-US" smtClean="0">
                <a:solidFill>
                  <a:prstClr val="black"/>
                </a:solidFill>
              </a:rPr>
              <a:t>National CRC training </a:t>
            </a:r>
            <a:endParaRPr lang="en-US" altLang="en-US" dirty="0">
              <a:solidFill>
                <a:prstClr val="black"/>
              </a:solidFill>
            </a:endParaRPr>
          </a:p>
        </p:txBody>
      </p:sp>
      <p:sp>
        <p:nvSpPr>
          <p:cNvPr id="6" name="Slide Number Placeholder 5"/>
          <p:cNvSpPr>
            <a:spLocks noGrp="1"/>
          </p:cNvSpPr>
          <p:nvPr>
            <p:ph type="sldNum" sz="quarter" idx="12"/>
          </p:nvPr>
        </p:nvSpPr>
        <p:spPr/>
        <p:txBody>
          <a:bodyPr/>
          <a:lstStyle/>
          <a:p>
            <a:r>
              <a:rPr lang="en-US" altLang="en-US" smtClean="0">
                <a:solidFill>
                  <a:prstClr val="black"/>
                </a:solidFill>
              </a:rPr>
              <a:t>CH-I-</a:t>
            </a:r>
            <a:fld id="{3FB30F3C-053D-864C-B962-F2E761156877}" type="slidenum">
              <a:rPr lang="en-US" altLang="en-US" smtClean="0">
                <a:solidFill>
                  <a:prstClr val="black"/>
                </a:solidFill>
              </a:rPr>
              <a:pPr/>
              <a:t>52</a:t>
            </a:fld>
            <a:endParaRPr lang="en-US" altLang="en-US" dirty="0">
              <a:solidFill>
                <a:prstClr val="black"/>
              </a:solidFill>
            </a:endParaRPr>
          </a:p>
        </p:txBody>
      </p:sp>
    </p:spTree>
    <p:extLst>
      <p:ext uri="{BB962C8B-B14F-4D97-AF65-F5344CB8AC3E}">
        <p14:creationId xmlns:p14="http://schemas.microsoft.com/office/powerpoint/2010/main" val="2921240210"/>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679421" y="1268010"/>
            <a:ext cx="7583487" cy="699345"/>
          </a:xfrm>
        </p:spPr>
        <p:txBody>
          <a:bodyPr>
            <a:normAutofit fontScale="90000"/>
          </a:bodyPr>
          <a:lstStyle/>
          <a:p>
            <a:r>
              <a:rPr lang="en-US" b="1" dirty="0"/>
              <a:t/>
            </a:r>
            <a:br>
              <a:rPr lang="en-US" b="1" dirty="0"/>
            </a:br>
            <a:endParaRPr lang="en-US" dirty="0"/>
          </a:p>
        </p:txBody>
      </p:sp>
      <p:sp>
        <p:nvSpPr>
          <p:cNvPr id="5" name="Content Placeholder 4"/>
          <p:cNvSpPr>
            <a:spLocks noGrp="1"/>
          </p:cNvSpPr>
          <p:nvPr>
            <p:ph sz="half" idx="1"/>
          </p:nvPr>
        </p:nvSpPr>
        <p:spPr>
          <a:xfrm>
            <a:off x="601331" y="2434442"/>
            <a:ext cx="7853899" cy="2666350"/>
          </a:xfrm>
        </p:spPr>
        <p:txBody>
          <a:bodyPr>
            <a:normAutofit/>
          </a:bodyPr>
          <a:lstStyle/>
          <a:p>
            <a:pPr marL="0" indent="0" algn="ctr">
              <a:buNone/>
            </a:pPr>
            <a:r>
              <a:rPr lang="en-US" b="1" dirty="0"/>
              <a:t>What is compassion fatigue? </a:t>
            </a:r>
            <a:endParaRPr lang="en-US" dirty="0" smtClean="0"/>
          </a:p>
          <a:p>
            <a:pPr marL="0" indent="0">
              <a:buNone/>
            </a:pPr>
            <a:r>
              <a:rPr lang="en-US" dirty="0" smtClean="0"/>
              <a:t>Compassion – Emotional		Fatigue – Exhaustion</a:t>
            </a:r>
          </a:p>
          <a:p>
            <a:pPr marL="0" indent="0">
              <a:buNone/>
            </a:pPr>
            <a:r>
              <a:rPr lang="en-US" dirty="0" smtClean="0"/>
              <a:t> ~ A form of </a:t>
            </a:r>
            <a:r>
              <a:rPr lang="en-US" b="1" dirty="0" smtClean="0"/>
              <a:t>emotional exhaustion </a:t>
            </a:r>
            <a:r>
              <a:rPr lang="en-US" dirty="0" smtClean="0"/>
              <a:t>that occurs after </a:t>
            </a:r>
            <a:r>
              <a:rPr lang="en-US" b="1" dirty="0" smtClean="0"/>
              <a:t>repeated</a:t>
            </a:r>
            <a:r>
              <a:rPr lang="en-US" dirty="0" smtClean="0"/>
              <a:t> </a:t>
            </a:r>
            <a:r>
              <a:rPr lang="en-US" b="1" dirty="0" smtClean="0"/>
              <a:t>exposure</a:t>
            </a:r>
            <a:r>
              <a:rPr lang="en-US" dirty="0" smtClean="0"/>
              <a:t> to the </a:t>
            </a:r>
            <a:r>
              <a:rPr lang="en-US" b="1" dirty="0" smtClean="0"/>
              <a:t>suffering</a:t>
            </a:r>
            <a:r>
              <a:rPr lang="en-US" dirty="0" smtClean="0"/>
              <a:t> of others while in a caring role.</a:t>
            </a:r>
            <a:endParaRPr lang="en-US" dirty="0"/>
          </a:p>
          <a:p>
            <a:pPr marL="0" indent="0">
              <a:buNone/>
            </a:pPr>
            <a:endParaRPr lang="en-US" dirty="0"/>
          </a:p>
        </p:txBody>
      </p:sp>
      <p:pic>
        <p:nvPicPr>
          <p:cNvPr id="7" name="Picture 6" descr="compassion_fatique-12-2.jp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77782" y="4310743"/>
            <a:ext cx="5386767" cy="1743324"/>
          </a:xfrm>
          <a:prstGeom prst="rect">
            <a:avLst/>
          </a:prstGeom>
        </p:spPr>
      </p:pic>
      <p:sp>
        <p:nvSpPr>
          <p:cNvPr id="2" name="Footer Placeholder 1"/>
          <p:cNvSpPr>
            <a:spLocks noGrp="1"/>
          </p:cNvSpPr>
          <p:nvPr>
            <p:ph type="ftr" sz="quarter" idx="11"/>
          </p:nvPr>
        </p:nvSpPr>
        <p:spPr/>
        <p:txBody>
          <a:bodyPr/>
          <a:lstStyle/>
          <a:p>
            <a:r>
              <a:rPr lang="en-US" dirty="0" smtClean="0"/>
              <a:t>Skovholt T. (2001)</a:t>
            </a:r>
            <a:endParaRPr lang="en-US" dirty="0"/>
          </a:p>
        </p:txBody>
      </p:sp>
      <p:sp>
        <p:nvSpPr>
          <p:cNvPr id="6" name="Title 1"/>
          <p:cNvSpPr txBox="1">
            <a:spLocks/>
          </p:cNvSpPr>
          <p:nvPr/>
        </p:nvSpPr>
        <p:spPr>
          <a:xfrm>
            <a:off x="1176866" y="1157458"/>
            <a:ext cx="6672724" cy="809897"/>
          </a:xfrm>
          <a:prstGeom prst="rect">
            <a:avLst/>
          </a:prstGeom>
          <a:effectLst/>
        </p:spPr>
        <p:txBody>
          <a:bodyPr vert="horz" lIns="91440" tIns="45720" rIns="91440" bIns="45720" rtlCol="0" anchor="ctr">
            <a:normAutofit/>
          </a:bodyPr>
          <a:lstStyle>
            <a:lvl1pPr algn="ctr" defTabSz="457200" rtl="0" eaLnBrk="1" latinLnBrk="0" hangingPunct="1">
              <a:spcBef>
                <a:spcPct val="0"/>
              </a:spcBef>
              <a:buNone/>
              <a:defRPr sz="40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600" dirty="0" smtClean="0"/>
              <a:t>3. </a:t>
            </a:r>
            <a:r>
              <a:rPr lang="en-US" sz="3600" b="1" dirty="0" smtClean="0"/>
              <a:t>Compassion Fatigue</a:t>
            </a:r>
            <a:endParaRPr lang="en-US" sz="3600" dirty="0"/>
          </a:p>
        </p:txBody>
      </p:sp>
    </p:spTree>
    <p:extLst>
      <p:ext uri="{BB962C8B-B14F-4D97-AF65-F5344CB8AC3E}">
        <p14:creationId xmlns:p14="http://schemas.microsoft.com/office/powerpoint/2010/main" val="638991643"/>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xmlns:p14="http://schemas.microsoft.com/office/powerpoint/2010/main" spd="slow">
        <p:dissolve/>
      </p:transition>
    </mc:Fallback>
  </mc:AlternateContent>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601331" y="1315482"/>
            <a:ext cx="7754586" cy="1367002"/>
          </a:xfrm>
        </p:spPr>
        <p:txBody>
          <a:bodyPr>
            <a:normAutofit fontScale="90000"/>
          </a:bodyPr>
          <a:lstStyle/>
          <a:p>
            <a:r>
              <a:rPr lang="en-US" sz="3600" b="1" dirty="0"/>
              <a:t>Why are some </a:t>
            </a:r>
            <a:r>
              <a:rPr lang="en-US" sz="3600" b="1" dirty="0" smtClean="0"/>
              <a:t>health care providers </a:t>
            </a:r>
            <a:r>
              <a:rPr lang="en-US" sz="3600" b="1" dirty="0"/>
              <a:t>more vulnerable </a:t>
            </a:r>
            <a:br>
              <a:rPr lang="en-US" sz="3600" b="1" dirty="0"/>
            </a:br>
            <a:r>
              <a:rPr lang="en-US" sz="3600" b="1" dirty="0"/>
              <a:t>to compassion fatigue ?</a:t>
            </a:r>
            <a:r>
              <a:rPr lang="en-US" b="1" dirty="0"/>
              <a:t/>
            </a:r>
            <a:br>
              <a:rPr lang="en-US" b="1" dirty="0"/>
            </a:br>
            <a:endParaRPr lang="en-US" dirty="0"/>
          </a:p>
        </p:txBody>
      </p:sp>
      <p:sp>
        <p:nvSpPr>
          <p:cNvPr id="2" name="Footer Placeholder 1"/>
          <p:cNvSpPr>
            <a:spLocks noGrp="1"/>
          </p:cNvSpPr>
          <p:nvPr>
            <p:ph type="ftr" sz="quarter" idx="11"/>
          </p:nvPr>
        </p:nvSpPr>
        <p:spPr/>
        <p:txBody>
          <a:bodyPr/>
          <a:lstStyle/>
          <a:p>
            <a:r>
              <a:rPr lang="en-US" dirty="0" smtClean="0"/>
              <a:t>Skovholt T. (2001)</a:t>
            </a:r>
            <a:endParaRPr lang="en-US" dirty="0"/>
          </a:p>
        </p:txBody>
      </p:sp>
      <p:sp>
        <p:nvSpPr>
          <p:cNvPr id="8" name="Content Placeholder 8"/>
          <p:cNvSpPr>
            <a:spLocks noGrp="1"/>
          </p:cNvSpPr>
          <p:nvPr>
            <p:ph sz="half" idx="1"/>
          </p:nvPr>
        </p:nvSpPr>
        <p:spPr>
          <a:xfrm>
            <a:off x="874796" y="3467100"/>
            <a:ext cx="2344654" cy="2373011"/>
          </a:xfrm>
        </p:spPr>
        <p:txBody>
          <a:bodyPr>
            <a:normAutofit fontScale="92500"/>
          </a:bodyPr>
          <a:lstStyle/>
          <a:p>
            <a:pPr marL="0" indent="0">
              <a:buNone/>
            </a:pPr>
            <a:r>
              <a:rPr lang="en-GB" b="1" dirty="0"/>
              <a:t>Perfectionists and </a:t>
            </a:r>
            <a:r>
              <a:rPr lang="en-GB" b="1" dirty="0" smtClean="0"/>
              <a:t>Over-Achievers</a:t>
            </a:r>
          </a:p>
          <a:p>
            <a:pPr marL="0" indent="0">
              <a:buNone/>
            </a:pPr>
            <a:r>
              <a:rPr lang="en-US" dirty="0" smtClean="0"/>
              <a:t>Competent</a:t>
            </a:r>
            <a:endParaRPr lang="en-US" dirty="0"/>
          </a:p>
          <a:p>
            <a:pPr marL="0" indent="0">
              <a:buNone/>
            </a:pPr>
            <a:r>
              <a:rPr lang="en-US" dirty="0" smtClean="0"/>
              <a:t>Compassionate</a:t>
            </a:r>
            <a:endParaRPr lang="en-US" dirty="0"/>
          </a:p>
          <a:p>
            <a:pPr marL="0" indent="0">
              <a:buNone/>
            </a:pPr>
            <a:r>
              <a:rPr lang="en-US" dirty="0"/>
              <a:t>Committed</a:t>
            </a:r>
          </a:p>
          <a:p>
            <a:endParaRPr lang="en-US" dirty="0"/>
          </a:p>
        </p:txBody>
      </p:sp>
      <p:sp>
        <p:nvSpPr>
          <p:cNvPr id="9" name="Content Placeholder 6"/>
          <p:cNvSpPr>
            <a:spLocks noGrp="1"/>
          </p:cNvSpPr>
          <p:nvPr>
            <p:ph sz="half" idx="4294967295"/>
          </p:nvPr>
        </p:nvSpPr>
        <p:spPr>
          <a:xfrm>
            <a:off x="4604075" y="3760679"/>
            <a:ext cx="3751842" cy="2479254"/>
          </a:xfrm>
          <a:prstGeom prst="rect">
            <a:avLst/>
          </a:prstGeom>
        </p:spPr>
        <p:txBody>
          <a:bodyPr/>
          <a:lstStyle/>
          <a:p>
            <a:pPr marL="0" indent="0">
              <a:buNone/>
            </a:pPr>
            <a:r>
              <a:rPr lang="en-US" dirty="0" smtClean="0"/>
              <a:t>Significant Needs</a:t>
            </a:r>
          </a:p>
          <a:p>
            <a:pPr marL="0" indent="0">
              <a:buNone/>
            </a:pPr>
            <a:r>
              <a:rPr lang="en-US" dirty="0" smtClean="0"/>
              <a:t>Limited Resources</a:t>
            </a:r>
          </a:p>
          <a:p>
            <a:pPr marL="0" indent="0">
              <a:buNone/>
            </a:pPr>
            <a:r>
              <a:rPr lang="en-US" dirty="0" smtClean="0"/>
              <a:t>Time pressure and Deadlines</a:t>
            </a:r>
          </a:p>
          <a:p>
            <a:pPr marL="0" indent="0">
              <a:buNone/>
            </a:pPr>
            <a:r>
              <a:rPr lang="en-US" dirty="0" smtClean="0"/>
              <a:t>Difficulties are common</a:t>
            </a:r>
            <a:endParaRPr lang="en-US" dirty="0"/>
          </a:p>
        </p:txBody>
      </p:sp>
      <p:sp>
        <p:nvSpPr>
          <p:cNvPr id="10" name="Content Placeholder 5"/>
          <p:cNvSpPr>
            <a:spLocks noGrp="1"/>
          </p:cNvSpPr>
          <p:nvPr>
            <p:ph sz="half" idx="1"/>
          </p:nvPr>
        </p:nvSpPr>
        <p:spPr>
          <a:xfrm>
            <a:off x="4604075" y="2796404"/>
            <a:ext cx="3657600" cy="934353"/>
          </a:xfrm>
        </p:spPr>
        <p:txBody>
          <a:bodyPr>
            <a:noAutofit/>
          </a:bodyPr>
          <a:lstStyle/>
          <a:p>
            <a:pPr marL="0" indent="0">
              <a:buNone/>
            </a:pPr>
            <a:r>
              <a:rPr lang="en-US" sz="2400" b="1" u="sng" dirty="0" smtClean="0"/>
              <a:t>Task Characteristics</a:t>
            </a:r>
            <a:endParaRPr lang="en-US" sz="2400" b="1" u="sng" dirty="0"/>
          </a:p>
        </p:txBody>
      </p:sp>
      <p:sp>
        <p:nvSpPr>
          <p:cNvPr id="11" name="Content Placeholder 7"/>
          <p:cNvSpPr>
            <a:spLocks noGrp="1"/>
          </p:cNvSpPr>
          <p:nvPr>
            <p:ph sz="half" idx="4294967295"/>
          </p:nvPr>
        </p:nvSpPr>
        <p:spPr>
          <a:xfrm>
            <a:off x="779463" y="2828165"/>
            <a:ext cx="3657600" cy="817559"/>
          </a:xfrm>
          <a:prstGeom prst="rect">
            <a:avLst/>
          </a:prstGeom>
        </p:spPr>
        <p:txBody>
          <a:bodyPr>
            <a:noAutofit/>
          </a:bodyPr>
          <a:lstStyle/>
          <a:p>
            <a:pPr marL="0" indent="0">
              <a:buNone/>
            </a:pPr>
            <a:r>
              <a:rPr lang="en-US" sz="2400" b="1" u="sng" dirty="0" smtClean="0"/>
              <a:t>Personal Characteristics</a:t>
            </a:r>
            <a:endParaRPr lang="en-US" sz="2400" b="1" u="sng" dirty="0"/>
          </a:p>
        </p:txBody>
      </p:sp>
    </p:spTree>
    <p:extLst>
      <p:ext uri="{BB962C8B-B14F-4D97-AF65-F5344CB8AC3E}">
        <p14:creationId xmlns:p14="http://schemas.microsoft.com/office/powerpoint/2010/main" val="3816274214"/>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xmlns:p14="http://schemas.microsoft.com/office/powerpoint/2010/main" spd="slow">
        <p:dissolve/>
      </p:transition>
    </mc:Fallback>
  </mc:AlternateContent>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6"/>
          <p:cNvSpPr>
            <a:spLocks noGrp="1"/>
          </p:cNvSpPr>
          <p:nvPr>
            <p:ph type="body" sz="half" idx="2"/>
          </p:nvPr>
        </p:nvSpPr>
        <p:spPr>
          <a:xfrm>
            <a:off x="788307" y="335782"/>
            <a:ext cx="7574643" cy="686166"/>
          </a:xfrm>
        </p:spPr>
        <p:txBody>
          <a:bodyPr>
            <a:normAutofit/>
          </a:bodyPr>
          <a:lstStyle/>
          <a:p>
            <a:r>
              <a:rPr lang="en-US" sz="2800" dirty="0"/>
              <a:t>How do you know if you have compassion fatigue?</a:t>
            </a:r>
          </a:p>
          <a:p>
            <a:endParaRPr lang="en-US" dirty="0"/>
          </a:p>
        </p:txBody>
      </p:sp>
      <p:pic>
        <p:nvPicPr>
          <p:cNvPr id="8" name="Picture Placeholder 7" descr="8d4540453c0073053d2bf108b9054686.png"/>
          <p:cNvPicPr>
            <a:picLocks noGrp="1" noChangeAspect="1"/>
          </p:cNvPicPr>
          <p:nvPr>
            <p:ph type="pic" idx="1"/>
          </p:nvPr>
        </p:nvPicPr>
        <p:blipFill>
          <a:blip r:embed="rId2">
            <a:extLst>
              <a:ext uri="{28A0092B-C50C-407E-A947-70E740481C1C}">
                <a14:useLocalDpi xmlns:a14="http://schemas.microsoft.com/office/drawing/2010/main" val="0"/>
              </a:ext>
            </a:extLst>
          </a:blip>
          <a:srcRect t="668" b="668"/>
          <a:stretch>
            <a:fillRect/>
          </a:stretch>
        </p:blipFill>
        <p:spPr>
          <a:xfrm flipH="1">
            <a:off x="542925" y="1022350"/>
            <a:ext cx="7820025" cy="5284788"/>
          </a:xfrm>
          <a:prstGeom prst="round1Rect">
            <a:avLst>
              <a:gd name="adj" fmla="val 16550"/>
            </a:avLst>
          </a:prstGeom>
        </p:spPr>
      </p:pic>
      <p:sp>
        <p:nvSpPr>
          <p:cNvPr id="2" name="Footer Placeholder 1"/>
          <p:cNvSpPr>
            <a:spLocks noGrp="1"/>
          </p:cNvSpPr>
          <p:nvPr>
            <p:ph type="ftr" sz="quarter" idx="11"/>
          </p:nvPr>
        </p:nvSpPr>
        <p:spPr/>
        <p:txBody>
          <a:bodyPr/>
          <a:lstStyle/>
          <a:p>
            <a:r>
              <a:rPr lang="en-US" dirty="0" smtClean="0">
                <a:solidFill>
                  <a:srgbClr val="38ABED"/>
                </a:solidFill>
              </a:rPr>
              <a:t>Filly C. (2002)</a:t>
            </a:r>
            <a:endParaRPr lang="en-US" dirty="0">
              <a:solidFill>
                <a:srgbClr val="38ABED"/>
              </a:solidFill>
            </a:endParaRPr>
          </a:p>
        </p:txBody>
      </p:sp>
    </p:spTree>
    <p:extLst>
      <p:ext uri="{BB962C8B-B14F-4D97-AF65-F5344CB8AC3E}">
        <p14:creationId xmlns:p14="http://schemas.microsoft.com/office/powerpoint/2010/main" val="3612587508"/>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xmlns:p14="http://schemas.microsoft.com/office/powerpoint/2010/main" spd="slow">
        <p:dissolve/>
      </p:transition>
    </mc:Fallback>
  </mc:AlternateContent>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3"/>
          <p:cNvSpPr>
            <a:spLocks noGrp="1" noChangeArrowheads="1"/>
          </p:cNvSpPr>
          <p:nvPr>
            <p:ph type="body" idx="1"/>
          </p:nvPr>
        </p:nvSpPr>
        <p:spPr>
          <a:xfrm>
            <a:off x="600502" y="2470245"/>
            <a:ext cx="4176214" cy="3916906"/>
          </a:xfrm>
        </p:spPr>
        <p:txBody>
          <a:bodyPr>
            <a:normAutofit fontScale="55000" lnSpcReduction="20000"/>
          </a:bodyPr>
          <a:lstStyle/>
          <a:p>
            <a:pPr>
              <a:buFont typeface="Wingdings" pitchFamily="2" charset="2"/>
              <a:buChar char="§"/>
            </a:pPr>
            <a:r>
              <a:rPr lang="en-US" sz="3600" dirty="0" smtClean="0"/>
              <a:t>High </a:t>
            </a:r>
            <a:r>
              <a:rPr lang="en-US" sz="3600" dirty="0"/>
              <a:t>absenteeism</a:t>
            </a:r>
          </a:p>
          <a:p>
            <a:pPr>
              <a:buFont typeface="Wingdings" pitchFamily="2" charset="2"/>
              <a:buChar char="§"/>
            </a:pPr>
            <a:r>
              <a:rPr lang="en-US" sz="3600" dirty="0" smtClean="0"/>
              <a:t> </a:t>
            </a:r>
            <a:r>
              <a:rPr lang="en-US" sz="3600" dirty="0"/>
              <a:t>Constant changes in co-workers relationships</a:t>
            </a:r>
          </a:p>
          <a:p>
            <a:pPr>
              <a:buFont typeface="Wingdings" pitchFamily="2" charset="2"/>
              <a:buChar char="§"/>
            </a:pPr>
            <a:r>
              <a:rPr lang="en-US" sz="3600" dirty="0" smtClean="0"/>
              <a:t> </a:t>
            </a:r>
            <a:r>
              <a:rPr lang="en-US" sz="3600" dirty="0"/>
              <a:t>Inability for teams to work well together</a:t>
            </a:r>
          </a:p>
          <a:p>
            <a:pPr>
              <a:buFont typeface="Wingdings" pitchFamily="2" charset="2"/>
              <a:buChar char="§"/>
            </a:pPr>
            <a:r>
              <a:rPr lang="en-US" sz="3600" dirty="0" smtClean="0"/>
              <a:t> </a:t>
            </a:r>
            <a:r>
              <a:rPr lang="en-US" sz="3600" dirty="0"/>
              <a:t>Desire among staff members to break company rules</a:t>
            </a:r>
          </a:p>
          <a:p>
            <a:pPr>
              <a:buFont typeface="Wingdings" pitchFamily="2" charset="2"/>
              <a:buChar char="§"/>
            </a:pPr>
            <a:r>
              <a:rPr lang="en-US" sz="3600" dirty="0" smtClean="0"/>
              <a:t> </a:t>
            </a:r>
            <a:r>
              <a:rPr lang="en-US" sz="3600" dirty="0"/>
              <a:t>Outbreaks of aggressive behaviors among staff</a:t>
            </a:r>
          </a:p>
          <a:p>
            <a:pPr>
              <a:buFont typeface="Wingdings" pitchFamily="2" charset="2"/>
              <a:buChar char="§"/>
            </a:pPr>
            <a:r>
              <a:rPr lang="en-US" sz="3600" dirty="0" smtClean="0"/>
              <a:t> </a:t>
            </a:r>
            <a:r>
              <a:rPr lang="en-US" sz="3600" dirty="0"/>
              <a:t>Inability of staff to complete assignments and tasks</a:t>
            </a:r>
          </a:p>
          <a:p>
            <a:pPr>
              <a:lnSpc>
                <a:spcPct val="90000"/>
              </a:lnSpc>
              <a:buFont typeface="Wingdings" pitchFamily="2" charset="2"/>
              <a:buChar char="§"/>
            </a:pPr>
            <a:endParaRPr lang="en-US" sz="3600" dirty="0" smtClean="0"/>
          </a:p>
        </p:txBody>
      </p:sp>
      <p:sp>
        <p:nvSpPr>
          <p:cNvPr id="3" name="Title 3"/>
          <p:cNvSpPr>
            <a:spLocks noGrp="1"/>
          </p:cNvSpPr>
          <p:nvPr>
            <p:ph type="title"/>
          </p:nvPr>
        </p:nvSpPr>
        <p:spPr>
          <a:xfrm>
            <a:off x="600503" y="1119116"/>
            <a:ext cx="7970292" cy="1364777"/>
          </a:xfrm>
        </p:spPr>
        <p:txBody>
          <a:bodyPr>
            <a:normAutofit fontScale="90000"/>
          </a:bodyPr>
          <a:lstStyle/>
          <a:p>
            <a:r>
              <a:rPr lang="en-US" dirty="0" smtClean="0"/>
              <a:t/>
            </a:r>
            <a:br>
              <a:rPr lang="en-US" dirty="0" smtClean="0"/>
            </a:br>
            <a:r>
              <a:rPr lang="en-US" dirty="0"/>
              <a:t/>
            </a:r>
            <a:br>
              <a:rPr lang="en-US" dirty="0"/>
            </a:br>
            <a:r>
              <a:rPr lang="en-US" dirty="0" smtClean="0"/>
              <a:t>Organizational </a:t>
            </a:r>
            <a:r>
              <a:rPr lang="en-US" dirty="0"/>
              <a:t>symptoms of Compassion </a:t>
            </a:r>
            <a:r>
              <a:rPr lang="en-US" dirty="0" smtClean="0"/>
              <a:t>Fatigue</a:t>
            </a:r>
            <a:r>
              <a:rPr lang="en-US" dirty="0"/>
              <a:t/>
            </a:r>
            <a:br>
              <a:rPr lang="en-US" dirty="0"/>
            </a:br>
            <a:r>
              <a:rPr lang="en-US" dirty="0" smtClean="0"/>
              <a:t/>
            </a:r>
            <a:br>
              <a:rPr lang="en-US" dirty="0" smtClean="0"/>
            </a:br>
            <a:endParaRPr lang="en-US" dirty="0"/>
          </a:p>
        </p:txBody>
      </p:sp>
      <p:sp>
        <p:nvSpPr>
          <p:cNvPr id="6" name="Rectangle 3"/>
          <p:cNvSpPr txBox="1">
            <a:spLocks noChangeArrowheads="1"/>
          </p:cNvSpPr>
          <p:nvPr/>
        </p:nvSpPr>
        <p:spPr>
          <a:xfrm>
            <a:off x="4667533" y="2458872"/>
            <a:ext cx="3903261" cy="3750859"/>
          </a:xfrm>
          <a:prstGeom prst="rect">
            <a:avLst/>
          </a:prstGeom>
        </p:spPr>
        <p:txBody>
          <a:bodyPr vert="horz" lIns="91440" tIns="45720" rIns="91440" bIns="45720" rtlCol="0" anchor="t">
            <a:normAutofit fontScale="55000" lnSpcReduction="20000"/>
          </a:bodyPr>
          <a:lstStyle>
            <a:lvl1pPr marL="285750" indent="-285750" algn="l" defTabSz="457200" rtl="0" eaLnBrk="1" latinLnBrk="0" hangingPunct="1">
              <a:spcBef>
                <a:spcPct val="20000"/>
              </a:spcBef>
              <a:spcAft>
                <a:spcPts val="600"/>
              </a:spcAft>
              <a:buClr>
                <a:schemeClr val="accent1"/>
              </a:buClr>
              <a:buSzPct val="115000"/>
              <a:buFont typeface="Arial"/>
              <a:buChar char="•"/>
              <a:defRPr sz="32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8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a:lstStyle>
          <a:p>
            <a:pPr>
              <a:buFont typeface="Wingdings" pitchFamily="2" charset="2"/>
              <a:buChar char="§"/>
            </a:pPr>
            <a:r>
              <a:rPr lang="en-US" sz="3600" dirty="0" smtClean="0"/>
              <a:t>Inability of staff to respect and meet deadlines</a:t>
            </a:r>
          </a:p>
          <a:p>
            <a:pPr>
              <a:buFont typeface="Wingdings" pitchFamily="2" charset="2"/>
              <a:buChar char="§"/>
            </a:pPr>
            <a:r>
              <a:rPr lang="en-US" sz="3600" dirty="0" smtClean="0"/>
              <a:t> Lack of flexibility among staff members</a:t>
            </a:r>
          </a:p>
          <a:p>
            <a:pPr>
              <a:buFont typeface="Wingdings" pitchFamily="2" charset="2"/>
              <a:buChar char="§"/>
            </a:pPr>
            <a:r>
              <a:rPr lang="en-US" sz="3600" dirty="0" smtClean="0"/>
              <a:t> Negativism towards management</a:t>
            </a:r>
          </a:p>
          <a:p>
            <a:pPr>
              <a:buFont typeface="Wingdings" pitchFamily="2" charset="2"/>
              <a:buChar char="§"/>
            </a:pPr>
            <a:r>
              <a:rPr lang="en-US" sz="3600" dirty="0" smtClean="0"/>
              <a:t> Strong reluctance toward change</a:t>
            </a:r>
          </a:p>
          <a:p>
            <a:pPr>
              <a:buFont typeface="Wingdings" pitchFamily="2" charset="2"/>
              <a:buChar char="§"/>
            </a:pPr>
            <a:r>
              <a:rPr lang="en-US" sz="3600" dirty="0" smtClean="0"/>
              <a:t> Inability of staff to believe improvement is possible</a:t>
            </a:r>
          </a:p>
          <a:p>
            <a:pPr>
              <a:buFont typeface="Wingdings" pitchFamily="2" charset="2"/>
              <a:buChar char="§"/>
            </a:pPr>
            <a:r>
              <a:rPr lang="en-US" sz="3600" dirty="0" smtClean="0"/>
              <a:t> Lack of a vision for the future</a:t>
            </a:r>
          </a:p>
          <a:p>
            <a:pPr>
              <a:lnSpc>
                <a:spcPct val="90000"/>
              </a:lnSpc>
              <a:buFont typeface="Wingdings" pitchFamily="2" charset="2"/>
              <a:buChar char="§"/>
            </a:pPr>
            <a:endParaRPr lang="en-US" sz="3600" dirty="0" smtClean="0"/>
          </a:p>
        </p:txBody>
      </p:sp>
    </p:spTree>
    <p:extLst>
      <p:ext uri="{BB962C8B-B14F-4D97-AF65-F5344CB8AC3E}">
        <p14:creationId xmlns:p14="http://schemas.microsoft.com/office/powerpoint/2010/main" val="112719322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3"/>
          <p:cNvSpPr>
            <a:spLocks noGrp="1" noChangeArrowheads="1"/>
          </p:cNvSpPr>
          <p:nvPr>
            <p:ph type="body" idx="1"/>
          </p:nvPr>
        </p:nvSpPr>
        <p:spPr>
          <a:xfrm>
            <a:off x="600502" y="2470245"/>
            <a:ext cx="7970292" cy="3916906"/>
          </a:xfrm>
        </p:spPr>
        <p:txBody>
          <a:bodyPr>
            <a:normAutofit fontScale="92500"/>
          </a:bodyPr>
          <a:lstStyle/>
          <a:p>
            <a:pPr>
              <a:lnSpc>
                <a:spcPct val="90000"/>
              </a:lnSpc>
              <a:buFont typeface="Wingdings" pitchFamily="2" charset="2"/>
              <a:buChar char="§"/>
            </a:pPr>
            <a:r>
              <a:rPr lang="en-US" sz="3600" b="1" dirty="0"/>
              <a:t>Burnout</a:t>
            </a:r>
            <a:r>
              <a:rPr lang="en-US" sz="3600" dirty="0"/>
              <a:t> </a:t>
            </a:r>
            <a:r>
              <a:rPr lang="en-US" sz="3600" dirty="0" smtClean="0"/>
              <a:t>has to do with </a:t>
            </a:r>
            <a:r>
              <a:rPr lang="en-US" sz="3600" b="1" dirty="0" smtClean="0"/>
              <a:t>what</a:t>
            </a:r>
            <a:r>
              <a:rPr lang="en-US" sz="3600" dirty="0" smtClean="0"/>
              <a:t> we do, </a:t>
            </a:r>
            <a:r>
              <a:rPr lang="en-US" sz="3600" b="1" dirty="0" smtClean="0"/>
              <a:t>how</a:t>
            </a:r>
            <a:r>
              <a:rPr lang="en-US" sz="3600" dirty="0" smtClean="0"/>
              <a:t> we do it, and for </a:t>
            </a:r>
            <a:r>
              <a:rPr lang="en-US" sz="3600" b="1" dirty="0" smtClean="0"/>
              <a:t>how long </a:t>
            </a:r>
            <a:r>
              <a:rPr lang="en-US" sz="3600" dirty="0" smtClean="0"/>
              <a:t>we do it. It is usually brought on by </a:t>
            </a:r>
            <a:r>
              <a:rPr lang="en-US" sz="3600" b="1" dirty="0" smtClean="0"/>
              <a:t>unreasonable work expectations,</a:t>
            </a:r>
            <a:r>
              <a:rPr lang="en-US" sz="3600" dirty="0" smtClean="0"/>
              <a:t> (of yourself or from others) or </a:t>
            </a:r>
            <a:r>
              <a:rPr lang="en-US" sz="3600" b="1" dirty="0" smtClean="0"/>
              <a:t>environmental work related stress</a:t>
            </a:r>
            <a:r>
              <a:rPr lang="en-US" sz="3600" dirty="0" smtClean="0"/>
              <a:t>.  It has more to do with </a:t>
            </a:r>
            <a:r>
              <a:rPr lang="en-US" sz="3600" b="1" dirty="0" smtClean="0"/>
              <a:t>systems</a:t>
            </a:r>
            <a:r>
              <a:rPr lang="en-US" sz="3600" dirty="0" smtClean="0"/>
              <a:t>, </a:t>
            </a:r>
            <a:r>
              <a:rPr lang="en-US" sz="3600" b="1" dirty="0" smtClean="0"/>
              <a:t>processes</a:t>
            </a:r>
            <a:r>
              <a:rPr lang="en-US" sz="3600" dirty="0" smtClean="0"/>
              <a:t> and </a:t>
            </a:r>
            <a:r>
              <a:rPr lang="en-US" sz="3600" b="1" dirty="0" smtClean="0"/>
              <a:t>organizations</a:t>
            </a:r>
            <a:r>
              <a:rPr lang="en-US" sz="3600" dirty="0" smtClean="0"/>
              <a:t>. It also has to do with </a:t>
            </a:r>
            <a:r>
              <a:rPr lang="en-US" sz="3600" b="1" dirty="0" smtClean="0"/>
              <a:t>lack of self care </a:t>
            </a:r>
            <a:r>
              <a:rPr lang="en-US" sz="3600" dirty="0" smtClean="0"/>
              <a:t>and</a:t>
            </a:r>
            <a:r>
              <a:rPr lang="en-US" sz="3600" b="1" dirty="0" smtClean="0"/>
              <a:t> poor boundary setting</a:t>
            </a:r>
            <a:r>
              <a:rPr lang="en-US" sz="3600" dirty="0" smtClean="0"/>
              <a:t>.</a:t>
            </a:r>
          </a:p>
        </p:txBody>
      </p:sp>
      <p:sp>
        <p:nvSpPr>
          <p:cNvPr id="3" name="Title 3"/>
          <p:cNvSpPr>
            <a:spLocks noGrp="1"/>
          </p:cNvSpPr>
          <p:nvPr>
            <p:ph type="title"/>
          </p:nvPr>
        </p:nvSpPr>
        <p:spPr>
          <a:xfrm>
            <a:off x="600501" y="1433014"/>
            <a:ext cx="7970293" cy="914400"/>
          </a:xfrm>
        </p:spPr>
        <p:txBody>
          <a:bodyPr>
            <a:normAutofit fontScale="90000"/>
          </a:bodyPr>
          <a:lstStyle/>
          <a:p>
            <a:r>
              <a:rPr lang="en-US" dirty="0" smtClean="0"/>
              <a:t>4.</a:t>
            </a:r>
            <a:br>
              <a:rPr lang="en-US" dirty="0" smtClean="0"/>
            </a:br>
            <a:endParaRPr lang="en-US" dirty="0"/>
          </a:p>
        </p:txBody>
      </p:sp>
      <p:pic>
        <p:nvPicPr>
          <p:cNvPr id="4" name="Picture 3" descr="images-1.jp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42699" y="1351127"/>
            <a:ext cx="5022376" cy="996287"/>
          </a:xfrm>
          <a:prstGeom prst="rect">
            <a:avLst/>
          </a:prstGeom>
        </p:spPr>
      </p:pic>
      <p:sp>
        <p:nvSpPr>
          <p:cNvPr id="5" name="Rectangle 1026"/>
          <p:cNvSpPr txBox="1">
            <a:spLocks noChangeArrowheads="1"/>
          </p:cNvSpPr>
          <p:nvPr/>
        </p:nvSpPr>
        <p:spPr>
          <a:xfrm>
            <a:off x="1313344" y="1433014"/>
            <a:ext cx="2044005" cy="710754"/>
          </a:xfrm>
          <a:prstGeom prst="rect">
            <a:avLst/>
          </a:prstGeom>
          <a:effectLst/>
        </p:spPr>
        <p:txBody>
          <a:bodyPr vert="horz" lIns="91440" tIns="45720" rIns="91440" bIns="45720" rtlCol="0" anchor="ctr">
            <a:noAutofit/>
          </a:bodyPr>
          <a:lstStyle>
            <a:lvl1pPr algn="ctr" defTabSz="457200" rtl="0" eaLnBrk="1" latinLnBrk="0" hangingPunct="1">
              <a:spcBef>
                <a:spcPct val="0"/>
              </a:spcBef>
              <a:buNone/>
              <a:defRPr sz="4400" b="1" u="none"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dirty="0" smtClean="0"/>
              <a:t>4.</a:t>
            </a:r>
            <a:endParaRPr lang="en-US" dirty="0"/>
          </a:p>
        </p:txBody>
      </p:sp>
    </p:spTree>
    <p:extLst>
      <p:ext uri="{BB962C8B-B14F-4D97-AF65-F5344CB8AC3E}">
        <p14:creationId xmlns:p14="http://schemas.microsoft.com/office/powerpoint/2010/main" val="93901398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79463" y="1675695"/>
            <a:ext cx="7699519" cy="818760"/>
          </a:xfrm>
        </p:spPr>
        <p:txBody>
          <a:bodyPr/>
          <a:lstStyle/>
          <a:p>
            <a:pPr algn="l"/>
            <a:r>
              <a:rPr lang="en-US" sz="4000" dirty="0"/>
              <a:t>How is </a:t>
            </a:r>
            <a:r>
              <a:rPr lang="en-US" sz="4000" dirty="0" smtClean="0"/>
              <a:t>Compassion fatigue different from Burn out?</a:t>
            </a:r>
            <a:r>
              <a:rPr lang="en-US" dirty="0"/>
              <a:t/>
            </a:r>
            <a:br>
              <a:rPr lang="en-US" dirty="0"/>
            </a:br>
            <a:endParaRPr lang="en-US" dirty="0"/>
          </a:p>
        </p:txBody>
      </p:sp>
      <p:sp>
        <p:nvSpPr>
          <p:cNvPr id="3" name="Content Placeholder 2"/>
          <p:cNvSpPr>
            <a:spLocks noGrp="1"/>
          </p:cNvSpPr>
          <p:nvPr>
            <p:ph idx="1"/>
          </p:nvPr>
        </p:nvSpPr>
        <p:spPr>
          <a:xfrm>
            <a:off x="593766" y="2327564"/>
            <a:ext cx="8336478" cy="3710165"/>
          </a:xfrm>
        </p:spPr>
        <p:txBody>
          <a:bodyPr>
            <a:normAutofit fontScale="70000" lnSpcReduction="20000"/>
          </a:bodyPr>
          <a:lstStyle/>
          <a:p>
            <a:r>
              <a:rPr lang="en-US" dirty="0" smtClean="0"/>
              <a:t>“ </a:t>
            </a:r>
            <a:r>
              <a:rPr lang="en-US" b="1" dirty="0" smtClean="0"/>
              <a:t>Burnout</a:t>
            </a:r>
            <a:r>
              <a:rPr lang="en-US" dirty="0" smtClean="0"/>
              <a:t> is a process that involves </a:t>
            </a:r>
          </a:p>
          <a:p>
            <a:pPr lvl="1"/>
            <a:r>
              <a:rPr lang="en-US" sz="4000" dirty="0" smtClean="0"/>
              <a:t>a) gradual </a:t>
            </a:r>
            <a:r>
              <a:rPr lang="en-US" sz="4000" dirty="0"/>
              <a:t>r</a:t>
            </a:r>
            <a:r>
              <a:rPr lang="en-US" sz="4000" dirty="0" smtClean="0"/>
              <a:t>epeated </a:t>
            </a:r>
            <a:r>
              <a:rPr lang="en-US" sz="4000" dirty="0"/>
              <a:t>e</a:t>
            </a:r>
            <a:r>
              <a:rPr lang="en-US" sz="4000" dirty="0" smtClean="0"/>
              <a:t>xposure to job strains; </a:t>
            </a:r>
            <a:endParaRPr lang="en-US" sz="4000" dirty="0"/>
          </a:p>
          <a:p>
            <a:pPr lvl="1"/>
            <a:r>
              <a:rPr lang="en-US" sz="4000" dirty="0" smtClean="0"/>
              <a:t>b) </a:t>
            </a:r>
            <a:r>
              <a:rPr lang="en-US" sz="4000" dirty="0"/>
              <a:t>e</a:t>
            </a:r>
            <a:r>
              <a:rPr lang="en-US" sz="4000" dirty="0" smtClean="0"/>
              <a:t>rosion of idealism and </a:t>
            </a:r>
            <a:endParaRPr lang="en-US" sz="4000" dirty="0"/>
          </a:p>
          <a:p>
            <a:pPr lvl="1"/>
            <a:r>
              <a:rPr lang="en-US" sz="4000" dirty="0" smtClean="0"/>
              <a:t>c) a lack of a sense of achievement.” Gentry (2007)</a:t>
            </a:r>
          </a:p>
          <a:p>
            <a:pPr marL="457200" lvl="1" indent="0">
              <a:buNone/>
            </a:pPr>
            <a:endParaRPr lang="en-US" sz="4000" dirty="0" smtClean="0"/>
          </a:p>
          <a:p>
            <a:r>
              <a:rPr lang="en-US" dirty="0" smtClean="0"/>
              <a:t>“Burnout occurs when there is a chronic condition of perceived demands that outweigh perceived resources.” Baranowsky (2010).</a:t>
            </a:r>
          </a:p>
          <a:p>
            <a:r>
              <a:rPr lang="en-US" b="1" dirty="0" smtClean="0"/>
              <a:t>Untreated</a:t>
            </a:r>
            <a:r>
              <a:rPr lang="en-US" dirty="0" smtClean="0"/>
              <a:t> Compassion Fatigue can lead to burn out.</a:t>
            </a:r>
          </a:p>
        </p:txBody>
      </p:sp>
      <p:sp>
        <p:nvSpPr>
          <p:cNvPr id="5" name="Footer Placeholder 4"/>
          <p:cNvSpPr>
            <a:spLocks noGrp="1"/>
          </p:cNvSpPr>
          <p:nvPr>
            <p:ph type="ftr" sz="quarter" idx="11"/>
          </p:nvPr>
        </p:nvSpPr>
        <p:spPr/>
        <p:txBody>
          <a:bodyPr/>
          <a:lstStyle/>
          <a:p>
            <a:r>
              <a:rPr lang="en-US" dirty="0" smtClean="0"/>
              <a:t>Figley C. (2002)</a:t>
            </a:r>
            <a:endParaRPr lang="en-US" dirty="0"/>
          </a:p>
        </p:txBody>
      </p:sp>
    </p:spTree>
    <p:extLst>
      <p:ext uri="{BB962C8B-B14F-4D97-AF65-F5344CB8AC3E}">
        <p14:creationId xmlns:p14="http://schemas.microsoft.com/office/powerpoint/2010/main" val="1110872603"/>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xmlns:p14="http://schemas.microsoft.com/office/powerpoint/2010/main" spd="slow">
        <p:dissolve/>
      </p:transition>
    </mc:Fallback>
  </mc:AlternateContent>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1026"/>
          <p:cNvSpPr>
            <a:spLocks noGrp="1" noChangeArrowheads="1"/>
          </p:cNvSpPr>
          <p:nvPr>
            <p:ph type="title"/>
          </p:nvPr>
        </p:nvSpPr>
        <p:spPr/>
        <p:txBody>
          <a:bodyPr/>
          <a:lstStyle/>
          <a:p>
            <a:r>
              <a:rPr lang="en-US" dirty="0"/>
              <a:t>Small Group </a:t>
            </a:r>
            <a:r>
              <a:rPr lang="en-US" dirty="0" smtClean="0"/>
              <a:t>Exercise # 1</a:t>
            </a:r>
            <a:endParaRPr lang="en-US" dirty="0"/>
          </a:p>
        </p:txBody>
      </p:sp>
      <p:sp>
        <p:nvSpPr>
          <p:cNvPr id="41987" name="Rectangle 1027"/>
          <p:cNvSpPr>
            <a:spLocks noGrp="1" noChangeArrowheads="1"/>
          </p:cNvSpPr>
          <p:nvPr>
            <p:ph type="body" idx="1"/>
          </p:nvPr>
        </p:nvSpPr>
        <p:spPr>
          <a:xfrm>
            <a:off x="1176865" y="2315689"/>
            <a:ext cx="7100236" cy="3619444"/>
          </a:xfrm>
        </p:spPr>
        <p:txBody>
          <a:bodyPr>
            <a:normAutofit/>
          </a:bodyPr>
          <a:lstStyle/>
          <a:p>
            <a:r>
              <a:rPr lang="en-US" sz="2800" dirty="0"/>
              <a:t>Discuss a case that caused you </a:t>
            </a:r>
            <a:r>
              <a:rPr lang="en-US" sz="2800" dirty="0" smtClean="0"/>
              <a:t>some </a:t>
            </a:r>
            <a:r>
              <a:rPr lang="en-US" sz="2800" dirty="0"/>
              <a:t>symptoms of compassion </a:t>
            </a:r>
            <a:r>
              <a:rPr lang="en-US" sz="2800" dirty="0" smtClean="0"/>
              <a:t>fatigue?</a:t>
            </a:r>
            <a:endParaRPr lang="en-US" sz="2800" dirty="0"/>
          </a:p>
          <a:p>
            <a:r>
              <a:rPr lang="en-US" sz="2800" dirty="0" smtClean="0"/>
              <a:t>Identify </a:t>
            </a:r>
            <a:r>
              <a:rPr lang="en-US" sz="2800" dirty="0"/>
              <a:t>what factors caused you to identify with the person/victim/family/event</a:t>
            </a:r>
          </a:p>
          <a:p>
            <a:r>
              <a:rPr lang="en-US" sz="2800" dirty="0" smtClean="0"/>
              <a:t>Note </a:t>
            </a:r>
            <a:r>
              <a:rPr lang="en-US" sz="2800" dirty="0"/>
              <a:t>commonalities and choose a person to share these findings with the larger group</a:t>
            </a:r>
          </a:p>
        </p:txBody>
      </p:sp>
    </p:spTree>
    <p:extLst>
      <p:ext uri="{BB962C8B-B14F-4D97-AF65-F5344CB8AC3E}">
        <p14:creationId xmlns:p14="http://schemas.microsoft.com/office/powerpoint/2010/main" val="3730635156"/>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71761" y="2372455"/>
            <a:ext cx="7783470" cy="3867478"/>
          </a:xfrm>
        </p:spPr>
        <p:txBody>
          <a:bodyPr>
            <a:normAutofit fontScale="92500" lnSpcReduction="10000"/>
          </a:bodyPr>
          <a:lstStyle/>
          <a:p>
            <a:r>
              <a:rPr lang="en-US" b="1" dirty="0" smtClean="0"/>
              <a:t>Systemic Prevention </a:t>
            </a:r>
            <a:r>
              <a:rPr lang="en-US" dirty="0" smtClean="0"/>
              <a:t>is possible - Organizational </a:t>
            </a:r>
            <a:r>
              <a:rPr lang="en-US" b="1" dirty="0" smtClean="0"/>
              <a:t>policies</a:t>
            </a:r>
            <a:r>
              <a:rPr lang="en-US" dirty="0" smtClean="0"/>
              <a:t> and </a:t>
            </a:r>
            <a:r>
              <a:rPr lang="en-US" b="1" dirty="0" smtClean="0"/>
              <a:t>procedures</a:t>
            </a:r>
            <a:r>
              <a:rPr lang="en-US" dirty="0" smtClean="0"/>
              <a:t> can be evaluated and adapted to enhance the resiliency of employees and staff.</a:t>
            </a:r>
          </a:p>
          <a:p>
            <a:r>
              <a:rPr lang="en-US" b="1" dirty="0" smtClean="0"/>
              <a:t>Primarily individual responsibility rests with each individual </a:t>
            </a:r>
            <a:r>
              <a:rPr lang="en-US" dirty="0" smtClean="0"/>
              <a:t>to manage themselves (and their stresses) both in and out of the workplace!!</a:t>
            </a:r>
          </a:p>
          <a:p>
            <a:r>
              <a:rPr lang="en-US" b="1" dirty="0" smtClean="0">
                <a:solidFill>
                  <a:srgbClr val="00B050"/>
                </a:solidFill>
              </a:rPr>
              <a:t>SELF CARE is the KEY!!</a:t>
            </a:r>
          </a:p>
          <a:p>
            <a:pPr marL="0" indent="0">
              <a:buNone/>
            </a:pPr>
            <a:endParaRPr lang="en-US" dirty="0"/>
          </a:p>
        </p:txBody>
      </p:sp>
      <p:pic>
        <p:nvPicPr>
          <p:cNvPr id="4" name="Picture 3" descr="images.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1761" y="1055733"/>
            <a:ext cx="7583486" cy="895296"/>
          </a:xfrm>
          <a:prstGeom prst="rect">
            <a:avLst/>
          </a:prstGeom>
        </p:spPr>
      </p:pic>
    </p:spTree>
    <p:extLst>
      <p:ext uri="{BB962C8B-B14F-4D97-AF65-F5344CB8AC3E}">
        <p14:creationId xmlns:p14="http://schemas.microsoft.com/office/powerpoint/2010/main" val="3752083528"/>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xmlns:p14="http://schemas.microsoft.com/office/powerpoint/2010/main" spd="slow">
        <p:dissolve/>
      </p:transition>
    </mc:Fallback>
  </mc:AlternateContent>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12519" y="1741530"/>
            <a:ext cx="7707085" cy="562283"/>
          </a:xfrm>
        </p:spPr>
        <p:txBody>
          <a:bodyPr/>
          <a:lstStyle/>
          <a:p>
            <a:r>
              <a:rPr lang="en-US" dirty="0">
                <a:solidFill>
                  <a:prstClr val="black">
                    <a:lumMod val="85000"/>
                    <a:lumOff val="15000"/>
                  </a:prstClr>
                </a:solidFill>
              </a:rPr>
              <a:t/>
            </a:r>
            <a:br>
              <a:rPr lang="en-US" dirty="0">
                <a:solidFill>
                  <a:prstClr val="black">
                    <a:lumMod val="85000"/>
                    <a:lumOff val="15000"/>
                  </a:prstClr>
                </a:solidFill>
              </a:rPr>
            </a:br>
            <a:endParaRPr lang="en-US" dirty="0"/>
          </a:p>
        </p:txBody>
      </p:sp>
      <p:sp>
        <p:nvSpPr>
          <p:cNvPr id="3" name="Content Placeholder 2"/>
          <p:cNvSpPr>
            <a:spLocks noGrp="1"/>
          </p:cNvSpPr>
          <p:nvPr>
            <p:ph idx="1"/>
          </p:nvPr>
        </p:nvSpPr>
        <p:spPr>
          <a:xfrm>
            <a:off x="1318161" y="2303813"/>
            <a:ext cx="6887688" cy="3502341"/>
          </a:xfrm>
        </p:spPr>
        <p:txBody>
          <a:bodyPr>
            <a:normAutofit fontScale="55000" lnSpcReduction="20000"/>
          </a:bodyPr>
          <a:lstStyle/>
          <a:p>
            <a:pPr>
              <a:buFont typeface="Wingdings" pitchFamily="2" charset="2"/>
              <a:buChar char="§"/>
            </a:pPr>
            <a:endParaRPr lang="en-US" dirty="0" smtClean="0"/>
          </a:p>
          <a:p>
            <a:pPr marL="0" indent="0">
              <a:buNone/>
            </a:pPr>
            <a:r>
              <a:rPr lang="en-US" sz="5700" b="1" dirty="0"/>
              <a:t>Self-Care is multi-dimensional!! </a:t>
            </a:r>
          </a:p>
          <a:p>
            <a:pPr>
              <a:buFont typeface="Wingdings" pitchFamily="2" charset="2"/>
              <a:buChar char="§"/>
            </a:pPr>
            <a:r>
              <a:rPr lang="en-US" dirty="0"/>
              <a:t>	</a:t>
            </a:r>
            <a:r>
              <a:rPr lang="en-US" sz="5100" dirty="0" smtClean="0"/>
              <a:t>Physical Strategies</a:t>
            </a:r>
          </a:p>
          <a:p>
            <a:pPr>
              <a:buFont typeface="Wingdings" pitchFamily="2" charset="2"/>
              <a:buChar char="§"/>
            </a:pPr>
            <a:r>
              <a:rPr lang="en-US" sz="5100" dirty="0" smtClean="0"/>
              <a:t>  Psychological Strategies  </a:t>
            </a:r>
            <a:endParaRPr lang="en-US" sz="5100" dirty="0"/>
          </a:p>
          <a:p>
            <a:pPr>
              <a:buFont typeface="Wingdings" pitchFamily="2" charset="2"/>
              <a:buChar char="§"/>
            </a:pPr>
            <a:r>
              <a:rPr lang="en-US" sz="5100" dirty="0"/>
              <a:t>	Emotional </a:t>
            </a:r>
            <a:r>
              <a:rPr lang="en-US" sz="5100" dirty="0" smtClean="0"/>
              <a:t>Strategies </a:t>
            </a:r>
            <a:endParaRPr lang="en-US" sz="5100" dirty="0"/>
          </a:p>
          <a:p>
            <a:pPr>
              <a:buFont typeface="Wingdings" pitchFamily="2" charset="2"/>
              <a:buChar char="§"/>
            </a:pPr>
            <a:r>
              <a:rPr lang="en-US" sz="5100" dirty="0"/>
              <a:t>	Spiritual Self-</a:t>
            </a:r>
            <a:r>
              <a:rPr lang="en-US" sz="5100" dirty="0" smtClean="0"/>
              <a:t>care</a:t>
            </a:r>
          </a:p>
          <a:p>
            <a:pPr>
              <a:buFont typeface="Wingdings" pitchFamily="2" charset="2"/>
              <a:buChar char="§"/>
            </a:pPr>
            <a:r>
              <a:rPr lang="en-US" sz="5100" dirty="0"/>
              <a:t> </a:t>
            </a:r>
            <a:r>
              <a:rPr lang="en-US" sz="5100" dirty="0" smtClean="0"/>
              <a:t>  Work strategies </a:t>
            </a:r>
          </a:p>
          <a:p>
            <a:pPr marL="0" indent="0">
              <a:buNone/>
            </a:pPr>
            <a:endParaRPr lang="en-US" dirty="0"/>
          </a:p>
          <a:p>
            <a:endParaRPr lang="en-US" dirty="0"/>
          </a:p>
        </p:txBody>
      </p:sp>
      <p:pic>
        <p:nvPicPr>
          <p:cNvPr id="6" name="Picture 5" descr="images.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71761" y="1448790"/>
            <a:ext cx="7583486" cy="895296"/>
          </a:xfrm>
          <a:prstGeom prst="rect">
            <a:avLst/>
          </a:prstGeom>
        </p:spPr>
      </p:pic>
    </p:spTree>
    <p:extLst>
      <p:ext uri="{BB962C8B-B14F-4D97-AF65-F5344CB8AC3E}">
        <p14:creationId xmlns:p14="http://schemas.microsoft.com/office/powerpoint/2010/main" val="1321364600"/>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xmlns:p14="http://schemas.microsoft.com/office/powerpoint/2010/main" spd="slow">
        <p:dissolve/>
      </p:transition>
    </mc:Fallback>
  </mc:AlternateContent>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1026"/>
          <p:cNvSpPr>
            <a:spLocks noGrp="1" noChangeArrowheads="1"/>
          </p:cNvSpPr>
          <p:nvPr>
            <p:ph type="title"/>
          </p:nvPr>
        </p:nvSpPr>
        <p:spPr>
          <a:xfrm>
            <a:off x="1176864" y="921596"/>
            <a:ext cx="7052735" cy="1188426"/>
          </a:xfrm>
        </p:spPr>
        <p:txBody>
          <a:bodyPr/>
          <a:lstStyle/>
          <a:p>
            <a:r>
              <a:rPr lang="en-US" dirty="0"/>
              <a:t>Self-Awareness </a:t>
            </a:r>
            <a:r>
              <a:rPr lang="en-US" dirty="0" smtClean="0"/>
              <a:t>Exercise</a:t>
            </a:r>
            <a:endParaRPr lang="en-US" dirty="0"/>
          </a:p>
        </p:txBody>
      </p:sp>
      <p:sp>
        <p:nvSpPr>
          <p:cNvPr id="53251" name="Rectangle 1027"/>
          <p:cNvSpPr>
            <a:spLocks noGrp="1" noChangeArrowheads="1"/>
          </p:cNvSpPr>
          <p:nvPr>
            <p:ph type="body" idx="1"/>
          </p:nvPr>
        </p:nvSpPr>
        <p:spPr/>
        <p:txBody>
          <a:bodyPr/>
          <a:lstStyle/>
          <a:p>
            <a:r>
              <a:rPr lang="en-US"/>
              <a:t>Compassion Fatigue Test</a:t>
            </a:r>
          </a:p>
          <a:p>
            <a:endParaRPr lang="en-US"/>
          </a:p>
          <a:p>
            <a:r>
              <a:rPr lang="en-US"/>
              <a:t>Life Balance scale</a:t>
            </a:r>
          </a:p>
        </p:txBody>
      </p:sp>
      <p:pic>
        <p:nvPicPr>
          <p:cNvPr id="53252" name="Picture 1028" descr="balanc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31008" y="3136179"/>
            <a:ext cx="3667125" cy="24304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98984457"/>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3" name="Rectangle 3"/>
          <p:cNvSpPr>
            <a:spLocks noChangeArrowheads="1"/>
          </p:cNvSpPr>
          <p:nvPr/>
        </p:nvSpPr>
        <p:spPr bwMode="auto">
          <a:xfrm>
            <a:off x="0" y="-1063625"/>
            <a:ext cx="9144000" cy="7635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0" fontAlgn="base" hangingPunct="0">
              <a:spcBef>
                <a:spcPct val="0"/>
              </a:spcBef>
              <a:spcAft>
                <a:spcPct val="0"/>
              </a:spcAft>
            </a:pPr>
            <a:r>
              <a:rPr lang="en-US" sz="2600" b="1" smtClean="0">
                <a:solidFill>
                  <a:srgbClr val="FFFFFF"/>
                </a:solidFill>
              </a:rPr>
              <a:t>Life Balance Wheel</a:t>
            </a:r>
          </a:p>
          <a:p>
            <a:pPr eaLnBrk="0" fontAlgn="base" hangingPunct="0">
              <a:spcBef>
                <a:spcPct val="0"/>
              </a:spcBef>
              <a:spcAft>
                <a:spcPct val="0"/>
              </a:spcAft>
            </a:pPr>
            <a:endParaRPr lang="en-US" smtClean="0">
              <a:solidFill>
                <a:srgbClr val="FFFFFF"/>
              </a:solidFill>
            </a:endParaRPr>
          </a:p>
        </p:txBody>
      </p:sp>
      <p:sp>
        <p:nvSpPr>
          <p:cNvPr id="56324" name="Rectangle 4"/>
          <p:cNvSpPr>
            <a:spLocks noChangeArrowheads="1"/>
          </p:cNvSpPr>
          <p:nvPr/>
        </p:nvSpPr>
        <p:spPr bwMode="auto">
          <a:xfrm>
            <a:off x="0" y="-296863"/>
            <a:ext cx="9144000" cy="15875"/>
          </a:xfrm>
          <a:prstGeom prst="rect">
            <a:avLst/>
          </a:prstGeom>
          <a:solidFill>
            <a:srgbClr val="00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fontAlgn="base" hangingPunct="0">
              <a:spcBef>
                <a:spcPct val="0"/>
              </a:spcBef>
              <a:spcAft>
                <a:spcPct val="0"/>
              </a:spcAft>
            </a:pPr>
            <a:endParaRPr lang="en-GB" smtClean="0">
              <a:solidFill>
                <a:srgbClr val="FFFFFF"/>
              </a:solidFill>
            </a:endParaRPr>
          </a:p>
        </p:txBody>
      </p:sp>
      <p:sp>
        <p:nvSpPr>
          <p:cNvPr id="56327" name="Rectangle 7"/>
          <p:cNvSpPr>
            <a:spLocks noChangeArrowheads="1"/>
          </p:cNvSpPr>
          <p:nvPr/>
        </p:nvSpPr>
        <p:spPr bwMode="auto">
          <a:xfrm>
            <a:off x="0" y="92075"/>
            <a:ext cx="4070350" cy="15875"/>
          </a:xfrm>
          <a:prstGeom prst="rect">
            <a:avLst/>
          </a:prstGeom>
          <a:solidFill>
            <a:srgbClr val="00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fontAlgn="base" hangingPunct="0">
              <a:spcBef>
                <a:spcPct val="0"/>
              </a:spcBef>
              <a:spcAft>
                <a:spcPct val="0"/>
              </a:spcAft>
            </a:pPr>
            <a:endParaRPr lang="en-GB" smtClean="0">
              <a:solidFill>
                <a:srgbClr val="FFFFFF"/>
              </a:solidFill>
            </a:endParaRPr>
          </a:p>
        </p:txBody>
      </p:sp>
      <p:sp>
        <p:nvSpPr>
          <p:cNvPr id="56328" name="Rectangle 8"/>
          <p:cNvSpPr>
            <a:spLocks noChangeArrowheads="1"/>
          </p:cNvSpPr>
          <p:nvPr/>
        </p:nvSpPr>
        <p:spPr bwMode="auto">
          <a:xfrm>
            <a:off x="109181" y="1339809"/>
            <a:ext cx="5691117" cy="52629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fontAlgn="base">
              <a:spcBef>
                <a:spcPct val="0"/>
              </a:spcBef>
              <a:spcAft>
                <a:spcPct val="0"/>
              </a:spcAft>
            </a:pPr>
            <a:r>
              <a:rPr lang="en-US" sz="1600" b="1" dirty="0" smtClean="0">
                <a:solidFill>
                  <a:srgbClr val="FFFFFF"/>
                </a:solidFill>
              </a:rPr>
              <a:t>Here is a tool you can use to assess the level of your satisfaction with all of the aspects of your life. </a:t>
            </a:r>
          </a:p>
          <a:p>
            <a:pPr fontAlgn="base">
              <a:spcBef>
                <a:spcPct val="0"/>
              </a:spcBef>
              <a:spcAft>
                <a:spcPct val="0"/>
              </a:spcAft>
            </a:pPr>
            <a:endParaRPr lang="en-US" sz="1600" b="1" dirty="0" smtClean="0">
              <a:solidFill>
                <a:srgbClr val="FFFFFF"/>
              </a:solidFill>
            </a:endParaRPr>
          </a:p>
          <a:p>
            <a:pPr fontAlgn="base">
              <a:spcBef>
                <a:spcPct val="0"/>
              </a:spcBef>
              <a:spcAft>
                <a:spcPct val="0"/>
              </a:spcAft>
            </a:pPr>
            <a:r>
              <a:rPr lang="en-US" sz="1600" b="1" dirty="0" smtClean="0">
                <a:solidFill>
                  <a:srgbClr val="FFFFFF"/>
                </a:solidFill>
              </a:rPr>
              <a:t>Place each aspect of your life in the space in each segment. Some suggestions follow. Modify these to represent those that are meaningful to you.</a:t>
            </a:r>
          </a:p>
          <a:p>
            <a:pPr lvl="1" eaLnBrk="0" fontAlgn="base" hangingPunct="0">
              <a:spcBef>
                <a:spcPct val="0"/>
              </a:spcBef>
              <a:spcAft>
                <a:spcPct val="0"/>
              </a:spcAft>
              <a:buFontTx/>
              <a:buChar char="•"/>
            </a:pPr>
            <a:r>
              <a:rPr lang="en-US" sz="1600" b="1" dirty="0" smtClean="0">
                <a:solidFill>
                  <a:srgbClr val="FF99FF"/>
                </a:solidFill>
              </a:rPr>
              <a:t>Self Care </a:t>
            </a:r>
          </a:p>
          <a:p>
            <a:pPr lvl="1" eaLnBrk="0" fontAlgn="base" hangingPunct="0">
              <a:spcBef>
                <a:spcPct val="0"/>
              </a:spcBef>
              <a:spcAft>
                <a:spcPct val="0"/>
              </a:spcAft>
              <a:buFontTx/>
              <a:buChar char="•"/>
            </a:pPr>
            <a:r>
              <a:rPr lang="en-US" sz="1600" b="1" dirty="0" smtClean="0">
                <a:solidFill>
                  <a:srgbClr val="FF99FF"/>
                </a:solidFill>
              </a:rPr>
              <a:t>Work </a:t>
            </a:r>
          </a:p>
          <a:p>
            <a:pPr lvl="1" eaLnBrk="0" fontAlgn="base" hangingPunct="0">
              <a:spcBef>
                <a:spcPct val="0"/>
              </a:spcBef>
              <a:spcAft>
                <a:spcPct val="0"/>
              </a:spcAft>
              <a:buFontTx/>
              <a:buChar char="•"/>
            </a:pPr>
            <a:r>
              <a:rPr lang="en-US" sz="1600" b="1" dirty="0" smtClean="0">
                <a:solidFill>
                  <a:srgbClr val="FF99FF"/>
                </a:solidFill>
              </a:rPr>
              <a:t>Intimate Partner/Family </a:t>
            </a:r>
          </a:p>
          <a:p>
            <a:pPr lvl="1" eaLnBrk="0" fontAlgn="base" hangingPunct="0">
              <a:spcBef>
                <a:spcPct val="0"/>
              </a:spcBef>
              <a:spcAft>
                <a:spcPct val="0"/>
              </a:spcAft>
              <a:buFontTx/>
              <a:buChar char="•"/>
            </a:pPr>
            <a:r>
              <a:rPr lang="en-US" sz="1600" b="1" dirty="0" smtClean="0">
                <a:solidFill>
                  <a:srgbClr val="FF99FF"/>
                </a:solidFill>
              </a:rPr>
              <a:t>Friends/Social Life </a:t>
            </a:r>
          </a:p>
          <a:p>
            <a:pPr lvl="1" eaLnBrk="0" fontAlgn="base" hangingPunct="0">
              <a:spcBef>
                <a:spcPct val="0"/>
              </a:spcBef>
              <a:spcAft>
                <a:spcPct val="0"/>
              </a:spcAft>
              <a:buFontTx/>
              <a:buChar char="•"/>
            </a:pPr>
            <a:r>
              <a:rPr lang="en-US" sz="1600" b="1" dirty="0" smtClean="0">
                <a:solidFill>
                  <a:srgbClr val="FF99FF"/>
                </a:solidFill>
              </a:rPr>
              <a:t>Financial Aspects </a:t>
            </a:r>
          </a:p>
          <a:p>
            <a:pPr lvl="1" eaLnBrk="0" fontAlgn="base" hangingPunct="0">
              <a:spcBef>
                <a:spcPct val="0"/>
              </a:spcBef>
              <a:spcAft>
                <a:spcPct val="0"/>
              </a:spcAft>
              <a:buFontTx/>
              <a:buChar char="•"/>
            </a:pPr>
            <a:r>
              <a:rPr lang="en-US" sz="1600" b="1" dirty="0" smtClean="0">
                <a:solidFill>
                  <a:srgbClr val="FF99FF"/>
                </a:solidFill>
              </a:rPr>
              <a:t>Health &amp; Wellness/Body Image </a:t>
            </a:r>
          </a:p>
          <a:p>
            <a:pPr lvl="1" eaLnBrk="0" fontAlgn="base" hangingPunct="0">
              <a:spcBef>
                <a:spcPct val="0"/>
              </a:spcBef>
              <a:spcAft>
                <a:spcPct val="0"/>
              </a:spcAft>
              <a:buFontTx/>
              <a:buChar char="•"/>
            </a:pPr>
            <a:r>
              <a:rPr lang="en-US" sz="1600" b="1" dirty="0" smtClean="0">
                <a:solidFill>
                  <a:srgbClr val="FF99FF"/>
                </a:solidFill>
              </a:rPr>
              <a:t>Spiritual Aspects </a:t>
            </a:r>
          </a:p>
          <a:p>
            <a:pPr lvl="1" eaLnBrk="0" fontAlgn="base" hangingPunct="0">
              <a:spcBef>
                <a:spcPct val="0"/>
              </a:spcBef>
              <a:spcAft>
                <a:spcPct val="0"/>
              </a:spcAft>
              <a:buFontTx/>
              <a:buChar char="•"/>
            </a:pPr>
            <a:r>
              <a:rPr lang="en-US" sz="1600" b="1" dirty="0" smtClean="0">
                <a:solidFill>
                  <a:srgbClr val="FF99FF"/>
                </a:solidFill>
              </a:rPr>
              <a:t>Community/Service </a:t>
            </a:r>
          </a:p>
          <a:p>
            <a:pPr eaLnBrk="0" fontAlgn="base" hangingPunct="0">
              <a:spcBef>
                <a:spcPct val="0"/>
              </a:spcBef>
              <a:spcAft>
                <a:spcPct val="0"/>
              </a:spcAft>
            </a:pPr>
            <a:r>
              <a:rPr lang="en-US" sz="1600" b="1" dirty="0" smtClean="0">
                <a:solidFill>
                  <a:srgbClr val="FFFFFF"/>
                </a:solidFill>
              </a:rPr>
              <a:t>Now rate your satisfaction with each aspect, using a scale from zero to ten, with ten being very satisfied and zero being completely unsatisfied. Place a mark indicating your choice in each segment of the circle, with zero at the center and ten at the rim. Connect all of the marks around the circle to see how balanced your wheel is.</a:t>
            </a:r>
          </a:p>
        </p:txBody>
      </p:sp>
      <p:pic>
        <p:nvPicPr>
          <p:cNvPr id="56326" name="Picture 6" descr="balwhl"/>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12768" y="1339809"/>
            <a:ext cx="3840163" cy="3840163"/>
          </a:xfrm>
          <a:prstGeom prst="rect">
            <a:avLst/>
          </a:prstGeom>
          <a:noFill/>
          <a:extLst>
            <a:ext uri="{909E8E84-426E-40DD-AFC4-6F175D3DCCD1}">
              <a14:hiddenFill xmlns:a14="http://schemas.microsoft.com/office/drawing/2010/main">
                <a:solidFill>
                  <a:srgbClr val="FFFFFF"/>
                </a:solidFill>
              </a14:hiddenFill>
            </a:ext>
          </a:extLst>
        </p:spPr>
      </p:pic>
      <p:sp>
        <p:nvSpPr>
          <p:cNvPr id="7" name="Text Placeholder 21"/>
          <p:cNvSpPr>
            <a:spLocks noGrp="1"/>
          </p:cNvSpPr>
          <p:nvPr>
            <p:ph type="title"/>
          </p:nvPr>
        </p:nvSpPr>
        <p:spPr>
          <a:xfrm>
            <a:off x="1081332" y="271723"/>
            <a:ext cx="6648973" cy="596141"/>
          </a:xfrm>
        </p:spPr>
        <p:txBody>
          <a:bodyPr>
            <a:noAutofit/>
          </a:bodyPr>
          <a:lstStyle/>
          <a:p>
            <a:pPr algn="ctr"/>
            <a:r>
              <a:rPr lang="en-US" sz="4000" dirty="0" smtClean="0"/>
              <a:t>Do a little self assessment! </a:t>
            </a:r>
            <a:endParaRPr lang="en-US" sz="4000" dirty="0"/>
          </a:p>
        </p:txBody>
      </p:sp>
    </p:spTree>
    <p:extLst>
      <p:ext uri="{BB962C8B-B14F-4D97-AF65-F5344CB8AC3E}">
        <p14:creationId xmlns:p14="http://schemas.microsoft.com/office/powerpoint/2010/main" val="3607803511"/>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1026"/>
          <p:cNvSpPr>
            <a:spLocks noGrp="1" noChangeArrowheads="1"/>
          </p:cNvSpPr>
          <p:nvPr>
            <p:ph type="title"/>
          </p:nvPr>
        </p:nvSpPr>
        <p:spPr>
          <a:xfrm>
            <a:off x="1176865" y="1301709"/>
            <a:ext cx="6798734" cy="1188426"/>
          </a:xfrm>
        </p:spPr>
        <p:txBody>
          <a:bodyPr/>
          <a:lstStyle/>
          <a:p>
            <a:r>
              <a:rPr lang="en-US" sz="4000" dirty="0" smtClean="0"/>
              <a:t>Balance </a:t>
            </a:r>
            <a:r>
              <a:rPr lang="en-US" sz="4000" dirty="0"/>
              <a:t/>
            </a:r>
            <a:br>
              <a:rPr lang="en-US" sz="4000" dirty="0"/>
            </a:br>
            <a:r>
              <a:rPr lang="en-US" sz="2800" dirty="0"/>
              <a:t>Keeping Your Life in Balance</a:t>
            </a:r>
            <a:br>
              <a:rPr lang="en-US" sz="2800" dirty="0"/>
            </a:br>
            <a:endParaRPr lang="en-US" sz="2800" dirty="0"/>
          </a:p>
        </p:txBody>
      </p:sp>
      <p:sp>
        <p:nvSpPr>
          <p:cNvPr id="43011" name="Rectangle 1027"/>
          <p:cNvSpPr>
            <a:spLocks noGrp="1" noChangeArrowheads="1"/>
          </p:cNvSpPr>
          <p:nvPr>
            <p:ph type="body" idx="1"/>
          </p:nvPr>
        </p:nvSpPr>
        <p:spPr/>
        <p:txBody>
          <a:bodyPr>
            <a:normAutofit fontScale="92500" lnSpcReduction="10000"/>
          </a:bodyPr>
          <a:lstStyle/>
          <a:p>
            <a:pPr>
              <a:lnSpc>
                <a:spcPct val="90000"/>
              </a:lnSpc>
            </a:pPr>
            <a:r>
              <a:rPr lang="en-US" dirty="0" smtClean="0"/>
              <a:t>Nurture </a:t>
            </a:r>
            <a:r>
              <a:rPr lang="en-US" dirty="0"/>
              <a:t>yourself by putting activities in your schedule that are sources of pleasure, joy and diversion</a:t>
            </a:r>
          </a:p>
          <a:p>
            <a:pPr>
              <a:lnSpc>
                <a:spcPct val="90000"/>
              </a:lnSpc>
            </a:pPr>
            <a:r>
              <a:rPr lang="en-US" dirty="0"/>
              <a:t>Allow yourself to take mini-escapes- these relieve the intensity of your work </a:t>
            </a:r>
          </a:p>
          <a:p>
            <a:pPr>
              <a:lnSpc>
                <a:spcPct val="90000"/>
              </a:lnSpc>
            </a:pPr>
            <a:r>
              <a:rPr lang="en-US" dirty="0"/>
              <a:t>Transform the negative impact of your work (find meaning, challenge negativity, find gratitude)</a:t>
            </a:r>
          </a:p>
          <a:p>
            <a:pPr>
              <a:lnSpc>
                <a:spcPct val="90000"/>
              </a:lnSpc>
              <a:buFont typeface="Wingdings" pitchFamily="2" charset="2"/>
              <a:buNone/>
            </a:pPr>
            <a:endParaRPr lang="en-US" dirty="0"/>
          </a:p>
        </p:txBody>
      </p:sp>
    </p:spTree>
    <p:extLst>
      <p:ext uri="{BB962C8B-B14F-4D97-AF65-F5344CB8AC3E}">
        <p14:creationId xmlns:p14="http://schemas.microsoft.com/office/powerpoint/2010/main" val="4129414554"/>
      </p:ext>
    </p:extLst>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8130" name="Rectangle 1026"/>
          <p:cNvSpPr>
            <a:spLocks noGrp="1" noChangeArrowheads="1"/>
          </p:cNvSpPr>
          <p:nvPr>
            <p:ph type="body" idx="1"/>
          </p:nvPr>
        </p:nvSpPr>
        <p:spPr>
          <a:xfrm>
            <a:off x="533400" y="2708275"/>
            <a:ext cx="8229600" cy="4530725"/>
          </a:xfrm>
        </p:spPr>
        <p:txBody>
          <a:bodyPr/>
          <a:lstStyle/>
          <a:p>
            <a:pPr>
              <a:buFont typeface="Wingdings" pitchFamily="2" charset="2"/>
              <a:buNone/>
            </a:pPr>
            <a:r>
              <a:rPr lang="en-US" sz="4400" b="1" dirty="0">
                <a:solidFill>
                  <a:srgbClr val="92D050"/>
                </a:solidFill>
                <a:effectLst/>
              </a:rPr>
              <a:t>"We can be sure that the greatest hope for maintaining equilibrium in the face of any situation rests within ourselves."</a:t>
            </a:r>
          </a:p>
          <a:p>
            <a:pPr algn="r">
              <a:buFont typeface="Wingdings" pitchFamily="2" charset="2"/>
              <a:buNone/>
            </a:pPr>
            <a:r>
              <a:rPr lang="en-US" sz="2400" dirty="0">
                <a:effectLst/>
              </a:rPr>
              <a:t>Francis J. </a:t>
            </a:r>
            <a:r>
              <a:rPr lang="en-US" sz="2400" dirty="0" err="1">
                <a:effectLst/>
              </a:rPr>
              <a:t>Braceland</a:t>
            </a:r>
            <a:endParaRPr lang="en-US" sz="2400" dirty="0">
              <a:effectLst/>
            </a:endParaRPr>
          </a:p>
        </p:txBody>
      </p:sp>
      <p:pic>
        <p:nvPicPr>
          <p:cNvPr id="48132" name="Picture 102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19400" y="19050"/>
            <a:ext cx="3429000" cy="2571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2378090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1026"/>
          <p:cNvSpPr>
            <a:spLocks noGrp="1" noChangeArrowheads="1"/>
          </p:cNvSpPr>
          <p:nvPr>
            <p:ph type="title"/>
          </p:nvPr>
        </p:nvSpPr>
        <p:spPr/>
        <p:txBody>
          <a:bodyPr/>
          <a:lstStyle/>
          <a:p>
            <a:r>
              <a:rPr lang="en-US"/>
              <a:t>Balance for our Emotional Needs</a:t>
            </a:r>
          </a:p>
        </p:txBody>
      </p:sp>
      <p:sp>
        <p:nvSpPr>
          <p:cNvPr id="47107" name="Rectangle 1027"/>
          <p:cNvSpPr>
            <a:spLocks noGrp="1" noChangeArrowheads="1"/>
          </p:cNvSpPr>
          <p:nvPr>
            <p:ph type="body" sz="half" idx="1"/>
          </p:nvPr>
        </p:nvSpPr>
        <p:spPr/>
        <p:txBody>
          <a:bodyPr/>
          <a:lstStyle/>
          <a:p>
            <a:r>
              <a:rPr lang="en-US" sz="3200" dirty="0">
                <a:effectLst/>
              </a:rPr>
              <a:t>Emotions are a signal that tell us when something is wrong or we are out of </a:t>
            </a:r>
            <a:r>
              <a:rPr lang="en-US" sz="3200" dirty="0" smtClean="0">
                <a:effectLst/>
              </a:rPr>
              <a:t>balance</a:t>
            </a:r>
          </a:p>
          <a:p>
            <a:endParaRPr lang="en-US" sz="3200" dirty="0">
              <a:effectLst/>
            </a:endParaRPr>
          </a:p>
          <a:p>
            <a:r>
              <a:rPr lang="en-US" sz="3200" dirty="0">
                <a:effectLst/>
              </a:rPr>
              <a:t>We all need meaning and purpose in our life</a:t>
            </a:r>
          </a:p>
          <a:p>
            <a:pPr marL="0" indent="0">
              <a:buNone/>
            </a:pPr>
            <a:endParaRPr lang="en-US" sz="2400" dirty="0"/>
          </a:p>
        </p:txBody>
      </p:sp>
      <p:pic>
        <p:nvPicPr>
          <p:cNvPr id="47108" name="Picture 1028" descr="buterfly on fac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39989" y="2929720"/>
            <a:ext cx="2249488" cy="3352800"/>
          </a:xfrm>
          <a:prstGeom prst="rect">
            <a:avLst/>
          </a:prstGeom>
          <a:noFill/>
          <a:extLst>
            <a:ext uri="{909E8E84-426E-40DD-AFC4-6F175D3DCCD1}">
              <a14:hiddenFill xmlns:a14="http://schemas.microsoft.com/office/drawing/2010/main">
                <a:solidFill>
                  <a:srgbClr val="FFFFFF"/>
                </a:solidFill>
              </a14:hiddenFill>
            </a:ext>
          </a:extLst>
        </p:spPr>
      </p:pic>
      <p:pic>
        <p:nvPicPr>
          <p:cNvPr id="47110" name="Picture 1030" descr="child trauma victim"/>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89477" y="1383282"/>
            <a:ext cx="2554523" cy="28501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93565132"/>
      </p:ext>
    </p:extLst>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title"/>
          </p:nvPr>
        </p:nvSpPr>
        <p:spPr/>
        <p:txBody>
          <a:bodyPr/>
          <a:lstStyle/>
          <a:p>
            <a:r>
              <a:rPr lang="en-US"/>
              <a:t>Find Hidden Passion</a:t>
            </a:r>
          </a:p>
        </p:txBody>
      </p:sp>
      <p:sp>
        <p:nvSpPr>
          <p:cNvPr id="33795" name="Rectangle 3"/>
          <p:cNvSpPr>
            <a:spLocks noGrp="1" noChangeArrowheads="1"/>
          </p:cNvSpPr>
          <p:nvPr>
            <p:ph type="body" idx="1"/>
          </p:nvPr>
        </p:nvSpPr>
        <p:spPr/>
        <p:txBody>
          <a:bodyPr>
            <a:normAutofit fontScale="92500" lnSpcReduction="20000"/>
          </a:bodyPr>
          <a:lstStyle/>
          <a:p>
            <a:r>
              <a:rPr lang="en-US"/>
              <a:t>We all have hidden sources of energy and healing power. </a:t>
            </a:r>
          </a:p>
          <a:p>
            <a:r>
              <a:rPr lang="en-US"/>
              <a:t>When you identify the things that fuel you, the things that you have true passion for, your fatigue will disappear.</a:t>
            </a:r>
          </a:p>
          <a:p>
            <a:r>
              <a:rPr lang="en-US"/>
              <a:t>Balancing your life involves putting the things that we value and have passion for in our schedule.</a:t>
            </a:r>
          </a:p>
        </p:txBody>
      </p:sp>
    </p:spTree>
    <p:extLst>
      <p:ext uri="{BB962C8B-B14F-4D97-AF65-F5344CB8AC3E}">
        <p14:creationId xmlns:p14="http://schemas.microsoft.com/office/powerpoint/2010/main" val="1521526677"/>
      </p:ext>
    </p:extLst>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itle 14"/>
          <p:cNvSpPr>
            <a:spLocks noGrp="1"/>
          </p:cNvSpPr>
          <p:nvPr>
            <p:ph type="title"/>
          </p:nvPr>
        </p:nvSpPr>
        <p:spPr>
          <a:xfrm>
            <a:off x="804863" y="1187575"/>
            <a:ext cx="7583487" cy="1173488"/>
          </a:xfrm>
        </p:spPr>
        <p:txBody>
          <a:bodyPr/>
          <a:lstStyle/>
          <a:p>
            <a:r>
              <a:rPr lang="en-US" sz="3600" dirty="0" smtClean="0"/>
              <a:t>What </a:t>
            </a:r>
            <a:r>
              <a:rPr lang="en-US" sz="3600" dirty="0"/>
              <a:t>do you need to succeed</a:t>
            </a:r>
            <a:r>
              <a:rPr lang="en-US" sz="3600" dirty="0" smtClean="0"/>
              <a:t>?</a:t>
            </a:r>
            <a:br>
              <a:rPr lang="en-US" sz="3600" dirty="0" smtClean="0"/>
            </a:br>
            <a:r>
              <a:rPr lang="en-US" sz="3600" dirty="0" smtClean="0"/>
              <a:t> </a:t>
            </a:r>
            <a:r>
              <a:rPr lang="en-US" sz="3600" dirty="0"/>
              <a:t>Make your plan! Find the resources.</a:t>
            </a:r>
            <a:br>
              <a:rPr lang="en-US" sz="3600" dirty="0"/>
            </a:br>
            <a:endParaRPr lang="en-US" sz="3600" dirty="0"/>
          </a:p>
        </p:txBody>
      </p:sp>
      <p:pic>
        <p:nvPicPr>
          <p:cNvPr id="24" name="Content Placeholder 23" descr="images-21.jpg"/>
          <p:cNvPicPr>
            <a:picLocks noGrp="1" noChangeAspect="1"/>
          </p:cNvPicPr>
          <p:nvPr>
            <p:ph idx="1"/>
          </p:nvPr>
        </p:nvPicPr>
        <p:blipFill>
          <a:blip r:embed="rId2">
            <a:extLst>
              <a:ext uri="{28A0092B-C50C-407E-A947-70E740481C1C}">
                <a14:useLocalDpi xmlns:a14="http://schemas.microsoft.com/office/drawing/2010/main" val="0"/>
              </a:ext>
            </a:extLst>
          </a:blip>
          <a:srcRect t="1851" b="1851"/>
          <a:stretch>
            <a:fillRect/>
          </a:stretch>
        </p:blipFill>
        <p:spPr>
          <a:xfrm>
            <a:off x="2208213" y="2361063"/>
            <a:ext cx="4459287" cy="3976237"/>
          </a:xfrm>
        </p:spPr>
      </p:pic>
      <p:sp>
        <p:nvSpPr>
          <p:cNvPr id="2" name="Footer Placeholder 1"/>
          <p:cNvSpPr>
            <a:spLocks noGrp="1"/>
          </p:cNvSpPr>
          <p:nvPr>
            <p:ph type="ftr" sz="quarter" idx="11"/>
          </p:nvPr>
        </p:nvSpPr>
        <p:spPr/>
        <p:txBody>
          <a:bodyPr/>
          <a:lstStyle/>
          <a:p>
            <a:endParaRPr lang="en-US" dirty="0"/>
          </a:p>
        </p:txBody>
      </p:sp>
    </p:spTree>
    <p:extLst>
      <p:ext uri="{BB962C8B-B14F-4D97-AF65-F5344CB8AC3E}">
        <p14:creationId xmlns:p14="http://schemas.microsoft.com/office/powerpoint/2010/main" val="2111660820"/>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xmlns:p14="http://schemas.microsoft.com/office/powerpoint/2010/main" spd="slow">
        <p:dissolve/>
      </p:transition>
    </mc:Fallback>
  </mc:AlternateContent>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a:xfrm>
            <a:off x="709684" y="1472490"/>
            <a:ext cx="7874758" cy="698500"/>
          </a:xfrm>
        </p:spPr>
        <p:txBody>
          <a:bodyPr/>
          <a:lstStyle/>
          <a:p>
            <a:r>
              <a:rPr lang="en-US" dirty="0"/>
              <a:t>Balance for Your Soul</a:t>
            </a:r>
            <a:br>
              <a:rPr lang="en-US" dirty="0"/>
            </a:br>
            <a:endParaRPr lang="en-US" dirty="0"/>
          </a:p>
        </p:txBody>
      </p:sp>
      <p:sp>
        <p:nvSpPr>
          <p:cNvPr id="34819" name="Rectangle 3"/>
          <p:cNvSpPr>
            <a:spLocks noGrp="1" noChangeArrowheads="1"/>
          </p:cNvSpPr>
          <p:nvPr>
            <p:ph type="body" idx="1"/>
          </p:nvPr>
        </p:nvSpPr>
        <p:spPr>
          <a:xfrm>
            <a:off x="573206" y="2386890"/>
            <a:ext cx="8113594" cy="4039736"/>
          </a:xfrm>
        </p:spPr>
        <p:txBody>
          <a:bodyPr>
            <a:normAutofit/>
          </a:bodyPr>
          <a:lstStyle/>
          <a:p>
            <a:r>
              <a:rPr lang="en-US" sz="2600" dirty="0"/>
              <a:t>Have quiet alone time in a calm, beautiful place- a safe retreat where you feel renewed</a:t>
            </a:r>
          </a:p>
          <a:p>
            <a:r>
              <a:rPr lang="en-US" sz="2600" dirty="0"/>
              <a:t>Have an awareness of what restores and replenishes you.</a:t>
            </a:r>
          </a:p>
          <a:p>
            <a:r>
              <a:rPr lang="en-US" sz="2600" dirty="0" smtClean="0"/>
              <a:t>Stay </a:t>
            </a:r>
            <a:r>
              <a:rPr lang="en-US" sz="2600" dirty="0"/>
              <a:t>clear with commitment to career goals or your personal mission</a:t>
            </a:r>
          </a:p>
          <a:p>
            <a:r>
              <a:rPr lang="en-US" sz="2600" dirty="0"/>
              <a:t>Know how to focus on what you can control</a:t>
            </a:r>
          </a:p>
          <a:p>
            <a:r>
              <a:rPr lang="en-US" sz="2600" dirty="0"/>
              <a:t>Look at situations as entertaining challenges and opportunities, not problems or stresses</a:t>
            </a:r>
          </a:p>
          <a:p>
            <a:endParaRPr lang="en-US" sz="2800" dirty="0"/>
          </a:p>
          <a:p>
            <a:endParaRPr lang="en-US" sz="2800" dirty="0"/>
          </a:p>
        </p:txBody>
      </p:sp>
    </p:spTree>
    <p:extLst>
      <p:ext uri="{BB962C8B-B14F-4D97-AF65-F5344CB8AC3E}">
        <p14:creationId xmlns:p14="http://schemas.microsoft.com/office/powerpoint/2010/main" val="1522804765"/>
      </p:ext>
    </p:extLst>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a:xfrm>
            <a:off x="439003" y="654573"/>
            <a:ext cx="8113594" cy="916366"/>
          </a:xfrm>
        </p:spPr>
        <p:txBody>
          <a:bodyPr>
            <a:normAutofit fontScale="90000"/>
          </a:bodyPr>
          <a:lstStyle/>
          <a:p>
            <a:r>
              <a:rPr lang="en-US" b="1" dirty="0"/>
              <a:t>Keep Yourself Physically Strong</a:t>
            </a:r>
            <a:r>
              <a:rPr lang="en-US" dirty="0"/>
              <a:t/>
            </a:r>
            <a:br>
              <a:rPr lang="en-US" dirty="0"/>
            </a:br>
            <a:endParaRPr lang="en-US" dirty="0"/>
          </a:p>
        </p:txBody>
      </p:sp>
      <p:sp>
        <p:nvSpPr>
          <p:cNvPr id="35843" name="Rectangle 3"/>
          <p:cNvSpPr>
            <a:spLocks noGrp="1" noChangeArrowheads="1"/>
          </p:cNvSpPr>
          <p:nvPr>
            <p:ph type="body" sz="half" idx="1"/>
          </p:nvPr>
        </p:nvSpPr>
        <p:spPr>
          <a:xfrm>
            <a:off x="457200" y="1255594"/>
            <a:ext cx="5001904" cy="4875331"/>
          </a:xfrm>
        </p:spPr>
        <p:txBody>
          <a:bodyPr/>
          <a:lstStyle/>
          <a:p>
            <a:pPr lvl="1"/>
            <a:r>
              <a:rPr lang="en-US" sz="3200" dirty="0"/>
              <a:t>Exercise</a:t>
            </a:r>
          </a:p>
          <a:p>
            <a:pPr lvl="1"/>
            <a:r>
              <a:rPr lang="en-US" sz="3200" dirty="0"/>
              <a:t>Relax-Breathe</a:t>
            </a:r>
          </a:p>
          <a:p>
            <a:pPr lvl="1"/>
            <a:r>
              <a:rPr lang="en-US" sz="3200" dirty="0"/>
              <a:t>Get adequate sleep</a:t>
            </a:r>
          </a:p>
          <a:p>
            <a:pPr lvl="1"/>
            <a:r>
              <a:rPr lang="en-US" sz="3200" dirty="0"/>
              <a:t>Good nutrition and water</a:t>
            </a:r>
          </a:p>
          <a:p>
            <a:pPr lvl="1"/>
            <a:r>
              <a:rPr lang="en-US" sz="3200" dirty="0"/>
              <a:t>Good medical and preventative care</a:t>
            </a:r>
          </a:p>
        </p:txBody>
      </p:sp>
      <p:pic>
        <p:nvPicPr>
          <p:cNvPr id="35844" name="Picture 4" descr="ladyA"/>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a:stretch>
            <a:fillRect/>
          </a:stretch>
        </p:blipFill>
        <p:spPr>
          <a:xfrm>
            <a:off x="5704763" y="1255594"/>
            <a:ext cx="2847833" cy="5373806"/>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extLst>
      <p:ext uri="{BB962C8B-B14F-4D97-AF65-F5344CB8AC3E}">
        <p14:creationId xmlns:p14="http://schemas.microsoft.com/office/powerpoint/2010/main" val="1472344310"/>
      </p:ext>
    </p:extLst>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title"/>
          </p:nvPr>
        </p:nvSpPr>
        <p:spPr/>
        <p:txBody>
          <a:bodyPr/>
          <a:lstStyle/>
          <a:p>
            <a:r>
              <a:rPr lang="en-US" dirty="0" smtClean="0"/>
              <a:t>Connections</a:t>
            </a:r>
            <a:endParaRPr lang="en-US" dirty="0"/>
          </a:p>
        </p:txBody>
      </p:sp>
      <p:sp>
        <p:nvSpPr>
          <p:cNvPr id="37891" name="Rectangle 3"/>
          <p:cNvSpPr>
            <a:spLocks noGrp="1" noChangeArrowheads="1"/>
          </p:cNvSpPr>
          <p:nvPr>
            <p:ph type="body" sz="half" idx="1"/>
          </p:nvPr>
        </p:nvSpPr>
        <p:spPr>
          <a:xfrm>
            <a:off x="586852" y="1323833"/>
            <a:ext cx="5281685" cy="4940489"/>
          </a:xfrm>
        </p:spPr>
        <p:txBody>
          <a:bodyPr/>
          <a:lstStyle/>
          <a:p>
            <a:pPr>
              <a:lnSpc>
                <a:spcPct val="90000"/>
              </a:lnSpc>
            </a:pPr>
            <a:r>
              <a:rPr lang="en-US" sz="3200" dirty="0" smtClean="0"/>
              <a:t>Talk </a:t>
            </a:r>
            <a:r>
              <a:rPr lang="en-US" sz="3200" dirty="0"/>
              <a:t>out your stress- process your thoughts and reactions with someone else (coworker, therapist, clergy, friend, family, supervisor)</a:t>
            </a:r>
          </a:p>
          <a:p>
            <a:pPr>
              <a:lnSpc>
                <a:spcPct val="90000"/>
              </a:lnSpc>
            </a:pPr>
            <a:r>
              <a:rPr lang="en-US" sz="3200" dirty="0" smtClean="0"/>
              <a:t>Build </a:t>
            </a:r>
            <a:r>
              <a:rPr lang="en-US" sz="3200" dirty="0"/>
              <a:t>a positive support system that supports you, not fuels your stress</a:t>
            </a:r>
          </a:p>
          <a:p>
            <a:pPr>
              <a:lnSpc>
                <a:spcPct val="90000"/>
              </a:lnSpc>
              <a:buFont typeface="Wingdings" pitchFamily="2" charset="2"/>
              <a:buNone/>
            </a:pPr>
            <a:endParaRPr lang="en-US" sz="2000" dirty="0"/>
          </a:p>
          <a:p>
            <a:pPr>
              <a:lnSpc>
                <a:spcPct val="90000"/>
              </a:lnSpc>
            </a:pPr>
            <a:endParaRPr lang="en-US" sz="2000" dirty="0"/>
          </a:p>
          <a:p>
            <a:pPr>
              <a:lnSpc>
                <a:spcPct val="90000"/>
              </a:lnSpc>
            </a:pPr>
            <a:endParaRPr lang="en-US" sz="2000" dirty="0"/>
          </a:p>
        </p:txBody>
      </p:sp>
      <p:pic>
        <p:nvPicPr>
          <p:cNvPr id="37892" name="Picture 4" descr="clasped"/>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a:stretch>
            <a:fillRect/>
          </a:stretch>
        </p:blipFill>
        <p:spPr>
          <a:xfrm>
            <a:off x="5868538" y="1132764"/>
            <a:ext cx="2818262" cy="3393199"/>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extLst>
      <p:ext uri="{BB962C8B-B14F-4D97-AF65-F5344CB8AC3E}">
        <p14:creationId xmlns:p14="http://schemas.microsoft.com/office/powerpoint/2010/main" val="273417791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37891">
                                            <p:txEl>
                                              <p:pRg st="0" end="0"/>
                                            </p:txEl>
                                          </p:spTgt>
                                        </p:tgtEl>
                                        <p:attrNameLst>
                                          <p:attrName>style.visibility</p:attrName>
                                        </p:attrNameLst>
                                      </p:cBhvr>
                                      <p:to>
                                        <p:strVal val="visible"/>
                                      </p:to>
                                    </p:set>
                                    <p:anim calcmode="lin" valueType="num">
                                      <p:cBhvr additive="base">
                                        <p:cTn id="7" dur="500" fill="hold"/>
                                        <p:tgtEl>
                                          <p:spTgt spid="37891">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7891">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37891">
                                            <p:txEl>
                                              <p:pRg st="1" end="1"/>
                                            </p:txEl>
                                          </p:spTgt>
                                        </p:tgtEl>
                                        <p:attrNameLst>
                                          <p:attrName>style.visibility</p:attrName>
                                        </p:attrNameLst>
                                      </p:cBhvr>
                                      <p:to>
                                        <p:strVal val="visible"/>
                                      </p:to>
                                    </p:set>
                                    <p:anim calcmode="lin" valueType="num">
                                      <p:cBhvr additive="base">
                                        <p:cTn id="13" dur="500" fill="hold"/>
                                        <p:tgtEl>
                                          <p:spTgt spid="37891">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7891">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p:cNvSpPr>
            <a:spLocks noGrp="1" noChangeArrowheads="1"/>
          </p:cNvSpPr>
          <p:nvPr>
            <p:ph type="title"/>
          </p:nvPr>
        </p:nvSpPr>
        <p:spPr/>
        <p:txBody>
          <a:bodyPr/>
          <a:lstStyle/>
          <a:p>
            <a:r>
              <a:rPr lang="en-US" sz="4000"/>
              <a:t>Put Joy, Love, Hope, Laughter and Gratitude in Each Day </a:t>
            </a:r>
          </a:p>
        </p:txBody>
      </p:sp>
      <p:sp>
        <p:nvSpPr>
          <p:cNvPr id="50179" name="Rectangle 3"/>
          <p:cNvSpPr>
            <a:spLocks noGrp="1" noChangeArrowheads="1"/>
          </p:cNvSpPr>
          <p:nvPr>
            <p:ph type="body" idx="1"/>
          </p:nvPr>
        </p:nvSpPr>
        <p:spPr/>
        <p:txBody>
          <a:bodyPr>
            <a:normAutofit fontScale="77500" lnSpcReduction="20000"/>
          </a:bodyPr>
          <a:lstStyle/>
          <a:p>
            <a:r>
              <a:rPr lang="en-US" sz="2800"/>
              <a:t>Name 3 things you feel grateful for today-</a:t>
            </a:r>
          </a:p>
          <a:p>
            <a:pPr>
              <a:buFont typeface="Wingdings" pitchFamily="2" charset="2"/>
              <a:buNone/>
            </a:pPr>
            <a:r>
              <a:rPr lang="en-US" sz="2800"/>
              <a:t>                     </a:t>
            </a:r>
          </a:p>
          <a:p>
            <a:r>
              <a:rPr lang="en-US" sz="2800"/>
              <a:t>Think of something that has brought you a sense of joy (Make your top ten list)</a:t>
            </a:r>
          </a:p>
          <a:p>
            <a:endParaRPr lang="en-US" sz="2800"/>
          </a:p>
          <a:p>
            <a:r>
              <a:rPr lang="en-US" sz="2800"/>
              <a:t>Who do you love that you can reach out to today?  (Call them!)</a:t>
            </a:r>
          </a:p>
          <a:p>
            <a:pPr>
              <a:buFont typeface="Wingdings" pitchFamily="2" charset="2"/>
              <a:buNone/>
            </a:pPr>
            <a:endParaRPr lang="en-US" sz="2800"/>
          </a:p>
          <a:p>
            <a:r>
              <a:rPr lang="en-US" sz="2800"/>
              <a:t>What made you laugh today? (Share it!)</a:t>
            </a:r>
          </a:p>
        </p:txBody>
      </p:sp>
    </p:spTree>
    <p:extLst>
      <p:ext uri="{BB962C8B-B14F-4D97-AF65-F5344CB8AC3E}">
        <p14:creationId xmlns:p14="http://schemas.microsoft.com/office/powerpoint/2010/main" val="4293579955"/>
      </p:ext>
    </p:extLst>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C070D5D-C154-4D90-8837-7715B8B8CCB3}" type="slidenum">
              <a:rPr lang="en-US" smtClean="0"/>
              <a:pPr/>
              <a:t>73</a:t>
            </a:fld>
            <a:endParaRPr lang="en-US"/>
          </a:p>
        </p:txBody>
      </p:sp>
      <p:sp>
        <p:nvSpPr>
          <p:cNvPr id="8" name="Rectangle 3"/>
          <p:cNvSpPr>
            <a:spLocks noGrp="1" noChangeArrowheads="1"/>
          </p:cNvSpPr>
          <p:nvPr>
            <p:ph type="body" sz="half" idx="1"/>
          </p:nvPr>
        </p:nvSpPr>
        <p:spPr>
          <a:xfrm>
            <a:off x="600501" y="1600200"/>
            <a:ext cx="8010099" cy="4530725"/>
          </a:xfrm>
        </p:spPr>
        <p:txBody>
          <a:bodyPr>
            <a:normAutofit/>
          </a:bodyPr>
          <a:lstStyle/>
          <a:p>
            <a:pPr marL="514350" lvl="2" indent="-514350">
              <a:lnSpc>
                <a:spcPct val="90000"/>
              </a:lnSpc>
              <a:buFont typeface="+mj-lt"/>
              <a:buAutoNum type="arabicPeriod"/>
            </a:pPr>
            <a:r>
              <a:rPr lang="en-US" sz="3200" dirty="0"/>
              <a:t>Compassion Fatigue is always </a:t>
            </a:r>
            <a:r>
              <a:rPr lang="en-US" sz="3200" dirty="0" smtClean="0"/>
              <a:t>a possibility </a:t>
            </a:r>
            <a:r>
              <a:rPr lang="en-US" sz="3200" dirty="0"/>
              <a:t>for those who care for </a:t>
            </a:r>
            <a:r>
              <a:rPr lang="en-US" sz="3200" dirty="0" smtClean="0"/>
              <a:t>others.</a:t>
            </a:r>
          </a:p>
          <a:p>
            <a:pPr marL="514350" lvl="2" indent="-514350">
              <a:lnSpc>
                <a:spcPct val="90000"/>
              </a:lnSpc>
              <a:buFont typeface="+mj-lt"/>
              <a:buAutoNum type="arabicPeriod"/>
            </a:pPr>
            <a:endParaRPr lang="en-US" sz="3200" dirty="0"/>
          </a:p>
          <a:p>
            <a:pPr marL="514350" lvl="2" indent="-514350">
              <a:lnSpc>
                <a:spcPct val="90000"/>
              </a:lnSpc>
              <a:buFont typeface="+mj-lt"/>
              <a:buAutoNum type="arabicPeriod"/>
            </a:pPr>
            <a:endParaRPr lang="en-US" sz="3200" dirty="0" smtClean="0"/>
          </a:p>
          <a:p>
            <a:pPr marL="514350" lvl="2" indent="-514350">
              <a:lnSpc>
                <a:spcPct val="90000"/>
              </a:lnSpc>
              <a:buFont typeface="+mj-lt"/>
              <a:buAutoNum type="arabicPeriod"/>
            </a:pPr>
            <a:r>
              <a:rPr lang="en-US" sz="3200" dirty="0" smtClean="0"/>
              <a:t>If </a:t>
            </a:r>
            <a:r>
              <a:rPr lang="en-US" sz="3200" dirty="0"/>
              <a:t>you don’t care for yourself, physically,  </a:t>
            </a:r>
            <a:r>
              <a:rPr lang="en-US" sz="3200" dirty="0" smtClean="0"/>
              <a:t>        </a:t>
            </a:r>
            <a:r>
              <a:rPr lang="en-US" sz="3200" dirty="0"/>
              <a:t>emotionally and spiritually, then </a:t>
            </a:r>
            <a:r>
              <a:rPr lang="en-US" sz="3200" dirty="0" smtClean="0"/>
              <a:t>eventually</a:t>
            </a:r>
            <a:r>
              <a:rPr lang="en-US" sz="3200" dirty="0"/>
              <a:t> </a:t>
            </a:r>
            <a:r>
              <a:rPr lang="en-US" sz="3200" dirty="0" smtClean="0"/>
              <a:t>there </a:t>
            </a:r>
            <a:r>
              <a:rPr lang="en-US" sz="3200" dirty="0"/>
              <a:t>will not be enough of you left </a:t>
            </a:r>
            <a:r>
              <a:rPr lang="en-US" sz="3200" dirty="0" smtClean="0"/>
              <a:t>to</a:t>
            </a:r>
            <a:r>
              <a:rPr lang="en-US" sz="3200" dirty="0"/>
              <a:t> </a:t>
            </a:r>
            <a:r>
              <a:rPr lang="en-US" sz="3200" dirty="0" smtClean="0"/>
              <a:t>care </a:t>
            </a:r>
            <a:r>
              <a:rPr lang="en-US" sz="3200" dirty="0"/>
              <a:t>for anyone else</a:t>
            </a:r>
            <a:r>
              <a:rPr lang="en-US" sz="3200" dirty="0" smtClean="0"/>
              <a:t>.</a:t>
            </a:r>
          </a:p>
        </p:txBody>
      </p:sp>
      <p:sp>
        <p:nvSpPr>
          <p:cNvPr id="9" name="Rectangle 2"/>
          <p:cNvSpPr>
            <a:spLocks noGrp="1" noChangeArrowheads="1"/>
          </p:cNvSpPr>
          <p:nvPr>
            <p:ph type="title"/>
          </p:nvPr>
        </p:nvSpPr>
        <p:spPr>
          <a:xfrm>
            <a:off x="626658" y="890515"/>
            <a:ext cx="7983942" cy="709685"/>
          </a:xfrm>
        </p:spPr>
        <p:txBody>
          <a:bodyPr>
            <a:normAutofit fontScale="90000"/>
          </a:bodyPr>
          <a:lstStyle/>
          <a:p>
            <a:r>
              <a:rPr lang="en-US" b="1" dirty="0"/>
              <a:t>Some Final Thoughts</a:t>
            </a:r>
            <a:r>
              <a:rPr lang="en-US" dirty="0"/>
              <a:t/>
            </a:r>
            <a:br>
              <a:rPr lang="en-US" dirty="0"/>
            </a:br>
            <a:endParaRPr lang="en-US" dirty="0" smtClean="0"/>
          </a:p>
        </p:txBody>
      </p:sp>
    </p:spTree>
    <p:extLst>
      <p:ext uri="{BB962C8B-B14F-4D97-AF65-F5344CB8AC3E}">
        <p14:creationId xmlns:p14="http://schemas.microsoft.com/office/powerpoint/2010/main" val="2682841967"/>
      </p:ext>
    </p:extLst>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p:txBody>
          <a:bodyPr/>
          <a:lstStyle/>
          <a:p>
            <a:endParaRPr lang="en-US" dirty="0"/>
          </a:p>
        </p:txBody>
      </p:sp>
      <p:sp>
        <p:nvSpPr>
          <p:cNvPr id="32771" name="Rectangle 3"/>
          <p:cNvSpPr>
            <a:spLocks noGrp="1" noChangeArrowheads="1"/>
          </p:cNvSpPr>
          <p:nvPr>
            <p:ph type="body" sz="half" idx="1"/>
          </p:nvPr>
        </p:nvSpPr>
        <p:spPr>
          <a:xfrm>
            <a:off x="1139586" y="1644555"/>
            <a:ext cx="6967183" cy="4530725"/>
          </a:xfrm>
        </p:spPr>
        <p:txBody>
          <a:bodyPr>
            <a:normAutofit/>
          </a:bodyPr>
          <a:lstStyle/>
          <a:p>
            <a:pPr>
              <a:buFont typeface="Wingdings" pitchFamily="2" charset="2"/>
              <a:buNone/>
            </a:pPr>
            <a:endParaRPr lang="en-US" sz="2400" dirty="0" smtClean="0"/>
          </a:p>
          <a:p>
            <a:pPr algn="ctr">
              <a:buFont typeface="Wingdings" pitchFamily="2" charset="2"/>
              <a:buNone/>
            </a:pPr>
            <a:r>
              <a:rPr lang="en-US" dirty="0"/>
              <a:t> </a:t>
            </a:r>
            <a:r>
              <a:rPr lang="en-US" dirty="0" smtClean="0"/>
              <a:t>“</a:t>
            </a:r>
            <a:r>
              <a:rPr lang="en-US" sz="4400" dirty="0" smtClean="0"/>
              <a:t>I would rather do mistakes in kindness than do miracles in unkindness and hardness”.  							Mother Theresa</a:t>
            </a:r>
            <a:endParaRPr lang="en-US" sz="4400" dirty="0"/>
          </a:p>
        </p:txBody>
      </p:sp>
    </p:spTree>
    <p:extLst>
      <p:ext uri="{BB962C8B-B14F-4D97-AF65-F5344CB8AC3E}">
        <p14:creationId xmlns:p14="http://schemas.microsoft.com/office/powerpoint/2010/main" val="18896125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2771">
                                            <p:txEl>
                                              <p:pRg st="1" end="1"/>
                                            </p:txEl>
                                          </p:spTgt>
                                        </p:tgtEl>
                                        <p:attrNameLst>
                                          <p:attrName>style.visibility</p:attrName>
                                        </p:attrNameLst>
                                      </p:cBhvr>
                                      <p:to>
                                        <p:strVal val="visible"/>
                                      </p:to>
                                    </p:set>
                                    <p:animEffect transition="in" filter="fade">
                                      <p:cBhvr>
                                        <p:cTn id="7" dur="1000"/>
                                        <p:tgtEl>
                                          <p:spTgt spid="32771">
                                            <p:txEl>
                                              <p:pRg st="1" end="1"/>
                                            </p:txEl>
                                          </p:spTgt>
                                        </p:tgtEl>
                                      </p:cBhvr>
                                    </p:animEffect>
                                    <p:anim calcmode="lin" valueType="num">
                                      <p:cBhvr>
                                        <p:cTn id="8" dur="1000" fill="hold"/>
                                        <p:tgtEl>
                                          <p:spTgt spid="32771">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32771">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a:xfrm>
            <a:off x="1176873" y="1902861"/>
            <a:ext cx="6798728" cy="1468800"/>
          </a:xfrm>
        </p:spPr>
        <p:txBody>
          <a:bodyPr>
            <a:normAutofit/>
          </a:bodyPr>
          <a:lstStyle/>
          <a:p>
            <a:pPr algn="ctr"/>
            <a:r>
              <a:rPr lang="en-US" sz="6000" dirty="0"/>
              <a:t> Thank </a:t>
            </a:r>
            <a:r>
              <a:rPr lang="en-US" sz="6000" dirty="0" smtClean="0"/>
              <a:t>you!</a:t>
            </a:r>
            <a:endParaRPr lang="en-US" dirty="0"/>
          </a:p>
        </p:txBody>
      </p:sp>
      <p:sp>
        <p:nvSpPr>
          <p:cNvPr id="4" name="Date Placeholder 3"/>
          <p:cNvSpPr>
            <a:spLocks noGrp="1"/>
          </p:cNvSpPr>
          <p:nvPr>
            <p:ph type="dt" sz="half" idx="10"/>
          </p:nvPr>
        </p:nvSpPr>
        <p:spPr/>
        <p:txBody>
          <a:bodyPr/>
          <a:lstStyle/>
          <a:p>
            <a:fld id="{58888CBF-8E6A-FF4C-B61B-9224EAD071EB}" type="datetime1">
              <a:rPr lang="en-US" altLang="en-US" smtClean="0">
                <a:solidFill>
                  <a:prstClr val="black"/>
                </a:solidFill>
              </a:rPr>
              <a:pPr/>
              <a:t>29-Jun-17</a:t>
            </a:fld>
            <a:endParaRPr lang="en-US" altLang="en-US" dirty="0">
              <a:solidFill>
                <a:prstClr val="black"/>
              </a:solidFill>
            </a:endParaRPr>
          </a:p>
        </p:txBody>
      </p:sp>
      <p:sp>
        <p:nvSpPr>
          <p:cNvPr id="5" name="Footer Placeholder 4"/>
          <p:cNvSpPr>
            <a:spLocks noGrp="1"/>
          </p:cNvSpPr>
          <p:nvPr>
            <p:ph type="ftr" sz="quarter" idx="11"/>
          </p:nvPr>
        </p:nvSpPr>
        <p:spPr/>
        <p:txBody>
          <a:bodyPr/>
          <a:lstStyle/>
          <a:p>
            <a:r>
              <a:rPr lang="en-US" altLang="en-US" smtClean="0">
                <a:solidFill>
                  <a:prstClr val="black"/>
                </a:solidFill>
              </a:rPr>
              <a:t>National CRC training </a:t>
            </a:r>
            <a:endParaRPr lang="en-US" altLang="en-US" dirty="0">
              <a:solidFill>
                <a:prstClr val="black"/>
              </a:solidFill>
            </a:endParaRPr>
          </a:p>
        </p:txBody>
      </p:sp>
    </p:spTree>
    <p:extLst>
      <p:ext uri="{BB962C8B-B14F-4D97-AF65-F5344CB8AC3E}">
        <p14:creationId xmlns:p14="http://schemas.microsoft.com/office/powerpoint/2010/main" val="3970307973"/>
      </p:ext>
    </p:extLst>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dirty="0" smtClean="0"/>
              <a:t>Session five</a:t>
            </a:r>
            <a:endParaRPr lang="en-US" dirty="0"/>
          </a:p>
        </p:txBody>
      </p:sp>
      <p:sp>
        <p:nvSpPr>
          <p:cNvPr id="9" name="Text Placeholder 8"/>
          <p:cNvSpPr>
            <a:spLocks noGrp="1"/>
          </p:cNvSpPr>
          <p:nvPr>
            <p:ph type="body" idx="1"/>
          </p:nvPr>
        </p:nvSpPr>
        <p:spPr/>
        <p:txBody>
          <a:bodyPr/>
          <a:lstStyle/>
          <a:p>
            <a:r>
              <a:rPr lang="en-GB" dirty="0" smtClean="0"/>
              <a:t>Guided clinical practice</a:t>
            </a:r>
            <a:endParaRPr lang="en-US" dirty="0"/>
          </a:p>
        </p:txBody>
      </p:sp>
      <p:sp>
        <p:nvSpPr>
          <p:cNvPr id="4" name="Date Placeholder 3"/>
          <p:cNvSpPr>
            <a:spLocks noGrp="1"/>
          </p:cNvSpPr>
          <p:nvPr>
            <p:ph type="dt" sz="half" idx="10"/>
          </p:nvPr>
        </p:nvSpPr>
        <p:spPr/>
        <p:txBody>
          <a:bodyPr/>
          <a:lstStyle/>
          <a:p>
            <a:fld id="{58888CBF-8E6A-FF4C-B61B-9224EAD071EB}" type="datetime1">
              <a:rPr lang="en-US" altLang="en-US" smtClean="0">
                <a:solidFill>
                  <a:prstClr val="black"/>
                </a:solidFill>
              </a:rPr>
              <a:pPr/>
              <a:t>29-Jun-17</a:t>
            </a:fld>
            <a:endParaRPr lang="en-US" altLang="en-US" dirty="0">
              <a:solidFill>
                <a:prstClr val="black"/>
              </a:solidFill>
            </a:endParaRPr>
          </a:p>
        </p:txBody>
      </p:sp>
      <p:sp>
        <p:nvSpPr>
          <p:cNvPr id="5" name="Footer Placeholder 4"/>
          <p:cNvSpPr>
            <a:spLocks noGrp="1"/>
          </p:cNvSpPr>
          <p:nvPr>
            <p:ph type="ftr" sz="quarter" idx="11"/>
          </p:nvPr>
        </p:nvSpPr>
        <p:spPr/>
        <p:txBody>
          <a:bodyPr/>
          <a:lstStyle/>
          <a:p>
            <a:r>
              <a:rPr lang="en-US" altLang="en-US" smtClean="0">
                <a:solidFill>
                  <a:prstClr val="black"/>
                </a:solidFill>
              </a:rPr>
              <a:t>National CRC training </a:t>
            </a:r>
            <a:endParaRPr lang="en-US" altLang="en-US" dirty="0">
              <a:solidFill>
                <a:prstClr val="black"/>
              </a:solidFill>
            </a:endParaRPr>
          </a:p>
        </p:txBody>
      </p:sp>
      <p:sp>
        <p:nvSpPr>
          <p:cNvPr id="6" name="Slide Number Placeholder 5"/>
          <p:cNvSpPr>
            <a:spLocks noGrp="1"/>
          </p:cNvSpPr>
          <p:nvPr>
            <p:ph type="sldNum" sz="quarter" idx="12"/>
          </p:nvPr>
        </p:nvSpPr>
        <p:spPr/>
        <p:txBody>
          <a:bodyPr/>
          <a:lstStyle/>
          <a:p>
            <a:r>
              <a:rPr lang="en-US" altLang="en-US" smtClean="0">
                <a:solidFill>
                  <a:prstClr val="black"/>
                </a:solidFill>
              </a:rPr>
              <a:t>CH-I-</a:t>
            </a:r>
            <a:fld id="{3FB30F3C-053D-864C-B962-F2E761156877}" type="slidenum">
              <a:rPr lang="en-US" altLang="en-US" smtClean="0">
                <a:solidFill>
                  <a:prstClr val="black"/>
                </a:solidFill>
              </a:rPr>
              <a:pPr/>
              <a:t>76</a:t>
            </a:fld>
            <a:endParaRPr lang="en-US" altLang="en-US" dirty="0">
              <a:solidFill>
                <a:prstClr val="black"/>
              </a:solidFill>
            </a:endParaRPr>
          </a:p>
        </p:txBody>
      </p:sp>
    </p:spTree>
    <p:extLst>
      <p:ext uri="{BB962C8B-B14F-4D97-AF65-F5344CB8AC3E}">
        <p14:creationId xmlns:p14="http://schemas.microsoft.com/office/powerpoint/2010/main" val="1558674792"/>
      </p:ext>
    </p:extLst>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Introduction</a:t>
            </a:r>
            <a:endParaRPr lang="en-US" dirty="0"/>
          </a:p>
        </p:txBody>
      </p:sp>
      <p:sp>
        <p:nvSpPr>
          <p:cNvPr id="4" name="Date Placeholder 3"/>
          <p:cNvSpPr>
            <a:spLocks noGrp="1"/>
          </p:cNvSpPr>
          <p:nvPr>
            <p:ph type="dt" sz="half" idx="10"/>
          </p:nvPr>
        </p:nvSpPr>
        <p:spPr/>
        <p:txBody>
          <a:bodyPr/>
          <a:lstStyle/>
          <a:p>
            <a:fld id="{06BE1F13-6DD4-5D4B-86C8-908C01B938EC}" type="datetime1">
              <a:rPr lang="en-US" altLang="en-US" smtClean="0">
                <a:solidFill>
                  <a:prstClr val="black"/>
                </a:solidFill>
              </a:rPr>
              <a:pPr/>
              <a:t>29-Jun-17</a:t>
            </a:fld>
            <a:endParaRPr lang="en-US" altLang="en-US" dirty="0">
              <a:solidFill>
                <a:prstClr val="black"/>
              </a:solidFill>
            </a:endParaRPr>
          </a:p>
        </p:txBody>
      </p:sp>
      <p:sp>
        <p:nvSpPr>
          <p:cNvPr id="5" name="Slide Number Placeholder 4"/>
          <p:cNvSpPr>
            <a:spLocks noGrp="1"/>
          </p:cNvSpPr>
          <p:nvPr>
            <p:ph type="sldNum" sz="quarter" idx="12"/>
          </p:nvPr>
        </p:nvSpPr>
        <p:spPr/>
        <p:txBody>
          <a:bodyPr/>
          <a:lstStyle/>
          <a:p>
            <a:r>
              <a:rPr lang="en-US" altLang="en-US" smtClean="0">
                <a:solidFill>
                  <a:prstClr val="black"/>
                </a:solidFill>
              </a:rPr>
              <a:t>CH-I-</a:t>
            </a:r>
            <a:fld id="{3FB30F3C-053D-864C-B962-F2E761156877}" type="slidenum">
              <a:rPr lang="en-US" altLang="en-US" smtClean="0">
                <a:solidFill>
                  <a:prstClr val="black"/>
                </a:solidFill>
              </a:rPr>
              <a:pPr/>
              <a:t>77</a:t>
            </a:fld>
            <a:endParaRPr lang="en-US" altLang="en-US" dirty="0">
              <a:solidFill>
                <a:prstClr val="black"/>
              </a:solidFill>
            </a:endParaRPr>
          </a:p>
        </p:txBody>
      </p:sp>
      <p:sp>
        <p:nvSpPr>
          <p:cNvPr id="6" name="Footer Placeholder 5"/>
          <p:cNvSpPr>
            <a:spLocks noGrp="1"/>
          </p:cNvSpPr>
          <p:nvPr>
            <p:ph type="ftr" sz="quarter" idx="11"/>
          </p:nvPr>
        </p:nvSpPr>
        <p:spPr/>
        <p:txBody>
          <a:bodyPr/>
          <a:lstStyle/>
          <a:p>
            <a:r>
              <a:rPr lang="en-US" altLang="en-US" smtClean="0">
                <a:solidFill>
                  <a:prstClr val="black"/>
                </a:solidFill>
              </a:rPr>
              <a:t>National CRC training </a:t>
            </a:r>
            <a:endParaRPr lang="en-US" altLang="en-US" dirty="0">
              <a:solidFill>
                <a:prstClr val="black"/>
              </a:solidFill>
            </a:endParaRPr>
          </a:p>
        </p:txBody>
      </p:sp>
      <p:pic>
        <p:nvPicPr>
          <p:cNvPr id="1027" name="Picture 3"/>
          <p:cNvPicPr>
            <a:picLocks noChangeAspect="1" noChangeArrowheads="1"/>
          </p:cNvPicPr>
          <p:nvPr/>
        </p:nvPicPr>
        <p:blipFill>
          <a:blip r:embed="rId2"/>
          <a:srcRect/>
          <a:stretch>
            <a:fillRect/>
          </a:stretch>
        </p:blipFill>
        <p:spPr bwMode="auto">
          <a:xfrm>
            <a:off x="1176865" y="2490135"/>
            <a:ext cx="6754159" cy="3045693"/>
          </a:xfrm>
          <a:prstGeom prst="rect">
            <a:avLst/>
          </a:prstGeom>
          <a:noFill/>
          <a:ln w="9525">
            <a:noFill/>
            <a:miter lim="800000"/>
            <a:headEnd/>
            <a:tailEnd/>
          </a:ln>
        </p:spPr>
      </p:pic>
    </p:spTree>
    <p:extLst>
      <p:ext uri="{BB962C8B-B14F-4D97-AF65-F5344CB8AC3E}">
        <p14:creationId xmlns:p14="http://schemas.microsoft.com/office/powerpoint/2010/main" val="1156461159"/>
      </p:ext>
    </p:extLst>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Session Objective</a:t>
            </a:r>
            <a:endParaRPr lang="en-US" dirty="0"/>
          </a:p>
        </p:txBody>
      </p:sp>
      <p:sp>
        <p:nvSpPr>
          <p:cNvPr id="3" name="Content Placeholder 2"/>
          <p:cNvSpPr>
            <a:spLocks noGrp="1"/>
          </p:cNvSpPr>
          <p:nvPr>
            <p:ph idx="1"/>
          </p:nvPr>
        </p:nvSpPr>
        <p:spPr>
          <a:xfrm>
            <a:off x="1000897" y="2490135"/>
            <a:ext cx="7216346" cy="3444997"/>
          </a:xfrm>
        </p:spPr>
        <p:txBody>
          <a:bodyPr>
            <a:normAutofit fontScale="92500" lnSpcReduction="10000"/>
          </a:bodyPr>
          <a:lstStyle/>
          <a:p>
            <a:pPr>
              <a:buNone/>
            </a:pPr>
            <a:r>
              <a:rPr lang="en-GB" dirty="0" smtClean="0"/>
              <a:t>By the end of this session the participants will be able to:</a:t>
            </a:r>
          </a:p>
          <a:p>
            <a:pPr marL="542925" lvl="0" indent="-457200"/>
            <a:r>
              <a:rPr lang="en-GB" dirty="0" smtClean="0"/>
              <a:t>Evaluate the status of compassionate care practice at health facilities</a:t>
            </a:r>
          </a:p>
          <a:p>
            <a:pPr marL="542925" lvl="0" indent="-457200"/>
            <a:r>
              <a:rPr lang="en-GB" dirty="0" smtClean="0"/>
              <a:t>Reflect on the assessment findings their observation on the compassionate  care practice at health facilities </a:t>
            </a:r>
          </a:p>
          <a:p>
            <a:endParaRPr lang="en-US" dirty="0"/>
          </a:p>
        </p:txBody>
      </p:sp>
      <p:sp>
        <p:nvSpPr>
          <p:cNvPr id="4" name="Date Placeholder 3"/>
          <p:cNvSpPr>
            <a:spLocks noGrp="1"/>
          </p:cNvSpPr>
          <p:nvPr>
            <p:ph type="dt" sz="half" idx="10"/>
          </p:nvPr>
        </p:nvSpPr>
        <p:spPr/>
        <p:txBody>
          <a:bodyPr/>
          <a:lstStyle/>
          <a:p>
            <a:fld id="{58888CBF-8E6A-FF4C-B61B-9224EAD071EB}" type="datetime1">
              <a:rPr lang="en-US" altLang="en-US" smtClean="0">
                <a:solidFill>
                  <a:prstClr val="black"/>
                </a:solidFill>
              </a:rPr>
              <a:pPr/>
              <a:t>29-Jun-17</a:t>
            </a:fld>
            <a:endParaRPr lang="en-US" altLang="en-US" dirty="0">
              <a:solidFill>
                <a:prstClr val="black"/>
              </a:solidFill>
            </a:endParaRPr>
          </a:p>
        </p:txBody>
      </p:sp>
      <p:sp>
        <p:nvSpPr>
          <p:cNvPr id="5" name="Footer Placeholder 4"/>
          <p:cNvSpPr>
            <a:spLocks noGrp="1"/>
          </p:cNvSpPr>
          <p:nvPr>
            <p:ph type="ftr" sz="quarter" idx="11"/>
          </p:nvPr>
        </p:nvSpPr>
        <p:spPr/>
        <p:txBody>
          <a:bodyPr/>
          <a:lstStyle/>
          <a:p>
            <a:r>
              <a:rPr lang="en-US" altLang="en-US" smtClean="0">
                <a:solidFill>
                  <a:prstClr val="black"/>
                </a:solidFill>
              </a:rPr>
              <a:t>National CRC training </a:t>
            </a:r>
            <a:endParaRPr lang="en-US" altLang="en-US" dirty="0">
              <a:solidFill>
                <a:prstClr val="black"/>
              </a:solidFill>
            </a:endParaRPr>
          </a:p>
        </p:txBody>
      </p:sp>
      <p:sp>
        <p:nvSpPr>
          <p:cNvPr id="6" name="Slide Number Placeholder 5"/>
          <p:cNvSpPr>
            <a:spLocks noGrp="1"/>
          </p:cNvSpPr>
          <p:nvPr>
            <p:ph type="sldNum" sz="quarter" idx="12"/>
          </p:nvPr>
        </p:nvSpPr>
        <p:spPr/>
        <p:txBody>
          <a:bodyPr/>
          <a:lstStyle/>
          <a:p>
            <a:r>
              <a:rPr lang="en-US" altLang="en-US" smtClean="0">
                <a:solidFill>
                  <a:prstClr val="black"/>
                </a:solidFill>
              </a:rPr>
              <a:t>CH-I-</a:t>
            </a:r>
            <a:fld id="{3FB30F3C-053D-864C-B962-F2E761156877}" type="slidenum">
              <a:rPr lang="en-US" altLang="en-US" smtClean="0">
                <a:solidFill>
                  <a:prstClr val="black"/>
                </a:solidFill>
              </a:rPr>
              <a:pPr/>
              <a:t>78</a:t>
            </a:fld>
            <a:endParaRPr lang="en-US" altLang="en-US" dirty="0">
              <a:solidFill>
                <a:prstClr val="black"/>
              </a:solidFill>
            </a:endParaRPr>
          </a:p>
        </p:txBody>
      </p:sp>
    </p:spTree>
    <p:extLst>
      <p:ext uri="{BB962C8B-B14F-4D97-AF65-F5344CB8AC3E}">
        <p14:creationId xmlns:p14="http://schemas.microsoft.com/office/powerpoint/2010/main" val="2328460937"/>
      </p:ext>
    </p:extLst>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Activity </a:t>
            </a:r>
            <a:endParaRPr lang="en-GB" dirty="0"/>
          </a:p>
        </p:txBody>
      </p:sp>
      <p:sp>
        <p:nvSpPr>
          <p:cNvPr id="3" name="Content Placeholder 2"/>
          <p:cNvSpPr>
            <a:spLocks noGrp="1"/>
          </p:cNvSpPr>
          <p:nvPr>
            <p:ph idx="1"/>
          </p:nvPr>
        </p:nvSpPr>
        <p:spPr>
          <a:xfrm>
            <a:off x="1176865" y="2490135"/>
            <a:ext cx="7065092" cy="3444997"/>
          </a:xfrm>
        </p:spPr>
        <p:txBody>
          <a:bodyPr/>
          <a:lstStyle/>
          <a:p>
            <a:r>
              <a:rPr lang="en-GB" sz="3000" dirty="0" smtClean="0"/>
              <a:t>Divide in to three group based on the wards to be observed (Emergency, inpatient &amp; outpatient)</a:t>
            </a:r>
          </a:p>
          <a:p>
            <a:r>
              <a:rPr lang="en-GB" sz="3000" dirty="0" smtClean="0"/>
              <a:t>Observe the wards for 4 hr using checklist </a:t>
            </a:r>
          </a:p>
          <a:p>
            <a:pPr lvl="0"/>
            <a:r>
              <a:rPr lang="en-GB" sz="3000" dirty="0" smtClean="0"/>
              <a:t>Do not give feedback to the health care providers observed or to the institution.</a:t>
            </a:r>
          </a:p>
          <a:p>
            <a:endParaRPr lang="en-GB" sz="3000" dirty="0" smtClean="0"/>
          </a:p>
          <a:p>
            <a:endParaRPr lang="en-GB" sz="3000" dirty="0" smtClean="0"/>
          </a:p>
          <a:p>
            <a:endParaRPr lang="en-GB" sz="3000" dirty="0" smtClean="0"/>
          </a:p>
          <a:p>
            <a:endParaRPr lang="en-GB" dirty="0" smtClean="0"/>
          </a:p>
          <a:p>
            <a:endParaRPr lang="en-GB" dirty="0" smtClean="0"/>
          </a:p>
          <a:p>
            <a:endParaRPr lang="en-GB" dirty="0" smtClean="0"/>
          </a:p>
          <a:p>
            <a:endParaRPr lang="en-GB" dirty="0"/>
          </a:p>
        </p:txBody>
      </p:sp>
      <p:sp>
        <p:nvSpPr>
          <p:cNvPr id="4" name="Date Placeholder 3"/>
          <p:cNvSpPr>
            <a:spLocks noGrp="1"/>
          </p:cNvSpPr>
          <p:nvPr>
            <p:ph type="dt" sz="half" idx="10"/>
          </p:nvPr>
        </p:nvSpPr>
        <p:spPr/>
        <p:txBody>
          <a:bodyPr/>
          <a:lstStyle/>
          <a:p>
            <a:fld id="{58888CBF-8E6A-FF4C-B61B-9224EAD071EB}" type="datetime1">
              <a:rPr lang="en-US" altLang="en-US" smtClean="0">
                <a:solidFill>
                  <a:prstClr val="black"/>
                </a:solidFill>
              </a:rPr>
              <a:pPr/>
              <a:t>29-Jun-17</a:t>
            </a:fld>
            <a:endParaRPr lang="en-US" altLang="en-US" dirty="0">
              <a:solidFill>
                <a:prstClr val="black"/>
              </a:solidFill>
            </a:endParaRPr>
          </a:p>
        </p:txBody>
      </p:sp>
      <p:sp>
        <p:nvSpPr>
          <p:cNvPr id="5" name="Footer Placeholder 4"/>
          <p:cNvSpPr>
            <a:spLocks noGrp="1"/>
          </p:cNvSpPr>
          <p:nvPr>
            <p:ph type="ftr" sz="quarter" idx="11"/>
          </p:nvPr>
        </p:nvSpPr>
        <p:spPr/>
        <p:txBody>
          <a:bodyPr/>
          <a:lstStyle/>
          <a:p>
            <a:r>
              <a:rPr lang="en-US" altLang="en-US" smtClean="0">
                <a:solidFill>
                  <a:prstClr val="black"/>
                </a:solidFill>
              </a:rPr>
              <a:t>National CRC training </a:t>
            </a:r>
            <a:endParaRPr lang="en-US" altLang="en-US" dirty="0">
              <a:solidFill>
                <a:prstClr val="black"/>
              </a:solidFill>
            </a:endParaRPr>
          </a:p>
        </p:txBody>
      </p:sp>
      <p:sp>
        <p:nvSpPr>
          <p:cNvPr id="6" name="Slide Number Placeholder 5"/>
          <p:cNvSpPr>
            <a:spLocks noGrp="1"/>
          </p:cNvSpPr>
          <p:nvPr>
            <p:ph type="sldNum" sz="quarter" idx="12"/>
          </p:nvPr>
        </p:nvSpPr>
        <p:spPr/>
        <p:txBody>
          <a:bodyPr/>
          <a:lstStyle/>
          <a:p>
            <a:r>
              <a:rPr lang="en-US" altLang="en-US" smtClean="0">
                <a:solidFill>
                  <a:prstClr val="black"/>
                </a:solidFill>
              </a:rPr>
              <a:t>CH-I-</a:t>
            </a:r>
            <a:fld id="{3FB30F3C-053D-864C-B962-F2E761156877}" type="slidenum">
              <a:rPr lang="en-US" altLang="en-US" smtClean="0">
                <a:solidFill>
                  <a:prstClr val="black"/>
                </a:solidFill>
              </a:rPr>
              <a:pPr/>
              <a:t>79</a:t>
            </a:fld>
            <a:endParaRPr lang="en-US" altLang="en-US" dirty="0">
              <a:solidFill>
                <a:prstClr val="black"/>
              </a:solidFill>
            </a:endParaRPr>
          </a:p>
        </p:txBody>
      </p:sp>
    </p:spTree>
    <p:extLst>
      <p:ext uri="{BB962C8B-B14F-4D97-AF65-F5344CB8AC3E}">
        <p14:creationId xmlns:p14="http://schemas.microsoft.com/office/powerpoint/2010/main" val="2789259812"/>
      </p:ext>
    </p:extLst>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Activity  </a:t>
            </a:r>
            <a:endParaRPr lang="en-US" dirty="0"/>
          </a:p>
        </p:txBody>
      </p:sp>
      <p:sp>
        <p:nvSpPr>
          <p:cNvPr id="3" name="Content Placeholder 2"/>
          <p:cNvSpPr>
            <a:spLocks noGrp="1"/>
          </p:cNvSpPr>
          <p:nvPr>
            <p:ph idx="1"/>
          </p:nvPr>
        </p:nvSpPr>
        <p:spPr/>
        <p:txBody>
          <a:bodyPr/>
          <a:lstStyle/>
          <a:p>
            <a:r>
              <a:rPr lang="en-GB" dirty="0" smtClean="0"/>
              <a:t>Following observation analyze the data you have collected and reflect your finding using the reflection format </a:t>
            </a:r>
            <a:endParaRPr lang="en-US" dirty="0" smtClean="0"/>
          </a:p>
          <a:p>
            <a:r>
              <a:rPr lang="en-US" dirty="0" smtClean="0"/>
              <a:t>Each group will have 15 minute to reflect their finding </a:t>
            </a:r>
          </a:p>
          <a:p>
            <a:endParaRPr lang="en-US" dirty="0"/>
          </a:p>
        </p:txBody>
      </p:sp>
      <p:sp>
        <p:nvSpPr>
          <p:cNvPr id="4" name="Date Placeholder 3"/>
          <p:cNvSpPr>
            <a:spLocks noGrp="1"/>
          </p:cNvSpPr>
          <p:nvPr>
            <p:ph type="dt" sz="half" idx="10"/>
          </p:nvPr>
        </p:nvSpPr>
        <p:spPr/>
        <p:txBody>
          <a:bodyPr/>
          <a:lstStyle/>
          <a:p>
            <a:fld id="{58888CBF-8E6A-FF4C-B61B-9224EAD071EB}" type="datetime1">
              <a:rPr lang="en-US" altLang="en-US" smtClean="0">
                <a:solidFill>
                  <a:prstClr val="black"/>
                </a:solidFill>
              </a:rPr>
              <a:pPr/>
              <a:t>29-Jun-17</a:t>
            </a:fld>
            <a:endParaRPr lang="en-US" altLang="en-US" dirty="0">
              <a:solidFill>
                <a:prstClr val="black"/>
              </a:solidFill>
            </a:endParaRPr>
          </a:p>
        </p:txBody>
      </p:sp>
      <p:sp>
        <p:nvSpPr>
          <p:cNvPr id="5" name="Footer Placeholder 4"/>
          <p:cNvSpPr>
            <a:spLocks noGrp="1"/>
          </p:cNvSpPr>
          <p:nvPr>
            <p:ph type="ftr" sz="quarter" idx="11"/>
          </p:nvPr>
        </p:nvSpPr>
        <p:spPr/>
        <p:txBody>
          <a:bodyPr/>
          <a:lstStyle/>
          <a:p>
            <a:r>
              <a:rPr lang="en-US" altLang="en-US" smtClean="0">
                <a:solidFill>
                  <a:prstClr val="black"/>
                </a:solidFill>
              </a:rPr>
              <a:t>National CRC training </a:t>
            </a:r>
            <a:endParaRPr lang="en-US" altLang="en-US" dirty="0">
              <a:solidFill>
                <a:prstClr val="black"/>
              </a:solidFill>
            </a:endParaRPr>
          </a:p>
        </p:txBody>
      </p:sp>
      <p:sp>
        <p:nvSpPr>
          <p:cNvPr id="6" name="Slide Number Placeholder 5"/>
          <p:cNvSpPr>
            <a:spLocks noGrp="1"/>
          </p:cNvSpPr>
          <p:nvPr>
            <p:ph type="sldNum" sz="quarter" idx="12"/>
          </p:nvPr>
        </p:nvSpPr>
        <p:spPr/>
        <p:txBody>
          <a:bodyPr/>
          <a:lstStyle/>
          <a:p>
            <a:r>
              <a:rPr lang="en-US" altLang="en-US" smtClean="0">
                <a:solidFill>
                  <a:prstClr val="black"/>
                </a:solidFill>
              </a:rPr>
              <a:t>CH-I-</a:t>
            </a:r>
            <a:fld id="{3FB30F3C-053D-864C-B962-F2E761156877}" type="slidenum">
              <a:rPr lang="en-US" altLang="en-US" smtClean="0">
                <a:solidFill>
                  <a:prstClr val="black"/>
                </a:solidFill>
              </a:rPr>
              <a:pPr/>
              <a:t>80</a:t>
            </a:fld>
            <a:endParaRPr lang="en-US" altLang="en-US" dirty="0">
              <a:solidFill>
                <a:prstClr val="black"/>
              </a:solidFill>
            </a:endParaRPr>
          </a:p>
        </p:txBody>
      </p:sp>
    </p:spTree>
    <p:extLst>
      <p:ext uri="{BB962C8B-B14F-4D97-AF65-F5344CB8AC3E}">
        <p14:creationId xmlns:p14="http://schemas.microsoft.com/office/powerpoint/2010/main" val="1523715659"/>
      </p:ext>
    </p:extLst>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normAutofit fontScale="90000"/>
          </a:bodyPr>
          <a:lstStyle/>
          <a:p>
            <a:r>
              <a:rPr lang="en-US" sz="6000" dirty="0"/>
              <a:t> Thank you very much !</a:t>
            </a:r>
            <a:endParaRPr lang="en-US" dirty="0"/>
          </a:p>
        </p:txBody>
      </p:sp>
      <p:sp>
        <p:nvSpPr>
          <p:cNvPr id="3" name="Content Placeholder 2"/>
          <p:cNvSpPr>
            <a:spLocks noGrp="1"/>
          </p:cNvSpPr>
          <p:nvPr>
            <p:ph type="body" idx="1"/>
          </p:nvPr>
        </p:nvSpPr>
        <p:spPr/>
        <p:txBody>
          <a:bodyPr>
            <a:normAutofit/>
          </a:bodyPr>
          <a:lstStyle/>
          <a:p>
            <a:pPr>
              <a:buNone/>
            </a:pPr>
            <a:r>
              <a:rPr lang="en-US" dirty="0" smtClean="0"/>
              <a:t>                     </a:t>
            </a:r>
          </a:p>
          <a:p>
            <a:pPr>
              <a:buNone/>
            </a:pPr>
            <a:endParaRPr lang="en-US" dirty="0" smtClean="0"/>
          </a:p>
        </p:txBody>
      </p:sp>
      <p:sp>
        <p:nvSpPr>
          <p:cNvPr id="4" name="Date Placeholder 3"/>
          <p:cNvSpPr>
            <a:spLocks noGrp="1"/>
          </p:cNvSpPr>
          <p:nvPr>
            <p:ph type="dt" sz="half" idx="10"/>
          </p:nvPr>
        </p:nvSpPr>
        <p:spPr/>
        <p:txBody>
          <a:bodyPr/>
          <a:lstStyle/>
          <a:p>
            <a:fld id="{58888CBF-8E6A-FF4C-B61B-9224EAD071EB}" type="datetime1">
              <a:rPr lang="en-US" altLang="en-US" smtClean="0">
                <a:solidFill>
                  <a:prstClr val="black"/>
                </a:solidFill>
              </a:rPr>
              <a:pPr/>
              <a:t>29-Jun-17</a:t>
            </a:fld>
            <a:endParaRPr lang="en-US" altLang="en-US" dirty="0">
              <a:solidFill>
                <a:prstClr val="black"/>
              </a:solidFill>
            </a:endParaRPr>
          </a:p>
        </p:txBody>
      </p:sp>
      <p:sp>
        <p:nvSpPr>
          <p:cNvPr id="5" name="Footer Placeholder 4"/>
          <p:cNvSpPr>
            <a:spLocks noGrp="1"/>
          </p:cNvSpPr>
          <p:nvPr>
            <p:ph type="ftr" sz="quarter" idx="11"/>
          </p:nvPr>
        </p:nvSpPr>
        <p:spPr/>
        <p:txBody>
          <a:bodyPr/>
          <a:lstStyle/>
          <a:p>
            <a:r>
              <a:rPr lang="en-US" altLang="en-US" smtClean="0">
                <a:solidFill>
                  <a:prstClr val="black"/>
                </a:solidFill>
              </a:rPr>
              <a:t>National CRC training </a:t>
            </a:r>
            <a:endParaRPr lang="en-US" altLang="en-US" dirty="0">
              <a:solidFill>
                <a:prstClr val="black"/>
              </a:solidFill>
            </a:endParaRPr>
          </a:p>
        </p:txBody>
      </p:sp>
      <p:sp>
        <p:nvSpPr>
          <p:cNvPr id="6" name="Slide Number Placeholder 5"/>
          <p:cNvSpPr>
            <a:spLocks noGrp="1"/>
          </p:cNvSpPr>
          <p:nvPr>
            <p:ph type="sldNum" sz="quarter" idx="12"/>
          </p:nvPr>
        </p:nvSpPr>
        <p:spPr/>
        <p:txBody>
          <a:bodyPr/>
          <a:lstStyle/>
          <a:p>
            <a:r>
              <a:rPr lang="en-US" altLang="en-US" smtClean="0">
                <a:solidFill>
                  <a:prstClr val="black"/>
                </a:solidFill>
              </a:rPr>
              <a:t>CH-I-</a:t>
            </a:r>
            <a:fld id="{3FB30F3C-053D-864C-B962-F2E761156877}" type="slidenum">
              <a:rPr lang="en-US" altLang="en-US" smtClean="0">
                <a:solidFill>
                  <a:prstClr val="black"/>
                </a:solidFill>
              </a:rPr>
              <a:pPr/>
              <a:t>81</a:t>
            </a:fld>
            <a:endParaRPr lang="en-US" altLang="en-US" dirty="0">
              <a:solidFill>
                <a:prstClr val="black"/>
              </a:solidFill>
            </a:endParaRPr>
          </a:p>
        </p:txBody>
      </p:sp>
    </p:spTree>
    <p:extLst>
      <p:ext uri="{BB962C8B-B14F-4D97-AF65-F5344CB8AC3E}">
        <p14:creationId xmlns:p14="http://schemas.microsoft.com/office/powerpoint/2010/main" val="1475805269"/>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CRC Training template">
  <a:themeElements>
    <a:clrScheme name="Organic">
      <a:dk1>
        <a:sysClr val="windowText" lastClr="000000"/>
      </a:dk1>
      <a:lt1>
        <a:sysClr val="window" lastClr="FFFFFF"/>
      </a:lt1>
      <a:dk2>
        <a:srgbClr val="212121"/>
      </a:dk2>
      <a:lt2>
        <a:srgbClr val="DADADA"/>
      </a:lt2>
      <a:accent1>
        <a:srgbClr val="83992A"/>
      </a:accent1>
      <a:accent2>
        <a:srgbClr val="3C9770"/>
      </a:accent2>
      <a:accent3>
        <a:srgbClr val="44709D"/>
      </a:accent3>
      <a:accent4>
        <a:srgbClr val="A23C33"/>
      </a:accent4>
      <a:accent5>
        <a:srgbClr val="D97828"/>
      </a:accent5>
      <a:accent6>
        <a:srgbClr val="DEB340"/>
      </a:accent6>
      <a:hlink>
        <a:srgbClr val="A8BF4D"/>
      </a:hlink>
      <a:folHlink>
        <a:srgbClr val="B4CA80"/>
      </a:folHlink>
    </a:clrScheme>
    <a:fontScheme name="Organic">
      <a:majorFont>
        <a:latin typeface="Garamond"/>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anic">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rotWithShape="1">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rnd" cmpd="sng" algn="ctr">
          <a:solidFill>
            <a:schemeClr val="ph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xmlns="" name="CRC Training template" id="{FACAA786-0B7D-BE42-AE00-B48A404AA4F8}" vid="{50A82B5E-1C79-A341-A0AF-0EC9202D528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CRC Training template</Template>
  <TotalTime>10715</TotalTime>
  <Words>3056</Words>
  <Application>Microsoft Office PowerPoint</Application>
  <PresentationFormat>On-screen Show (4:3)</PresentationFormat>
  <Paragraphs>536</Paragraphs>
  <Slides>81</Slides>
  <Notes>9</Notes>
  <HiddenSlides>1</HiddenSlides>
  <MMClips>0</MMClips>
  <ScaleCrop>false</ScaleCrop>
  <HeadingPairs>
    <vt:vector size="4" baseType="variant">
      <vt:variant>
        <vt:lpstr>Theme</vt:lpstr>
      </vt:variant>
      <vt:variant>
        <vt:i4>1</vt:i4>
      </vt:variant>
      <vt:variant>
        <vt:lpstr>Slide Titles</vt:lpstr>
      </vt:variant>
      <vt:variant>
        <vt:i4>81</vt:i4>
      </vt:variant>
    </vt:vector>
  </HeadingPairs>
  <TitlesOfParts>
    <vt:vector size="82" baseType="lpstr">
      <vt:lpstr>CRC Training template</vt:lpstr>
      <vt:lpstr>NATIONAL COMPASSIONATE, RESPECTFUL AND CARING TRAINING</vt:lpstr>
      <vt:lpstr>Outline</vt:lpstr>
      <vt:lpstr>Session one</vt:lpstr>
      <vt:lpstr>Introduction</vt:lpstr>
      <vt:lpstr>Session Objective</vt:lpstr>
      <vt:lpstr>Introduction …</vt:lpstr>
      <vt:lpstr>Characteristic and qualities of compassion…</vt:lpstr>
      <vt:lpstr>Characteristic and qualities of compassion…</vt:lpstr>
      <vt:lpstr>Characteristic and qualities of compassion…</vt:lpstr>
      <vt:lpstr>Characteristic and qualities of compassion…</vt:lpstr>
      <vt:lpstr>Characteristic and qualities of compassion…</vt:lpstr>
      <vt:lpstr>Characteristic and qualities of compassion…</vt:lpstr>
      <vt:lpstr> Role play on characteristics of compassionate care  </vt:lpstr>
      <vt:lpstr>PowerPoint Presentation</vt:lpstr>
      <vt:lpstr>PowerPoint Presentation</vt:lpstr>
      <vt:lpstr>Session two</vt:lpstr>
      <vt:lpstr>Introduction</vt:lpstr>
      <vt:lpstr>Introduction</vt:lpstr>
      <vt:lpstr>Session Objective</vt:lpstr>
      <vt:lpstr>Elements of compassionate care</vt:lpstr>
      <vt:lpstr>Elements of Compassionate Care</vt:lpstr>
      <vt:lpstr>Virtue</vt:lpstr>
      <vt:lpstr> Relational space</vt:lpstr>
      <vt:lpstr>Cont…..</vt:lpstr>
      <vt:lpstr>Virtuous Response</vt:lpstr>
      <vt:lpstr>Cont….</vt:lpstr>
      <vt:lpstr>Seeking to Understand</vt:lpstr>
      <vt:lpstr>Understanding game </vt:lpstr>
      <vt:lpstr>Relational Communicating</vt:lpstr>
      <vt:lpstr>Cont….. </vt:lpstr>
      <vt:lpstr>Role Play on Rational Communication</vt:lpstr>
      <vt:lpstr>Attending to Needs</vt:lpstr>
      <vt:lpstr>Cont….</vt:lpstr>
      <vt:lpstr>Case Study on Attending to needs</vt:lpstr>
      <vt:lpstr>Patient-Reported Outcomes</vt:lpstr>
      <vt:lpstr>Session three</vt:lpstr>
      <vt:lpstr>Brain storming on principles of compassionate care </vt:lpstr>
      <vt:lpstr>Session Objective</vt:lpstr>
      <vt:lpstr>Principles of compassionate care </vt:lpstr>
      <vt:lpstr>Cont…</vt:lpstr>
      <vt:lpstr>Cont…</vt:lpstr>
      <vt:lpstr>Cont.</vt:lpstr>
      <vt:lpstr>Role play on Principles of Compassionate care  </vt:lpstr>
      <vt:lpstr>Cont…</vt:lpstr>
      <vt:lpstr>Cont.</vt:lpstr>
      <vt:lpstr>Summary </vt:lpstr>
      <vt:lpstr>PowerPoint Presentation</vt:lpstr>
      <vt:lpstr>Session four </vt:lpstr>
      <vt:lpstr>Introduction</vt:lpstr>
      <vt:lpstr>Factors affecting Compassion</vt:lpstr>
      <vt:lpstr>Unbalanced focus in biomedical model in clinical training</vt:lpstr>
      <vt:lpstr>2. The wider hospital context</vt:lpstr>
      <vt:lpstr> </vt:lpstr>
      <vt:lpstr>Why are some health care providers more vulnerable  to compassion fatigue ? </vt:lpstr>
      <vt:lpstr>PowerPoint Presentation</vt:lpstr>
      <vt:lpstr>  Organizational symptoms of Compassion Fatigue  </vt:lpstr>
      <vt:lpstr>4. </vt:lpstr>
      <vt:lpstr>How is Compassion fatigue different from Burn out? </vt:lpstr>
      <vt:lpstr>Small Group Exercise # 1</vt:lpstr>
      <vt:lpstr>PowerPoint Presentation</vt:lpstr>
      <vt:lpstr> </vt:lpstr>
      <vt:lpstr>Self-Awareness Exercise</vt:lpstr>
      <vt:lpstr>Do a little self assessment! </vt:lpstr>
      <vt:lpstr>Balance  Keeping Your Life in Balance </vt:lpstr>
      <vt:lpstr>PowerPoint Presentation</vt:lpstr>
      <vt:lpstr>Balance for our Emotional Needs</vt:lpstr>
      <vt:lpstr>Find Hidden Passion</vt:lpstr>
      <vt:lpstr>What do you need to succeed?  Make your plan! Find the resources. </vt:lpstr>
      <vt:lpstr>Balance for Your Soul </vt:lpstr>
      <vt:lpstr>Keep Yourself Physically Strong </vt:lpstr>
      <vt:lpstr>Connections</vt:lpstr>
      <vt:lpstr>Put Joy, Love, Hope, Laughter and Gratitude in Each Day </vt:lpstr>
      <vt:lpstr>Some Final Thoughts </vt:lpstr>
      <vt:lpstr>PowerPoint Presentation</vt:lpstr>
      <vt:lpstr> Thank you!</vt:lpstr>
      <vt:lpstr>Session five</vt:lpstr>
      <vt:lpstr>Introduction</vt:lpstr>
      <vt:lpstr>Session Objective</vt:lpstr>
      <vt:lpstr>Activity </vt:lpstr>
      <vt:lpstr>Activity  </vt:lpstr>
      <vt:lpstr> Thank you very much !</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NATIONAL COMPASSIONATE, RESPECTFUL AND CARING TRAINING</dc:title>
  <dc:creator>Admin</dc:creator>
  <cp:lastModifiedBy>Lili</cp:lastModifiedBy>
  <cp:revision>201</cp:revision>
  <dcterms:created xsi:type="dcterms:W3CDTF">2016-08-17T07:05:29Z</dcterms:created>
  <dcterms:modified xsi:type="dcterms:W3CDTF">2017-06-29T08:54:22Z</dcterms:modified>
</cp:coreProperties>
</file>